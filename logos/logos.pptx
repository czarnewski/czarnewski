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1"/>
    <p:restoredTop sz="96405"/>
  </p:normalViewPr>
  <p:slideViewPr>
    <p:cSldViewPr snapToGrid="0" snapToObjects="1">
      <p:cViewPr>
        <p:scale>
          <a:sx n="64" d="100"/>
          <a:sy n="64" d="100"/>
        </p:scale>
        <p:origin x="2688" y="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F233-B146-524C-B496-2078F4AD1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2ABC5-CE45-F846-A1B6-3A6518D3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E23BE-067D-814B-B36F-0FB516A5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FCA03-5DDE-9844-B9F9-57034666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47E43-EE1F-5942-8882-8A9D9910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0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2256-6E9F-1E49-A51C-4887EDAC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97C4-19F0-124D-95A2-1C4D1C3F8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7C53E-C70E-7B49-9B7A-C57B07FD9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C37D6-E7BA-2441-8460-9A364C22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9C051-D252-DC48-BC06-6CFED41D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84FD-408D-EE41-B2DD-5993C06F4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3C57F-757A-894B-A015-BB0847BA0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E0CB6-CBBC-9441-81A1-8543A6FF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2A71-01F2-2240-BE1B-71C4A56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3F08E-3173-7947-8901-721103F8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5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5B37-09BE-BC4A-9B32-14D659F4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B483C-2BFD-BB45-94F6-C7F28ECE2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70A37-6BFC-8547-9467-75C19DBEF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957ED-DBFE-D54A-9839-DA259744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104AB-D96F-B34D-8B11-8F56ADB7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F13FB-1FF2-E347-A7DB-AF184035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7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B250-B7E2-404B-9776-3A9C0749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9102E-0877-9641-ADCF-69446C31E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42FF8-EDCD-F04A-A209-4C28D3EA9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1C389-EAAC-364E-9EA7-C29A56154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64D62-2CBC-D044-BC11-0247A0049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3046B-71C9-994A-AE57-75A2CB98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0B86F-AE37-1542-9E35-1F3CBAFCA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824CC-DF81-D94C-9E44-1F8911B1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BA82-C524-2F4A-B5CA-3ACF7147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84651-AAB6-B849-9ECE-17B26211E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A2C21-75C0-604A-BFB3-8CC52DE3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3C516-AC16-CD48-A88D-7DC12EC7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2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06CEB5-AA67-5C4F-9BB4-2A4577F2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BAFBB-73AB-8849-B9F7-FFE24EEB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F29F4-B6E9-8B47-8488-4CD0D844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7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9556-8237-2D43-A3EE-AC6B2D07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D625C-F31D-4F4E-A5AD-06F1ED6F9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47653-895B-014B-ABB7-2BBEB372F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D2D1B-334D-5E44-806A-85650027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4FE8C-A1E9-FA46-BACA-77DA750C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589C2-541C-2A4F-810C-D159C153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1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0296-D7D0-A84E-8EF8-5DDEC15F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92860-077B-C840-B3DA-32CCC39AE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8011C-414D-0F4E-880F-F92206BF6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12217-3F89-BB4C-9602-075A7CE9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717AF-F806-8041-B947-1AE10C883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C2B49-F953-A146-A68D-18C95F2E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7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DC7E-6EAA-FC4A-9556-F0096DA8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052DA-8B33-4545-937E-C2CECFEC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7CA4E-0112-E24E-AB88-FE7B4274F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A0366-DAE9-BB4D-AC59-ED157F7D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10474-CE98-0F43-9CAB-6A629FC6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56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461627-1ED3-894B-9561-60AFAE4C6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3CE96-0BCF-CB47-B50F-E4B469F7F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A5679-561B-0A48-8B88-92E9864E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5D5E7-EC19-4342-B8EE-4CE863F72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24BB8-006A-5E43-844C-79E0B27D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7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80F47-9976-234F-8AD2-C3D2AC421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39BC4-4B90-3244-BD0A-B9DB85C9C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9E41E-9D2B-4A4C-A1E9-65317E30B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93EB0-79FE-3A48-9677-781C433206CF}" type="datetimeFigureOut">
              <a:rPr lang="en-US" smtClean="0"/>
              <a:t>9/3/21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A3D7B-7CBE-BA4B-A156-3117BFDF4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27CAE-DC29-6243-9029-C54AB17AC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1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Terminator 798">
            <a:extLst>
              <a:ext uri="{FF2B5EF4-FFF2-40B4-BE49-F238E27FC236}">
                <a16:creationId xmlns:a16="http://schemas.microsoft.com/office/drawing/2014/main" id="{834295B5-AE95-8245-83B0-DE722301D813}"/>
              </a:ext>
            </a:extLst>
          </p:cNvPr>
          <p:cNvSpPr/>
          <p:nvPr/>
        </p:nvSpPr>
        <p:spPr>
          <a:xfrm rot="2440303">
            <a:off x="769123" y="2652149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Terminator 319">
            <a:extLst>
              <a:ext uri="{FF2B5EF4-FFF2-40B4-BE49-F238E27FC236}">
                <a16:creationId xmlns:a16="http://schemas.microsoft.com/office/drawing/2014/main" id="{8B777C8D-2F45-AE48-A93E-60C0F9940376}"/>
              </a:ext>
            </a:extLst>
          </p:cNvPr>
          <p:cNvSpPr/>
          <p:nvPr/>
        </p:nvSpPr>
        <p:spPr>
          <a:xfrm rot="7001205">
            <a:off x="3504595" y="955412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Delay 314">
            <a:extLst>
              <a:ext uri="{FF2B5EF4-FFF2-40B4-BE49-F238E27FC236}">
                <a16:creationId xmlns:a16="http://schemas.microsoft.com/office/drawing/2014/main" id="{3863B217-6ED4-B746-9BF2-3B6DA0254E0E}"/>
              </a:ext>
            </a:extLst>
          </p:cNvPr>
          <p:cNvSpPr/>
          <p:nvPr/>
        </p:nvSpPr>
        <p:spPr>
          <a:xfrm rot="16877590">
            <a:off x="3716008" y="851177"/>
            <a:ext cx="564761" cy="373086"/>
          </a:xfrm>
          <a:prstGeom prst="flowChartDelay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DB4E0F74-8DF7-0F48-BAE2-5D2BF40A81D7}"/>
              </a:ext>
            </a:extLst>
          </p:cNvPr>
          <p:cNvSpPr/>
          <p:nvPr/>
        </p:nvSpPr>
        <p:spPr>
          <a:xfrm>
            <a:off x="3865253" y="553733"/>
            <a:ext cx="347615" cy="347615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5" name="Arc 734">
            <a:extLst>
              <a:ext uri="{FF2B5EF4-FFF2-40B4-BE49-F238E27FC236}">
                <a16:creationId xmlns:a16="http://schemas.microsoft.com/office/drawing/2014/main" id="{1FD4CFC8-81A5-DA46-BAC5-F4B0A411BE0E}"/>
              </a:ext>
            </a:extLst>
          </p:cNvPr>
          <p:cNvSpPr/>
          <p:nvPr/>
        </p:nvSpPr>
        <p:spPr>
          <a:xfrm>
            <a:off x="5449840" y="2364171"/>
            <a:ext cx="1495710" cy="1495710"/>
          </a:xfrm>
          <a:prstGeom prst="arc">
            <a:avLst>
              <a:gd name="adj1" fmla="val 6321548"/>
              <a:gd name="adj2" fmla="val 447821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39A8F74D-8F71-4A4D-B8CE-D56CE6FCECBD}"/>
              </a:ext>
            </a:extLst>
          </p:cNvPr>
          <p:cNvSpPr/>
          <p:nvPr/>
        </p:nvSpPr>
        <p:spPr>
          <a:xfrm rot="19693329">
            <a:off x="5247382" y="3123991"/>
            <a:ext cx="547895" cy="153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8" name="Rectangle 737">
            <a:extLst>
              <a:ext uri="{FF2B5EF4-FFF2-40B4-BE49-F238E27FC236}">
                <a16:creationId xmlns:a16="http://schemas.microsoft.com/office/drawing/2014/main" id="{1CF1E953-55CE-774C-9457-AC6BE7E4D96F}"/>
              </a:ext>
            </a:extLst>
          </p:cNvPr>
          <p:cNvSpPr/>
          <p:nvPr/>
        </p:nvSpPr>
        <p:spPr>
          <a:xfrm rot="19819108">
            <a:off x="6487695" y="3112575"/>
            <a:ext cx="708216" cy="281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9" name="Group 728">
            <a:extLst>
              <a:ext uri="{FF2B5EF4-FFF2-40B4-BE49-F238E27FC236}">
                <a16:creationId xmlns:a16="http://schemas.microsoft.com/office/drawing/2014/main" id="{152DE5FA-DE74-8742-8DF3-93E9715B657B}"/>
              </a:ext>
            </a:extLst>
          </p:cNvPr>
          <p:cNvGrpSpPr/>
          <p:nvPr/>
        </p:nvGrpSpPr>
        <p:grpSpPr>
          <a:xfrm>
            <a:off x="6602790" y="3029354"/>
            <a:ext cx="535049" cy="482789"/>
            <a:chOff x="6227183" y="2691999"/>
            <a:chExt cx="418056" cy="377222"/>
          </a:xfrm>
        </p:grpSpPr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4B4BC7CA-E926-244E-9542-91641371EE72}"/>
                </a:ext>
              </a:extLst>
            </p:cNvPr>
            <p:cNvSpPr/>
            <p:nvPr/>
          </p:nvSpPr>
          <p:spPr>
            <a:xfrm>
              <a:off x="6233054" y="2869072"/>
              <a:ext cx="412185" cy="200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3" name="Group 672">
              <a:extLst>
                <a:ext uri="{FF2B5EF4-FFF2-40B4-BE49-F238E27FC236}">
                  <a16:creationId xmlns:a16="http://schemas.microsoft.com/office/drawing/2014/main" id="{E29D1CBE-56E3-D14A-AA1B-D10CB797F6ED}"/>
                </a:ext>
              </a:extLst>
            </p:cNvPr>
            <p:cNvGrpSpPr/>
            <p:nvPr/>
          </p:nvGrpSpPr>
          <p:grpSpPr>
            <a:xfrm>
              <a:off x="6227183" y="2691999"/>
              <a:ext cx="373276" cy="354952"/>
              <a:chOff x="6400534" y="1760400"/>
              <a:chExt cx="302867" cy="288000"/>
            </a:xfrm>
          </p:grpSpPr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3628ABDA-3AA1-3941-B38D-2291FAB4F827}"/>
                  </a:ext>
                </a:extLst>
              </p:cNvPr>
              <p:cNvSpPr/>
              <p:nvPr/>
            </p:nvSpPr>
            <p:spPr>
              <a:xfrm>
                <a:off x="6405181" y="2030400"/>
                <a:ext cx="288000" cy="18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D22E3B2B-8203-A343-8C34-F99BE53382B6}"/>
                  </a:ext>
                </a:extLst>
              </p:cNvPr>
              <p:cNvSpPr/>
              <p:nvPr/>
            </p:nvSpPr>
            <p:spPr>
              <a:xfrm rot="5400000">
                <a:off x="6265534" y="1895400"/>
                <a:ext cx="288000" cy="18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6" name="Rectangle 675">
                <a:extLst>
                  <a:ext uri="{FF2B5EF4-FFF2-40B4-BE49-F238E27FC236}">
                    <a16:creationId xmlns:a16="http://schemas.microsoft.com/office/drawing/2014/main" id="{A3612E2B-18ED-4846-A4E4-E712B5F2C706}"/>
                  </a:ext>
                </a:extLst>
              </p:cNvPr>
              <p:cNvSpPr/>
              <p:nvPr/>
            </p:nvSpPr>
            <p:spPr>
              <a:xfrm rot="19077046">
                <a:off x="6415401" y="1884276"/>
                <a:ext cx="288000" cy="18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7" name="Oval 676">
                <a:extLst>
                  <a:ext uri="{FF2B5EF4-FFF2-40B4-BE49-F238E27FC236}">
                    <a16:creationId xmlns:a16="http://schemas.microsoft.com/office/drawing/2014/main" id="{67513E5F-61C8-914F-A252-119081EF7515}"/>
                  </a:ext>
                </a:extLst>
              </p:cNvPr>
              <p:cNvSpPr/>
              <p:nvPr/>
            </p:nvSpPr>
            <p:spPr>
              <a:xfrm>
                <a:off x="6472750" y="187843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8" name="Oval 677">
                <a:extLst>
                  <a:ext uri="{FF2B5EF4-FFF2-40B4-BE49-F238E27FC236}">
                    <a16:creationId xmlns:a16="http://schemas.microsoft.com/office/drawing/2014/main" id="{AB2E3946-F514-B340-A7F3-A2DC5F84976E}"/>
                  </a:ext>
                </a:extLst>
              </p:cNvPr>
              <p:cNvSpPr/>
              <p:nvPr/>
            </p:nvSpPr>
            <p:spPr>
              <a:xfrm>
                <a:off x="6527050" y="181994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9" name="Oval 678">
                <a:extLst>
                  <a:ext uri="{FF2B5EF4-FFF2-40B4-BE49-F238E27FC236}">
                    <a16:creationId xmlns:a16="http://schemas.microsoft.com/office/drawing/2014/main" id="{EC4FE8C4-682A-3B4F-8F63-E5793AFB878A}"/>
                  </a:ext>
                </a:extLst>
              </p:cNvPr>
              <p:cNvSpPr/>
              <p:nvPr/>
            </p:nvSpPr>
            <p:spPr>
              <a:xfrm>
                <a:off x="6540673" y="1888255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0" name="Oval 679">
                <a:extLst>
                  <a:ext uri="{FF2B5EF4-FFF2-40B4-BE49-F238E27FC236}">
                    <a16:creationId xmlns:a16="http://schemas.microsoft.com/office/drawing/2014/main" id="{F30A5307-26C6-4B40-AD74-649A99081CB6}"/>
                  </a:ext>
                </a:extLst>
              </p:cNvPr>
              <p:cNvSpPr/>
              <p:nvPr/>
            </p:nvSpPr>
            <p:spPr>
              <a:xfrm>
                <a:off x="6456113" y="195395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1" name="Oval 680">
                <a:extLst>
                  <a:ext uri="{FF2B5EF4-FFF2-40B4-BE49-F238E27FC236}">
                    <a16:creationId xmlns:a16="http://schemas.microsoft.com/office/drawing/2014/main" id="{D050FB0D-C7BA-0F4F-973F-48B2A36BBA71}"/>
                  </a:ext>
                </a:extLst>
              </p:cNvPr>
              <p:cNvSpPr/>
              <p:nvPr/>
            </p:nvSpPr>
            <p:spPr>
              <a:xfrm>
                <a:off x="6515244" y="194180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2" name="Oval 681">
                <a:extLst>
                  <a:ext uri="{FF2B5EF4-FFF2-40B4-BE49-F238E27FC236}">
                    <a16:creationId xmlns:a16="http://schemas.microsoft.com/office/drawing/2014/main" id="{64240686-F101-0742-BD10-ABF198A44536}"/>
                  </a:ext>
                </a:extLst>
              </p:cNvPr>
              <p:cNvSpPr/>
              <p:nvPr/>
            </p:nvSpPr>
            <p:spPr>
              <a:xfrm>
                <a:off x="6582490" y="180922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3" name="Oval 682">
                <a:extLst>
                  <a:ext uri="{FF2B5EF4-FFF2-40B4-BE49-F238E27FC236}">
                    <a16:creationId xmlns:a16="http://schemas.microsoft.com/office/drawing/2014/main" id="{3F5EBEE4-6E4E-9443-8E76-6AEE37424F9B}"/>
                  </a:ext>
                </a:extLst>
              </p:cNvPr>
              <p:cNvSpPr/>
              <p:nvPr/>
            </p:nvSpPr>
            <p:spPr>
              <a:xfrm>
                <a:off x="6605737" y="18742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4" name="Oval 683">
                <a:extLst>
                  <a:ext uri="{FF2B5EF4-FFF2-40B4-BE49-F238E27FC236}">
                    <a16:creationId xmlns:a16="http://schemas.microsoft.com/office/drawing/2014/main" id="{237D79A7-5EE9-F444-937E-1325C0DF30A3}"/>
                  </a:ext>
                </a:extLst>
              </p:cNvPr>
              <p:cNvSpPr/>
              <p:nvPr/>
            </p:nvSpPr>
            <p:spPr>
              <a:xfrm>
                <a:off x="6651456" y="181391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41" name="Trapezium 640">
            <a:extLst>
              <a:ext uri="{FF2B5EF4-FFF2-40B4-BE49-F238E27FC236}">
                <a16:creationId xmlns:a16="http://schemas.microsoft.com/office/drawing/2014/main" id="{D0315B30-F78C-C447-9F47-22BD4C5CA88E}"/>
              </a:ext>
            </a:extLst>
          </p:cNvPr>
          <p:cNvSpPr/>
          <p:nvPr/>
        </p:nvSpPr>
        <p:spPr>
          <a:xfrm>
            <a:off x="2425954" y="1219927"/>
            <a:ext cx="594764" cy="126882"/>
          </a:xfrm>
          <a:prstGeom prst="trapezoid">
            <a:avLst>
              <a:gd name="adj" fmla="val 32589"/>
            </a:avLst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3A6017C-E915-9C4C-9EF9-E7C8EAB0DE7C}"/>
              </a:ext>
            </a:extLst>
          </p:cNvPr>
          <p:cNvGrpSpPr/>
          <p:nvPr/>
        </p:nvGrpSpPr>
        <p:grpSpPr>
          <a:xfrm>
            <a:off x="8802614" y="2535199"/>
            <a:ext cx="870425" cy="984175"/>
            <a:chOff x="9818170" y="3088909"/>
            <a:chExt cx="670592" cy="758227"/>
          </a:xfrm>
        </p:grpSpPr>
        <p:sp>
          <p:nvSpPr>
            <p:cNvPr id="513" name="Terminator 512">
              <a:extLst>
                <a:ext uri="{FF2B5EF4-FFF2-40B4-BE49-F238E27FC236}">
                  <a16:creationId xmlns:a16="http://schemas.microsoft.com/office/drawing/2014/main" id="{0FB65F9F-4887-8749-BF0B-34D3648D749C}"/>
                </a:ext>
              </a:extLst>
            </p:cNvPr>
            <p:cNvSpPr/>
            <p:nvPr/>
          </p:nvSpPr>
          <p:spPr>
            <a:xfrm rot="17063310">
              <a:off x="9666442" y="3545945"/>
              <a:ext cx="452919" cy="149463"/>
            </a:xfrm>
            <a:prstGeom prst="flowChartTerminator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Terminator 513">
              <a:extLst>
                <a:ext uri="{FF2B5EF4-FFF2-40B4-BE49-F238E27FC236}">
                  <a16:creationId xmlns:a16="http://schemas.microsoft.com/office/drawing/2014/main" id="{6551212B-0095-D044-BD39-668C6A569FDC}"/>
                </a:ext>
              </a:extLst>
            </p:cNvPr>
            <p:cNvSpPr/>
            <p:nvPr/>
          </p:nvSpPr>
          <p:spPr>
            <a:xfrm rot="3683302">
              <a:off x="10187571" y="3543492"/>
              <a:ext cx="452919" cy="149463"/>
            </a:xfrm>
            <a:prstGeom prst="flowChartTerminator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Delay 514">
              <a:extLst>
                <a:ext uri="{FF2B5EF4-FFF2-40B4-BE49-F238E27FC236}">
                  <a16:creationId xmlns:a16="http://schemas.microsoft.com/office/drawing/2014/main" id="{6F4E21A0-630C-1349-9753-B916AF286FF1}"/>
                </a:ext>
              </a:extLst>
            </p:cNvPr>
            <p:cNvSpPr/>
            <p:nvPr/>
          </p:nvSpPr>
          <p:spPr>
            <a:xfrm rot="16200000">
              <a:off x="9886099" y="3369205"/>
              <a:ext cx="514626" cy="406636"/>
            </a:xfrm>
            <a:prstGeom prst="flowChartDelay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6" name="Oval 515">
              <a:extLst>
                <a:ext uri="{FF2B5EF4-FFF2-40B4-BE49-F238E27FC236}">
                  <a16:creationId xmlns:a16="http://schemas.microsoft.com/office/drawing/2014/main" id="{FBB4AA55-E338-764F-AD74-2E78BC16123B}"/>
                </a:ext>
              </a:extLst>
            </p:cNvPr>
            <p:cNvSpPr/>
            <p:nvPr/>
          </p:nvSpPr>
          <p:spPr>
            <a:xfrm>
              <a:off x="9986505" y="3088909"/>
              <a:ext cx="316756" cy="31675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6" name="Terminator 465">
            <a:extLst>
              <a:ext uri="{FF2B5EF4-FFF2-40B4-BE49-F238E27FC236}">
                <a16:creationId xmlns:a16="http://schemas.microsoft.com/office/drawing/2014/main" id="{A116001A-4DD4-1C4D-8543-1FE024599228}"/>
              </a:ext>
            </a:extLst>
          </p:cNvPr>
          <p:cNvSpPr/>
          <p:nvPr/>
        </p:nvSpPr>
        <p:spPr>
          <a:xfrm rot="17263551">
            <a:off x="3132019" y="4896153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ular Callout 87">
            <a:extLst>
              <a:ext uri="{FF2B5EF4-FFF2-40B4-BE49-F238E27FC236}">
                <a16:creationId xmlns:a16="http://schemas.microsoft.com/office/drawing/2014/main" id="{C04C3EB8-EF85-5E4A-B3AD-53FE22E3E882}"/>
              </a:ext>
            </a:extLst>
          </p:cNvPr>
          <p:cNvSpPr/>
          <p:nvPr/>
        </p:nvSpPr>
        <p:spPr>
          <a:xfrm>
            <a:off x="5608721" y="454564"/>
            <a:ext cx="739772" cy="845176"/>
          </a:xfrm>
          <a:prstGeom prst="wedgeRoundRectCallout">
            <a:avLst>
              <a:gd name="adj1" fmla="val -68066"/>
              <a:gd name="adj2" fmla="val -1688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C90A436E-35F3-3A42-B454-0F1B272E0FF4}"/>
              </a:ext>
            </a:extLst>
          </p:cNvPr>
          <p:cNvGrpSpPr/>
          <p:nvPr/>
        </p:nvGrpSpPr>
        <p:grpSpPr>
          <a:xfrm>
            <a:off x="5643980" y="515650"/>
            <a:ext cx="650880" cy="701793"/>
            <a:chOff x="10326575" y="1388811"/>
            <a:chExt cx="854025" cy="920828"/>
          </a:xfrm>
        </p:grpSpPr>
        <p:grpSp>
          <p:nvGrpSpPr>
            <p:cNvPr id="417" name="Group 416">
              <a:extLst>
                <a:ext uri="{FF2B5EF4-FFF2-40B4-BE49-F238E27FC236}">
                  <a16:creationId xmlns:a16="http://schemas.microsoft.com/office/drawing/2014/main" id="{35647BBC-BF9E-4A4E-860A-60C9B2587F94}"/>
                </a:ext>
              </a:extLst>
            </p:cNvPr>
            <p:cNvGrpSpPr/>
            <p:nvPr/>
          </p:nvGrpSpPr>
          <p:grpSpPr>
            <a:xfrm>
              <a:off x="10544525" y="1617825"/>
              <a:ext cx="423979" cy="691814"/>
              <a:chOff x="10426276" y="1515895"/>
              <a:chExt cx="549204" cy="896144"/>
            </a:xfrm>
          </p:grpSpPr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E959D08F-4E89-C242-84ED-587771406E07}"/>
                  </a:ext>
                </a:extLst>
              </p:cNvPr>
              <p:cNvSpPr/>
              <p:nvPr/>
            </p:nvSpPr>
            <p:spPr>
              <a:xfrm>
                <a:off x="10560344" y="2172879"/>
                <a:ext cx="276226" cy="23916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37FB0A73-DC22-FF42-9879-76DB59A0617E}"/>
                  </a:ext>
                </a:extLst>
              </p:cNvPr>
              <p:cNvSpPr/>
              <p:nvPr/>
            </p:nvSpPr>
            <p:spPr>
              <a:xfrm>
                <a:off x="10426276" y="1515895"/>
                <a:ext cx="549204" cy="54920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Trapezium 426">
                <a:extLst>
                  <a:ext uri="{FF2B5EF4-FFF2-40B4-BE49-F238E27FC236}">
                    <a16:creationId xmlns:a16="http://schemas.microsoft.com/office/drawing/2014/main" id="{60353FA0-1C52-0540-866F-720E0B807C7F}"/>
                  </a:ext>
                </a:extLst>
              </p:cNvPr>
              <p:cNvSpPr/>
              <p:nvPr/>
            </p:nvSpPr>
            <p:spPr>
              <a:xfrm rot="10800000">
                <a:off x="10426276" y="1914321"/>
                <a:ext cx="549204" cy="287131"/>
              </a:xfrm>
              <a:prstGeom prst="trapezoid">
                <a:avLst>
                  <a:gd name="adj" fmla="val 50154"/>
                </a:avLst>
              </a:prstGeom>
              <a:solidFill>
                <a:schemeClr val="tx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8" name="Terminator 417">
              <a:extLst>
                <a:ext uri="{FF2B5EF4-FFF2-40B4-BE49-F238E27FC236}">
                  <a16:creationId xmlns:a16="http://schemas.microsoft.com/office/drawing/2014/main" id="{1796DDD1-E156-2649-9278-D2FA2F470599}"/>
                </a:ext>
              </a:extLst>
            </p:cNvPr>
            <p:cNvSpPr/>
            <p:nvPr/>
          </p:nvSpPr>
          <p:spPr>
            <a:xfrm rot="3292108">
              <a:off x="10438058" y="1530801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Terminator 418">
              <a:extLst>
                <a:ext uri="{FF2B5EF4-FFF2-40B4-BE49-F238E27FC236}">
                  <a16:creationId xmlns:a16="http://schemas.microsoft.com/office/drawing/2014/main" id="{226AC0C1-B656-DB4C-911C-1F0ECC295C60}"/>
                </a:ext>
              </a:extLst>
            </p:cNvPr>
            <p:cNvSpPr/>
            <p:nvPr/>
          </p:nvSpPr>
          <p:spPr>
            <a:xfrm rot="1138663">
              <a:off x="10326575" y="1696446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Terminator 419">
              <a:extLst>
                <a:ext uri="{FF2B5EF4-FFF2-40B4-BE49-F238E27FC236}">
                  <a16:creationId xmlns:a16="http://schemas.microsoft.com/office/drawing/2014/main" id="{1D6C99FF-4C39-E541-9D5C-6FA72CA32452}"/>
                </a:ext>
              </a:extLst>
            </p:cNvPr>
            <p:cNvSpPr/>
            <p:nvPr/>
          </p:nvSpPr>
          <p:spPr>
            <a:xfrm rot="5400000">
              <a:off x="10643945" y="1459778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Terminator 420">
              <a:extLst>
                <a:ext uri="{FF2B5EF4-FFF2-40B4-BE49-F238E27FC236}">
                  <a16:creationId xmlns:a16="http://schemas.microsoft.com/office/drawing/2014/main" id="{3CFD4A4A-470A-894D-833C-51197A6B2BC4}"/>
                </a:ext>
              </a:extLst>
            </p:cNvPr>
            <p:cNvSpPr/>
            <p:nvPr/>
          </p:nvSpPr>
          <p:spPr>
            <a:xfrm rot="18307892" flipH="1">
              <a:off x="10850454" y="1517330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Terminator 421">
              <a:extLst>
                <a:ext uri="{FF2B5EF4-FFF2-40B4-BE49-F238E27FC236}">
                  <a16:creationId xmlns:a16="http://schemas.microsoft.com/office/drawing/2014/main" id="{A80012F8-F211-9F4E-8CDC-C91D658A3E56}"/>
                </a:ext>
              </a:extLst>
            </p:cNvPr>
            <p:cNvSpPr/>
            <p:nvPr/>
          </p:nvSpPr>
          <p:spPr>
            <a:xfrm rot="20602129" flipH="1">
              <a:off x="10965650" y="1682640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Terminator 422">
              <a:extLst>
                <a:ext uri="{FF2B5EF4-FFF2-40B4-BE49-F238E27FC236}">
                  <a16:creationId xmlns:a16="http://schemas.microsoft.com/office/drawing/2014/main" id="{66C26112-6507-4C4F-9C55-255ADB81FFA5}"/>
                </a:ext>
              </a:extLst>
            </p:cNvPr>
            <p:cNvSpPr/>
            <p:nvPr/>
          </p:nvSpPr>
          <p:spPr>
            <a:xfrm rot="20425690" flipV="1">
              <a:off x="10326602" y="1891662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Terminator 423">
              <a:extLst>
                <a:ext uri="{FF2B5EF4-FFF2-40B4-BE49-F238E27FC236}">
                  <a16:creationId xmlns:a16="http://schemas.microsoft.com/office/drawing/2014/main" id="{366C6CDD-229A-0748-89FA-D11E77A50CF5}"/>
                </a:ext>
              </a:extLst>
            </p:cNvPr>
            <p:cNvSpPr/>
            <p:nvPr/>
          </p:nvSpPr>
          <p:spPr>
            <a:xfrm rot="1174310" flipH="1" flipV="1">
              <a:off x="10968758" y="1880246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4" name="Terminator 403">
            <a:extLst>
              <a:ext uri="{FF2B5EF4-FFF2-40B4-BE49-F238E27FC236}">
                <a16:creationId xmlns:a16="http://schemas.microsoft.com/office/drawing/2014/main" id="{0CD16582-40FF-AF4B-823E-4A617A8F236E}"/>
              </a:ext>
            </a:extLst>
          </p:cNvPr>
          <p:cNvSpPr/>
          <p:nvPr/>
        </p:nvSpPr>
        <p:spPr>
          <a:xfrm rot="4595377">
            <a:off x="4939680" y="1135132"/>
            <a:ext cx="452919" cy="149463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Terminator 404">
            <a:extLst>
              <a:ext uri="{FF2B5EF4-FFF2-40B4-BE49-F238E27FC236}">
                <a16:creationId xmlns:a16="http://schemas.microsoft.com/office/drawing/2014/main" id="{7D465D98-7C6F-A949-943B-6EAB2689D8D1}"/>
              </a:ext>
            </a:extLst>
          </p:cNvPr>
          <p:cNvSpPr/>
          <p:nvPr/>
        </p:nvSpPr>
        <p:spPr>
          <a:xfrm rot="3683302">
            <a:off x="5446358" y="1449136"/>
            <a:ext cx="452919" cy="149463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C08F047-A3CE-224A-A17D-38BF50B5D046}"/>
              </a:ext>
            </a:extLst>
          </p:cNvPr>
          <p:cNvGrpSpPr/>
          <p:nvPr/>
        </p:nvGrpSpPr>
        <p:grpSpPr>
          <a:xfrm rot="1816045">
            <a:off x="6516601" y="4448964"/>
            <a:ext cx="673850" cy="891540"/>
            <a:chOff x="7855592" y="4677715"/>
            <a:chExt cx="673850" cy="891540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BDE14D0D-39AC-7F4F-8C66-AFD19513D0DC}"/>
                </a:ext>
              </a:extLst>
            </p:cNvPr>
            <p:cNvSpPr/>
            <p:nvPr/>
          </p:nvSpPr>
          <p:spPr>
            <a:xfrm>
              <a:off x="7855592" y="4677715"/>
              <a:ext cx="673850" cy="89154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ADF1383E-F3B1-2647-9C39-6CBF3F2FCF71}"/>
                </a:ext>
              </a:extLst>
            </p:cNvPr>
            <p:cNvCxnSpPr>
              <a:cxnSpLocks/>
            </p:cNvCxnSpPr>
            <p:nvPr/>
          </p:nvCxnSpPr>
          <p:spPr>
            <a:xfrm rot="19783955">
              <a:off x="7972983" y="4707746"/>
              <a:ext cx="256042" cy="14942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1BB26CC-4E28-4947-9742-68155D90ECCB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89005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80D993C7-AED1-C94B-9AC8-C605010D71D0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96496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A8DAFE31-F8F0-154F-B2AE-2828645E7DE9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03988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4E1298A0-CCA7-0543-9236-B39BE457320B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1479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99DD4C52-3A8C-9D48-AD90-ECC9A67AF78B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897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75B57BE-69C8-8840-B99B-FBA66185E7AC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26462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0E7B1573-CF5B-BF46-8534-18DBB6B3285A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1559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063D766D-E6CA-0D4D-B0C0-27E98E670D30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905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E382CE91-17F8-B047-AC7E-CF98CF28525B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26542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4EB9D58-E2EA-904F-9847-F281A74C3449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34034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810B53F-904D-FA4D-AB3D-AB8F917FEDA9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1525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E004BE3-E042-4E4B-8D9C-3732F1A6DF98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90174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4041E30-77F7-8549-892E-1D3AB0025EC3}"/>
                </a:ext>
              </a:extLst>
            </p:cNvPr>
            <p:cNvSpPr/>
            <p:nvPr/>
          </p:nvSpPr>
          <p:spPr>
            <a:xfrm>
              <a:off x="8217916" y="487489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03EF48A4-B941-FE4C-BD46-DFA951177DBF}"/>
                </a:ext>
              </a:extLst>
            </p:cNvPr>
            <p:cNvSpPr/>
            <p:nvPr/>
          </p:nvSpPr>
          <p:spPr>
            <a:xfrm>
              <a:off x="7952777" y="532582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928D2458-F10C-6A4A-809C-E67678C6D3BF}"/>
                </a:ext>
              </a:extLst>
            </p:cNvPr>
            <p:cNvSpPr/>
            <p:nvPr/>
          </p:nvSpPr>
          <p:spPr>
            <a:xfrm>
              <a:off x="8248427" y="4932781"/>
              <a:ext cx="54034" cy="12162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FA4D5AF4-7374-0D4D-8471-BD9D4B565FF6}"/>
                </a:ext>
              </a:extLst>
            </p:cNvPr>
            <p:cNvSpPr/>
            <p:nvPr/>
          </p:nvSpPr>
          <p:spPr>
            <a:xfrm>
              <a:off x="8330314" y="4980015"/>
              <a:ext cx="50859" cy="72864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2A23DFE1-8447-B846-9F94-1D2AD134A8B6}"/>
                </a:ext>
              </a:extLst>
            </p:cNvPr>
            <p:cNvGrpSpPr/>
            <p:nvPr/>
          </p:nvGrpSpPr>
          <p:grpSpPr>
            <a:xfrm>
              <a:off x="8015345" y="5358023"/>
              <a:ext cx="116581" cy="132641"/>
              <a:chOff x="7996008" y="5361761"/>
              <a:chExt cx="197081" cy="132641"/>
            </a:xfrm>
          </p:grpSpPr>
          <p:cxnSp>
            <p:nvCxnSpPr>
              <p:cNvPr id="199" name="Elbow Connector 198">
                <a:extLst>
                  <a:ext uri="{FF2B5EF4-FFF2-40B4-BE49-F238E27FC236}">
                    <a16:creationId xmlns:a16="http://schemas.microsoft.com/office/drawing/2014/main" id="{AED0441D-64C8-CC46-80B9-7DCE8BDF9A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Triangle 199">
                <a:extLst>
                  <a:ext uri="{FF2B5EF4-FFF2-40B4-BE49-F238E27FC236}">
                    <a16:creationId xmlns:a16="http://schemas.microsoft.com/office/drawing/2014/main" id="{D02A0A68-F104-3A4C-A026-8CBF1B139B6F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BF5369B-22EE-B049-8CE3-6DB51F1F65C3}"/>
              </a:ext>
            </a:extLst>
          </p:cNvPr>
          <p:cNvSpPr/>
          <p:nvPr/>
        </p:nvSpPr>
        <p:spPr>
          <a:xfrm>
            <a:off x="3684324" y="4437719"/>
            <a:ext cx="768444" cy="58213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FBE8AF7-AE82-6145-A38D-F87A89F3F774}"/>
              </a:ext>
            </a:extLst>
          </p:cNvPr>
          <p:cNvGrpSpPr/>
          <p:nvPr/>
        </p:nvGrpSpPr>
        <p:grpSpPr>
          <a:xfrm>
            <a:off x="4643675" y="4366093"/>
            <a:ext cx="1229558" cy="722370"/>
            <a:chOff x="4681233" y="4518900"/>
            <a:chExt cx="1364624" cy="801721"/>
          </a:xfrm>
        </p:grpSpPr>
        <p:sp>
          <p:nvSpPr>
            <p:cNvPr id="49" name="Delay 48">
              <a:extLst>
                <a:ext uri="{FF2B5EF4-FFF2-40B4-BE49-F238E27FC236}">
                  <a16:creationId xmlns:a16="http://schemas.microsoft.com/office/drawing/2014/main" id="{7E694862-E883-014F-9255-800CB81E4807}"/>
                </a:ext>
              </a:extLst>
            </p:cNvPr>
            <p:cNvSpPr/>
            <p:nvPr/>
          </p:nvSpPr>
          <p:spPr>
            <a:xfrm rot="5400000">
              <a:off x="5163855" y="4775998"/>
              <a:ext cx="398585" cy="690662"/>
            </a:xfrm>
            <a:prstGeom prst="flowChartDelay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Diamond 47">
              <a:extLst>
                <a:ext uri="{FF2B5EF4-FFF2-40B4-BE49-F238E27FC236}">
                  <a16:creationId xmlns:a16="http://schemas.microsoft.com/office/drawing/2014/main" id="{DD67562F-4D7A-FF40-80CF-819372F11E52}"/>
                </a:ext>
              </a:extLst>
            </p:cNvPr>
            <p:cNvSpPr/>
            <p:nvPr/>
          </p:nvSpPr>
          <p:spPr>
            <a:xfrm>
              <a:off x="4681233" y="4518900"/>
              <a:ext cx="1364624" cy="595073"/>
            </a:xfrm>
            <a:prstGeom prst="diamond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6A2BFCE9-B373-B249-9C52-A6E5F30897FB}"/>
                </a:ext>
              </a:extLst>
            </p:cNvPr>
            <p:cNvSpPr/>
            <p:nvPr/>
          </p:nvSpPr>
          <p:spPr>
            <a:xfrm>
              <a:off x="4810895" y="4835402"/>
              <a:ext cx="90373" cy="165722"/>
            </a:xfrm>
            <a:custGeom>
              <a:avLst/>
              <a:gdLst>
                <a:gd name="connsiteX0" fmla="*/ 120072 w 120072"/>
                <a:gd name="connsiteY0" fmla="*/ 0 h 101600"/>
                <a:gd name="connsiteX1" fmla="*/ 0 w 120072"/>
                <a:gd name="connsiteY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072" h="101600">
                  <a:moveTo>
                    <a:pt x="120072" y="0"/>
                  </a:moveTo>
                  <a:cubicBezTo>
                    <a:pt x="70811" y="26169"/>
                    <a:pt x="21551" y="52339"/>
                    <a:pt x="0" y="101600"/>
                  </a:cubicBezTo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ardrop 50">
              <a:extLst>
                <a:ext uri="{FF2B5EF4-FFF2-40B4-BE49-F238E27FC236}">
                  <a16:creationId xmlns:a16="http://schemas.microsoft.com/office/drawing/2014/main" id="{DE589225-F4B7-FF4E-B506-272FEE1DEC3D}"/>
                </a:ext>
              </a:extLst>
            </p:cNvPr>
            <p:cNvSpPr/>
            <p:nvPr/>
          </p:nvSpPr>
          <p:spPr>
            <a:xfrm rot="18900000">
              <a:off x="4763376" y="4980344"/>
              <a:ext cx="114880" cy="114880"/>
            </a:xfrm>
            <a:prstGeom prst="teardrop">
              <a:avLst>
                <a:gd name="adj" fmla="val 7646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riangle 51">
              <a:extLst>
                <a:ext uri="{FF2B5EF4-FFF2-40B4-BE49-F238E27FC236}">
                  <a16:creationId xmlns:a16="http://schemas.microsoft.com/office/drawing/2014/main" id="{368E8BBD-6760-064F-9A44-CAFA31F00CF5}"/>
                </a:ext>
              </a:extLst>
            </p:cNvPr>
            <p:cNvSpPr/>
            <p:nvPr/>
          </p:nvSpPr>
          <p:spPr>
            <a:xfrm>
              <a:off x="4760753" y="5009245"/>
              <a:ext cx="120072" cy="18739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3DA4783-9604-9041-B75D-84FD89E9315F}"/>
              </a:ext>
            </a:extLst>
          </p:cNvPr>
          <p:cNvGrpSpPr/>
          <p:nvPr/>
        </p:nvGrpSpPr>
        <p:grpSpPr>
          <a:xfrm>
            <a:off x="1939379" y="4531006"/>
            <a:ext cx="1128168" cy="902416"/>
            <a:chOff x="1877750" y="4461886"/>
            <a:chExt cx="1424354" cy="1139334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9536203F-1338-7947-9837-CA1DCA967DE7}"/>
                </a:ext>
              </a:extLst>
            </p:cNvPr>
            <p:cNvSpPr/>
            <p:nvPr/>
          </p:nvSpPr>
          <p:spPr>
            <a:xfrm>
              <a:off x="2420022" y="4461886"/>
              <a:ext cx="339809" cy="205154"/>
            </a:xfrm>
            <a:prstGeom prst="roundRect">
              <a:avLst>
                <a:gd name="adj" fmla="val 15794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61A56A6A-A176-304B-AB8E-12D33EF95358}"/>
                </a:ext>
              </a:extLst>
            </p:cNvPr>
            <p:cNvSpPr/>
            <p:nvPr/>
          </p:nvSpPr>
          <p:spPr>
            <a:xfrm>
              <a:off x="1917315" y="4594501"/>
              <a:ext cx="1345224" cy="1006719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EB2D252D-D4AE-D745-B191-F7B6D9E9F37C}"/>
                </a:ext>
              </a:extLst>
            </p:cNvPr>
            <p:cNvSpPr/>
            <p:nvPr/>
          </p:nvSpPr>
          <p:spPr>
            <a:xfrm>
              <a:off x="1877750" y="4594502"/>
              <a:ext cx="1424354" cy="523142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7A27E9AF-FC10-384B-855D-00E95D7446E4}"/>
                </a:ext>
              </a:extLst>
            </p:cNvPr>
            <p:cNvSpPr/>
            <p:nvPr/>
          </p:nvSpPr>
          <p:spPr>
            <a:xfrm>
              <a:off x="2510956" y="5015067"/>
              <a:ext cx="157942" cy="205154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1BA1A0-5EBE-2C4A-9F7C-6B8880828D00}"/>
              </a:ext>
            </a:extLst>
          </p:cNvPr>
          <p:cNvGrpSpPr/>
          <p:nvPr/>
        </p:nvGrpSpPr>
        <p:grpSpPr>
          <a:xfrm>
            <a:off x="808486" y="4339907"/>
            <a:ext cx="551797" cy="857181"/>
            <a:chOff x="1035799" y="2533121"/>
            <a:chExt cx="551797" cy="857181"/>
          </a:xfrm>
        </p:grpSpPr>
        <p:sp>
          <p:nvSpPr>
            <p:cNvPr id="58" name="Delay 57">
              <a:extLst>
                <a:ext uri="{FF2B5EF4-FFF2-40B4-BE49-F238E27FC236}">
                  <a16:creationId xmlns:a16="http://schemas.microsoft.com/office/drawing/2014/main" id="{CB38276A-2A89-414B-8242-77D3E4D3CF1C}"/>
                </a:ext>
              </a:extLst>
            </p:cNvPr>
            <p:cNvSpPr/>
            <p:nvPr/>
          </p:nvSpPr>
          <p:spPr>
            <a:xfrm rot="16200000">
              <a:off x="1035799" y="2838505"/>
              <a:ext cx="551797" cy="551797"/>
            </a:xfrm>
            <a:prstGeom prst="flowChartDelay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6A1CFAE-058A-5949-B0A3-A8C0B0304194}"/>
                </a:ext>
              </a:extLst>
            </p:cNvPr>
            <p:cNvSpPr/>
            <p:nvPr/>
          </p:nvSpPr>
          <p:spPr>
            <a:xfrm>
              <a:off x="1143457" y="2533121"/>
              <a:ext cx="339635" cy="33963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Half-frame 69">
            <a:extLst>
              <a:ext uri="{FF2B5EF4-FFF2-40B4-BE49-F238E27FC236}">
                <a16:creationId xmlns:a16="http://schemas.microsoft.com/office/drawing/2014/main" id="{A8CB2DA5-8EF5-864A-9241-E33F96D90446}"/>
              </a:ext>
            </a:extLst>
          </p:cNvPr>
          <p:cNvSpPr/>
          <p:nvPr/>
        </p:nvSpPr>
        <p:spPr>
          <a:xfrm>
            <a:off x="1244878" y="5286545"/>
            <a:ext cx="257973" cy="257973"/>
          </a:xfrm>
          <a:prstGeom prst="halfFrame">
            <a:avLst>
              <a:gd name="adj1" fmla="val 0"/>
              <a:gd name="adj2" fmla="val 0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Half-frame 70">
            <a:extLst>
              <a:ext uri="{FF2B5EF4-FFF2-40B4-BE49-F238E27FC236}">
                <a16:creationId xmlns:a16="http://schemas.microsoft.com/office/drawing/2014/main" id="{28D38314-E9AA-314A-9322-AAB9BEB470B6}"/>
              </a:ext>
            </a:extLst>
          </p:cNvPr>
          <p:cNvSpPr/>
          <p:nvPr/>
        </p:nvSpPr>
        <p:spPr>
          <a:xfrm>
            <a:off x="1475689" y="5057725"/>
            <a:ext cx="228820" cy="228820"/>
          </a:xfrm>
          <a:prstGeom prst="halfFrame">
            <a:avLst>
              <a:gd name="adj1" fmla="val 0"/>
              <a:gd name="adj2" fmla="val 0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62A2FAF-4ECF-2E4A-9BED-ACCC79D65D39}"/>
              </a:ext>
            </a:extLst>
          </p:cNvPr>
          <p:cNvCxnSpPr/>
          <p:nvPr/>
        </p:nvCxnSpPr>
        <p:spPr>
          <a:xfrm flipH="1">
            <a:off x="988104" y="5515365"/>
            <a:ext cx="2567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028659-606B-6541-8EB8-0C1914D15A68}"/>
              </a:ext>
            </a:extLst>
          </p:cNvPr>
          <p:cNvGrpSpPr/>
          <p:nvPr/>
        </p:nvGrpSpPr>
        <p:grpSpPr>
          <a:xfrm>
            <a:off x="469945" y="4840506"/>
            <a:ext cx="690948" cy="561478"/>
            <a:chOff x="2087261" y="4870399"/>
            <a:chExt cx="1424354" cy="1157458"/>
          </a:xfrm>
        </p:grpSpPr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074D1C17-FF6F-D841-B446-1362EA766735}"/>
                </a:ext>
              </a:extLst>
            </p:cNvPr>
            <p:cNvSpPr/>
            <p:nvPr/>
          </p:nvSpPr>
          <p:spPr>
            <a:xfrm>
              <a:off x="2629533" y="4870399"/>
              <a:ext cx="339809" cy="205153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E83F0411-A041-4B47-9A27-67CB7BE7D46E}"/>
                </a:ext>
              </a:extLst>
            </p:cNvPr>
            <p:cNvSpPr/>
            <p:nvPr/>
          </p:nvSpPr>
          <p:spPr>
            <a:xfrm>
              <a:off x="2136227" y="5021138"/>
              <a:ext cx="1345223" cy="1006719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0FCD291F-1705-1E41-AE13-F1C8A46A3A50}"/>
                </a:ext>
              </a:extLst>
            </p:cNvPr>
            <p:cNvSpPr/>
            <p:nvPr/>
          </p:nvSpPr>
          <p:spPr>
            <a:xfrm>
              <a:off x="2087261" y="5021139"/>
              <a:ext cx="1424354" cy="523142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7E3DAD7A-E605-5A44-BC95-76E9E74AC53F}"/>
                </a:ext>
              </a:extLst>
            </p:cNvPr>
            <p:cNvSpPr/>
            <p:nvPr/>
          </p:nvSpPr>
          <p:spPr>
            <a:xfrm>
              <a:off x="2674844" y="5441705"/>
              <a:ext cx="248877" cy="235191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220FD5D-3B4C-0F40-A860-F1960E728419}"/>
              </a:ext>
            </a:extLst>
          </p:cNvPr>
          <p:cNvCxnSpPr/>
          <p:nvPr/>
        </p:nvCxnSpPr>
        <p:spPr>
          <a:xfrm flipH="1">
            <a:off x="988104" y="5519240"/>
            <a:ext cx="2567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ight Arrow 90">
            <a:extLst>
              <a:ext uri="{FF2B5EF4-FFF2-40B4-BE49-F238E27FC236}">
                <a16:creationId xmlns:a16="http://schemas.microsoft.com/office/drawing/2014/main" id="{04C3A269-08AD-C240-84E8-CC0F8897EEB4}"/>
              </a:ext>
            </a:extLst>
          </p:cNvPr>
          <p:cNvSpPr/>
          <p:nvPr/>
        </p:nvSpPr>
        <p:spPr>
          <a:xfrm rot="18900000">
            <a:off x="1292672" y="4314734"/>
            <a:ext cx="504010" cy="458757"/>
          </a:xfrm>
          <a:prstGeom prst="rightArrow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6A8F2A3-DF9C-AC4D-80FE-3EC2E89B1F20}"/>
              </a:ext>
            </a:extLst>
          </p:cNvPr>
          <p:cNvSpPr/>
          <p:nvPr/>
        </p:nvSpPr>
        <p:spPr>
          <a:xfrm>
            <a:off x="3230443" y="4291178"/>
            <a:ext cx="1345225" cy="13452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FA1619B-6AD9-F346-AD1E-22243005EB5A}"/>
              </a:ext>
            </a:extLst>
          </p:cNvPr>
          <p:cNvSpPr/>
          <p:nvPr/>
        </p:nvSpPr>
        <p:spPr>
          <a:xfrm>
            <a:off x="427375" y="4285015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081FDF5-C7D8-FA4B-BD9C-4CEB9F235081}"/>
              </a:ext>
            </a:extLst>
          </p:cNvPr>
          <p:cNvSpPr/>
          <p:nvPr/>
        </p:nvSpPr>
        <p:spPr>
          <a:xfrm>
            <a:off x="4611736" y="4285016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A4D3E4F-644D-8F46-9037-06A75B093F6C}"/>
              </a:ext>
            </a:extLst>
          </p:cNvPr>
          <p:cNvSpPr/>
          <p:nvPr/>
        </p:nvSpPr>
        <p:spPr>
          <a:xfrm>
            <a:off x="1822552" y="4286875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E41C3DE-38D0-764C-B2BC-568076B0FD18}"/>
              </a:ext>
            </a:extLst>
          </p:cNvPr>
          <p:cNvGrpSpPr/>
          <p:nvPr/>
        </p:nvGrpSpPr>
        <p:grpSpPr>
          <a:xfrm>
            <a:off x="4902513" y="4884503"/>
            <a:ext cx="993189" cy="696964"/>
            <a:chOff x="2842584" y="2506717"/>
            <a:chExt cx="1081005" cy="758588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5A07A32E-5AFB-784C-8F73-68094078A576}"/>
                </a:ext>
              </a:extLst>
            </p:cNvPr>
            <p:cNvGrpSpPr/>
            <p:nvPr/>
          </p:nvGrpSpPr>
          <p:grpSpPr>
            <a:xfrm>
              <a:off x="2842584" y="2506717"/>
              <a:ext cx="1081005" cy="758588"/>
              <a:chOff x="2631798" y="2358799"/>
              <a:chExt cx="1291792" cy="906506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2A6370FC-0DDA-7844-BEC6-B0B97D26D5EE}"/>
                  </a:ext>
                </a:extLst>
              </p:cNvPr>
              <p:cNvGrpSpPr/>
              <p:nvPr/>
            </p:nvGrpSpPr>
            <p:grpSpPr>
              <a:xfrm rot="3722404">
                <a:off x="3129039" y="2175642"/>
                <a:ext cx="314856" cy="1253359"/>
                <a:chOff x="3129038" y="2175641"/>
                <a:chExt cx="314856" cy="1253359"/>
              </a:xfrm>
            </p:grpSpPr>
            <p:sp>
              <p:nvSpPr>
                <p:cNvPr id="102" name="Collate 101">
                  <a:extLst>
                    <a:ext uri="{FF2B5EF4-FFF2-40B4-BE49-F238E27FC236}">
                      <a16:creationId xmlns:a16="http://schemas.microsoft.com/office/drawing/2014/main" id="{661F530F-7883-0A4C-AD05-FAB015117213}"/>
                    </a:ext>
                  </a:extLst>
                </p:cNvPr>
                <p:cNvSpPr/>
                <p:nvPr/>
              </p:nvSpPr>
              <p:spPr>
                <a:xfrm>
                  <a:off x="3129038" y="2175641"/>
                  <a:ext cx="314856" cy="1253359"/>
                </a:xfrm>
                <a:prstGeom prst="flowChartCollat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73BC6E09-02C3-1C41-B936-DB5DBEFC4537}"/>
                    </a:ext>
                  </a:extLst>
                </p:cNvPr>
                <p:cNvSpPr/>
                <p:nvPr/>
              </p:nvSpPr>
              <p:spPr>
                <a:xfrm>
                  <a:off x="3181123" y="2388476"/>
                  <a:ext cx="210686" cy="83557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9810922E-C46E-3547-9F7A-9ADB4D3C8374}"/>
                  </a:ext>
                </a:extLst>
              </p:cNvPr>
              <p:cNvSpPr/>
              <p:nvPr/>
            </p:nvSpPr>
            <p:spPr>
              <a:xfrm rot="20088744">
                <a:off x="2631798" y="2952420"/>
                <a:ext cx="194163" cy="31288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8B599CE-89D3-B244-9ADE-EF843F037873}"/>
                  </a:ext>
                </a:extLst>
              </p:cNvPr>
              <p:cNvSpPr/>
              <p:nvPr/>
            </p:nvSpPr>
            <p:spPr>
              <a:xfrm rot="20088744">
                <a:off x="3729427" y="2358799"/>
                <a:ext cx="194163" cy="31288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61FFE0E6-6C8A-BA4C-B236-FA3C88E4D083}"/>
                </a:ext>
              </a:extLst>
            </p:cNvPr>
            <p:cNvSpPr/>
            <p:nvPr/>
          </p:nvSpPr>
          <p:spPr>
            <a:xfrm>
              <a:off x="3213207" y="2806066"/>
              <a:ext cx="213031" cy="213031"/>
            </a:xfrm>
            <a:prstGeom prst="arc">
              <a:avLst>
                <a:gd name="adj1" fmla="val 14395500"/>
                <a:gd name="adj2" fmla="val 3697690"/>
              </a:avLst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EF99BD1-CA01-F645-9936-57688BE9DB83}"/>
              </a:ext>
            </a:extLst>
          </p:cNvPr>
          <p:cNvSpPr/>
          <p:nvPr/>
        </p:nvSpPr>
        <p:spPr>
          <a:xfrm>
            <a:off x="6060067" y="4284150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424D6E9-E349-3A4E-8325-7874711323F7}"/>
              </a:ext>
            </a:extLst>
          </p:cNvPr>
          <p:cNvGrpSpPr/>
          <p:nvPr/>
        </p:nvGrpSpPr>
        <p:grpSpPr>
          <a:xfrm>
            <a:off x="7855592" y="4677715"/>
            <a:ext cx="673850" cy="891540"/>
            <a:chOff x="7855592" y="4677715"/>
            <a:chExt cx="673850" cy="89154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64F285C-C839-CB47-8E0F-D6E581D40CAD}"/>
                </a:ext>
              </a:extLst>
            </p:cNvPr>
            <p:cNvSpPr/>
            <p:nvPr/>
          </p:nvSpPr>
          <p:spPr>
            <a:xfrm>
              <a:off x="7855592" y="4677715"/>
              <a:ext cx="673850" cy="8915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F1F8AD3-1CBF-3744-93FC-291F50F3A7D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777" y="4782458"/>
              <a:ext cx="4710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B911AB5-92D0-2149-A6F8-6E25A3B3A8E4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89005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00F51581-3D77-D047-9F47-D1A2953E039E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96496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C58C0D1-EF2E-EB4B-8E23-CDC229BA983C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03988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9AB466C-FAB6-AA47-82D2-8AB0CD08D2CA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1479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50D02B8-EEB1-AF4B-AAF9-0E87286CB596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8971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E16C3966-9D8E-384D-9396-81BCBFF78811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26462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74CCDEF2-8DFE-8E43-BF82-8A7EB5D3268C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1559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29DECF-752C-B84F-A2B7-59D556CC5E4C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9051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817F6B0-B189-C944-A216-6398E27259F3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26542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33E53A0-5929-FD46-8E67-C57CEA9D6739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34034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5EA8D9A-1C50-8048-9EA6-8E6EB836E182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1525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700C179-0E1E-AD4A-B377-7153F24D73D6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9017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CA81183-7EDC-7D41-88D5-A21F2BCBB9FC}"/>
                </a:ext>
              </a:extLst>
            </p:cNvPr>
            <p:cNvSpPr/>
            <p:nvPr/>
          </p:nvSpPr>
          <p:spPr>
            <a:xfrm>
              <a:off x="8217916" y="4874897"/>
              <a:ext cx="205956" cy="18014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96CB774-52F3-284F-84CA-61EFCF3D3764}"/>
                </a:ext>
              </a:extLst>
            </p:cNvPr>
            <p:cNvSpPr/>
            <p:nvPr/>
          </p:nvSpPr>
          <p:spPr>
            <a:xfrm>
              <a:off x="7952777" y="5325827"/>
              <a:ext cx="205956" cy="18014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BD4DD0C-3234-1149-AD45-F64A97771EDA}"/>
                </a:ext>
              </a:extLst>
            </p:cNvPr>
            <p:cNvSpPr/>
            <p:nvPr/>
          </p:nvSpPr>
          <p:spPr>
            <a:xfrm>
              <a:off x="8248427" y="4932781"/>
              <a:ext cx="54034" cy="121628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0CF1BF9F-7D32-054C-9A4C-3B2DA97372DB}"/>
                </a:ext>
              </a:extLst>
            </p:cNvPr>
            <p:cNvSpPr/>
            <p:nvPr/>
          </p:nvSpPr>
          <p:spPr>
            <a:xfrm>
              <a:off x="8330314" y="4980015"/>
              <a:ext cx="50859" cy="72864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953F4C46-7D73-9441-925E-31C27531BD01}"/>
                </a:ext>
              </a:extLst>
            </p:cNvPr>
            <p:cNvGrpSpPr/>
            <p:nvPr/>
          </p:nvGrpSpPr>
          <p:grpSpPr>
            <a:xfrm>
              <a:off x="8015345" y="5358023"/>
              <a:ext cx="116581" cy="132641"/>
              <a:chOff x="7996008" y="5361761"/>
              <a:chExt cx="197081" cy="132641"/>
            </a:xfrm>
          </p:grpSpPr>
          <p:cxnSp>
            <p:nvCxnSpPr>
              <p:cNvPr id="150" name="Elbow Connector 149">
                <a:extLst>
                  <a:ext uri="{FF2B5EF4-FFF2-40B4-BE49-F238E27FC236}">
                    <a16:creationId xmlns:a16="http://schemas.microsoft.com/office/drawing/2014/main" id="{3CF7FBB3-FD18-C247-B9BB-C7E14A6C0F4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Triangle 152">
                <a:extLst>
                  <a:ext uri="{FF2B5EF4-FFF2-40B4-BE49-F238E27FC236}">
                    <a16:creationId xmlns:a16="http://schemas.microsoft.com/office/drawing/2014/main" id="{7353DB9B-C0C6-4946-A7CA-78161BA97B96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5DEBC26-A9BE-2146-83F0-E8A26B2AB0A2}"/>
              </a:ext>
            </a:extLst>
          </p:cNvPr>
          <p:cNvGrpSpPr/>
          <p:nvPr/>
        </p:nvGrpSpPr>
        <p:grpSpPr>
          <a:xfrm rot="20588204">
            <a:off x="6230308" y="4516289"/>
            <a:ext cx="673850" cy="891540"/>
            <a:chOff x="7855592" y="4677715"/>
            <a:chExt cx="673850" cy="891540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192ADA7C-E231-C64E-BA02-3D5FC6912E35}"/>
                </a:ext>
              </a:extLst>
            </p:cNvPr>
            <p:cNvSpPr/>
            <p:nvPr/>
          </p:nvSpPr>
          <p:spPr>
            <a:xfrm>
              <a:off x="7855592" y="4677715"/>
              <a:ext cx="673850" cy="89154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B385DFC5-8F2A-DF4C-AA23-6B5AEE260F20}"/>
                </a:ext>
              </a:extLst>
            </p:cNvPr>
            <p:cNvCxnSpPr>
              <a:cxnSpLocks/>
            </p:cNvCxnSpPr>
            <p:nvPr/>
          </p:nvCxnSpPr>
          <p:spPr>
            <a:xfrm>
              <a:off x="7948895" y="4759723"/>
              <a:ext cx="4710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15A6306-43CD-EB44-B60F-8D515F55FF7D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89005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08E97D16-9BD9-ED4A-A432-D1B48081CA4E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96496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1159C56-F0FA-D54B-B0C7-A686DF68F648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03988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1A0C639D-6761-5542-B279-89A997186B33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1479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476D7F9B-9783-6A48-AD78-6FA723A50E98}"/>
                </a:ext>
              </a:extLst>
            </p:cNvPr>
            <p:cNvCxnSpPr>
              <a:cxnSpLocks/>
            </p:cNvCxnSpPr>
            <p:nvPr/>
          </p:nvCxnSpPr>
          <p:spPr>
            <a:xfrm rot="1011796" flipV="1">
              <a:off x="7943276" y="5174990"/>
              <a:ext cx="97137" cy="294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8FB6FF0-C860-CA4B-8D15-E355C8E955D0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26462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CD00AB9C-7F6F-4E4A-8263-B5DE350A23E2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1559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FBAE3374-1742-814E-A588-A26A05FDFCEA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905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093DE8CF-D79A-5243-9BC4-C53E2E1D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26542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2A759364-9826-3F44-8B7B-8475642A98E6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34034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945EDD06-ECD3-4841-81E2-4998FFD0DF8C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1525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7C1E5062-0572-2B4D-883B-A81FB99C491E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90174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3ADD045-1F8E-9148-B7D8-2A5614A2B6B2}"/>
                </a:ext>
              </a:extLst>
            </p:cNvPr>
            <p:cNvSpPr/>
            <p:nvPr/>
          </p:nvSpPr>
          <p:spPr>
            <a:xfrm>
              <a:off x="8217916" y="487489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04AE6B6F-5437-3E42-B729-8648654A473E}"/>
                </a:ext>
              </a:extLst>
            </p:cNvPr>
            <p:cNvSpPr/>
            <p:nvPr/>
          </p:nvSpPr>
          <p:spPr>
            <a:xfrm>
              <a:off x="7952777" y="5325827"/>
              <a:ext cx="205956" cy="18014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E74A1D9-61A9-8845-8DA9-63A93A1FA210}"/>
                </a:ext>
              </a:extLst>
            </p:cNvPr>
            <p:cNvSpPr/>
            <p:nvPr/>
          </p:nvSpPr>
          <p:spPr>
            <a:xfrm>
              <a:off x="8248427" y="4932781"/>
              <a:ext cx="54034" cy="12162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6CB183A-FBBB-7F4B-8F76-4C4E9DDB5E37}"/>
                </a:ext>
              </a:extLst>
            </p:cNvPr>
            <p:cNvSpPr/>
            <p:nvPr/>
          </p:nvSpPr>
          <p:spPr>
            <a:xfrm>
              <a:off x="8330314" y="4980015"/>
              <a:ext cx="50859" cy="72864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791E0FF-B843-9446-B19E-1A764DE33D20}"/>
                </a:ext>
              </a:extLst>
            </p:cNvPr>
            <p:cNvGrpSpPr/>
            <p:nvPr/>
          </p:nvGrpSpPr>
          <p:grpSpPr>
            <a:xfrm>
              <a:off x="8015345" y="5358023"/>
              <a:ext cx="116581" cy="132641"/>
              <a:chOff x="7996008" y="5361761"/>
              <a:chExt cx="197081" cy="132641"/>
            </a:xfrm>
          </p:grpSpPr>
          <p:cxnSp>
            <p:nvCxnSpPr>
              <p:cNvPr id="177" name="Elbow Connector 176">
                <a:extLst>
                  <a:ext uri="{FF2B5EF4-FFF2-40B4-BE49-F238E27FC236}">
                    <a16:creationId xmlns:a16="http://schemas.microsoft.com/office/drawing/2014/main" id="{2EFF116E-6231-D546-A26C-CC78FF7097E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Triangle 177">
                <a:extLst>
                  <a:ext uri="{FF2B5EF4-FFF2-40B4-BE49-F238E27FC236}">
                    <a16:creationId xmlns:a16="http://schemas.microsoft.com/office/drawing/2014/main" id="{13288417-1166-F343-806D-0E149C508592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B5415F73-3B2E-D548-8165-4AFA319600C3}"/>
              </a:ext>
            </a:extLst>
          </p:cNvPr>
          <p:cNvGrpSpPr/>
          <p:nvPr/>
        </p:nvGrpSpPr>
        <p:grpSpPr>
          <a:xfrm>
            <a:off x="6468743" y="4681697"/>
            <a:ext cx="673850" cy="891540"/>
            <a:chOff x="7855592" y="4677715"/>
            <a:chExt cx="673850" cy="891540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42F319F5-DDD1-2D40-85D2-4C65A5138711}"/>
                </a:ext>
              </a:extLst>
            </p:cNvPr>
            <p:cNvSpPr/>
            <p:nvPr/>
          </p:nvSpPr>
          <p:spPr>
            <a:xfrm>
              <a:off x="7855592" y="4677715"/>
              <a:ext cx="673850" cy="89154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25686F15-7E96-2746-A2AD-D7E91D6EB408}"/>
                </a:ext>
              </a:extLst>
            </p:cNvPr>
            <p:cNvCxnSpPr>
              <a:cxnSpLocks/>
            </p:cNvCxnSpPr>
            <p:nvPr/>
          </p:nvCxnSpPr>
          <p:spPr>
            <a:xfrm>
              <a:off x="7952777" y="4782458"/>
              <a:ext cx="4710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39C441E7-03BB-0543-A974-5408DF68DF66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89005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7C3880A5-C957-3B49-BD8B-A10BBCA63478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96496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1126506E-F698-3348-A34A-F5A3FD05D5FF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03988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4AB6CA4D-C397-C040-ADF8-9AA9401A6E0B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14798"/>
              <a:ext cx="11982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912F5EAF-4477-704D-ACA0-5EC090EC2922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897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8AA02CA0-F68F-AA40-BD00-0474F9C022AC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26462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588ADB95-A573-7E4F-B46E-9358A0A62B14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1559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85649C7-DC58-F94A-8FC1-C3CCDDE364CD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905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14C44253-8F3D-8547-B6A6-5184901D36D4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265428"/>
              <a:ext cx="10297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CC484164-1EF6-CC46-8159-60958EDD5851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34034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7945BC97-9FF1-2546-A6A2-A44F0408AC09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1525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B34DD994-80CE-4343-AF3E-BF38146B6D46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90174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A69BCDF7-D2E8-C641-B102-EE4D1BAFEA17}"/>
                </a:ext>
              </a:extLst>
            </p:cNvPr>
            <p:cNvSpPr/>
            <p:nvPr/>
          </p:nvSpPr>
          <p:spPr>
            <a:xfrm>
              <a:off x="8217916" y="487489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9A096E91-D1AD-464D-B6FE-10148FDAEAD1}"/>
                </a:ext>
              </a:extLst>
            </p:cNvPr>
            <p:cNvSpPr/>
            <p:nvPr/>
          </p:nvSpPr>
          <p:spPr>
            <a:xfrm>
              <a:off x="7952777" y="532582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79CD40E0-DBC3-E14C-844A-921C07DE2A3A}"/>
                </a:ext>
              </a:extLst>
            </p:cNvPr>
            <p:cNvSpPr/>
            <p:nvPr/>
          </p:nvSpPr>
          <p:spPr>
            <a:xfrm>
              <a:off x="8258294" y="4932781"/>
              <a:ext cx="54034" cy="121628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3190D710-8D0F-DF4E-894D-AD692C81D3F0}"/>
                </a:ext>
              </a:extLst>
            </p:cNvPr>
            <p:cNvSpPr/>
            <p:nvPr/>
          </p:nvSpPr>
          <p:spPr>
            <a:xfrm>
              <a:off x="8333603" y="4980015"/>
              <a:ext cx="50859" cy="72864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5858C974-D447-4740-880C-D328FE3EE401}"/>
                </a:ext>
              </a:extLst>
            </p:cNvPr>
            <p:cNvGrpSpPr/>
            <p:nvPr/>
          </p:nvGrpSpPr>
          <p:grpSpPr>
            <a:xfrm>
              <a:off x="8015345" y="5358023"/>
              <a:ext cx="116581" cy="132641"/>
              <a:chOff x="7996008" y="5361761"/>
              <a:chExt cx="197081" cy="132641"/>
            </a:xfrm>
          </p:grpSpPr>
          <p:cxnSp>
            <p:nvCxnSpPr>
              <p:cNvPr id="221" name="Elbow Connector 220">
                <a:extLst>
                  <a:ext uri="{FF2B5EF4-FFF2-40B4-BE49-F238E27FC236}">
                    <a16:creationId xmlns:a16="http://schemas.microsoft.com/office/drawing/2014/main" id="{F4C99291-3E28-CC4B-963A-4F9CB3AF128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Triangle 221">
                <a:extLst>
                  <a:ext uri="{FF2B5EF4-FFF2-40B4-BE49-F238E27FC236}">
                    <a16:creationId xmlns:a16="http://schemas.microsoft.com/office/drawing/2014/main" id="{83C4C64E-DA0F-8C4F-A545-82A06A2BF970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D4F96A2-83AB-7547-A41C-27F38CC8E1DE}"/>
              </a:ext>
            </a:extLst>
          </p:cNvPr>
          <p:cNvCxnSpPr>
            <a:cxnSpLocks/>
          </p:cNvCxnSpPr>
          <p:nvPr/>
        </p:nvCxnSpPr>
        <p:spPr>
          <a:xfrm flipV="1">
            <a:off x="6248523" y="4642288"/>
            <a:ext cx="349002" cy="1057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3" name="Picture 232">
            <a:extLst>
              <a:ext uri="{FF2B5EF4-FFF2-40B4-BE49-F238E27FC236}">
                <a16:creationId xmlns:a16="http://schemas.microsoft.com/office/drawing/2014/main" id="{82126D60-7525-6B43-B3D1-6A719B75B8F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6877239" y="6108700"/>
            <a:ext cx="5207000" cy="5194300"/>
          </a:xfrm>
          <a:prstGeom prst="rect">
            <a:avLst/>
          </a:prstGeom>
        </p:spPr>
      </p:pic>
      <p:pic>
        <p:nvPicPr>
          <p:cNvPr id="234" name="Picture 233">
            <a:extLst>
              <a:ext uri="{FF2B5EF4-FFF2-40B4-BE49-F238E27FC236}">
                <a16:creationId xmlns:a16="http://schemas.microsoft.com/office/drawing/2014/main" id="{39BCB0D7-299A-5146-B29D-E5861B40A45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7320158" y="10866553"/>
            <a:ext cx="5092700" cy="5118100"/>
          </a:xfrm>
          <a:prstGeom prst="rect">
            <a:avLst/>
          </a:prstGeom>
        </p:spPr>
      </p:pic>
      <p:pic>
        <p:nvPicPr>
          <p:cNvPr id="237" name="Picture 236">
            <a:extLst>
              <a:ext uri="{FF2B5EF4-FFF2-40B4-BE49-F238E27FC236}">
                <a16:creationId xmlns:a16="http://schemas.microsoft.com/office/drawing/2014/main" id="{CEF136D3-A218-2B46-91F7-A8CEF5811E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06084" y="7938255"/>
            <a:ext cx="5232400" cy="5232400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707913A7-03BE-9B4E-B664-5B43AB8DABD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75580" y="7938255"/>
            <a:ext cx="5334000" cy="5359400"/>
          </a:xfrm>
          <a:prstGeom prst="rect">
            <a:avLst/>
          </a:prstGeom>
        </p:spPr>
      </p:pic>
      <p:sp>
        <p:nvSpPr>
          <p:cNvPr id="245" name="Rectangle 244">
            <a:extLst>
              <a:ext uri="{FF2B5EF4-FFF2-40B4-BE49-F238E27FC236}">
                <a16:creationId xmlns:a16="http://schemas.microsoft.com/office/drawing/2014/main" id="{58CFB6EE-F427-894D-89B4-A4DAA441AD55}"/>
              </a:ext>
            </a:extLst>
          </p:cNvPr>
          <p:cNvSpPr/>
          <p:nvPr/>
        </p:nvSpPr>
        <p:spPr>
          <a:xfrm>
            <a:off x="2021119" y="402372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7D687962-46C0-9044-926B-767757370047}"/>
              </a:ext>
            </a:extLst>
          </p:cNvPr>
          <p:cNvSpPr/>
          <p:nvPr/>
        </p:nvSpPr>
        <p:spPr>
          <a:xfrm>
            <a:off x="2119297" y="476716"/>
            <a:ext cx="1166212" cy="68837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73400E0C-CE6A-3548-B59E-0524411BAB4E}"/>
              </a:ext>
            </a:extLst>
          </p:cNvPr>
          <p:cNvSpPr/>
          <p:nvPr/>
        </p:nvSpPr>
        <p:spPr>
          <a:xfrm>
            <a:off x="3570893" y="398284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Delay 311">
            <a:extLst>
              <a:ext uri="{FF2B5EF4-FFF2-40B4-BE49-F238E27FC236}">
                <a16:creationId xmlns:a16="http://schemas.microsoft.com/office/drawing/2014/main" id="{39AC2B21-9230-B146-872B-2AECD9EBB61B}"/>
              </a:ext>
            </a:extLst>
          </p:cNvPr>
          <p:cNvSpPr/>
          <p:nvPr/>
        </p:nvSpPr>
        <p:spPr>
          <a:xfrm rot="16200000">
            <a:off x="5147748" y="1284860"/>
            <a:ext cx="514626" cy="406636"/>
          </a:xfrm>
          <a:prstGeom prst="flowChartDelay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AB9F978D-B9FD-B742-B0BB-C55A5EC5A6CF}"/>
              </a:ext>
            </a:extLst>
          </p:cNvPr>
          <p:cNvSpPr/>
          <p:nvPr/>
        </p:nvSpPr>
        <p:spPr>
          <a:xfrm>
            <a:off x="5248154" y="1004564"/>
            <a:ext cx="316756" cy="31675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Delay 317">
            <a:extLst>
              <a:ext uri="{FF2B5EF4-FFF2-40B4-BE49-F238E27FC236}">
                <a16:creationId xmlns:a16="http://schemas.microsoft.com/office/drawing/2014/main" id="{C96126A4-A7E9-2C48-A926-0265CA5224BB}"/>
              </a:ext>
            </a:extLst>
          </p:cNvPr>
          <p:cNvSpPr/>
          <p:nvPr/>
        </p:nvSpPr>
        <p:spPr>
          <a:xfrm rot="16200000">
            <a:off x="4365255" y="980227"/>
            <a:ext cx="371735" cy="371735"/>
          </a:xfrm>
          <a:prstGeom prst="flowChartDelay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8597A93E-71DF-3241-96DF-1AD175447F10}"/>
              </a:ext>
            </a:extLst>
          </p:cNvPr>
          <p:cNvSpPr/>
          <p:nvPr/>
        </p:nvSpPr>
        <p:spPr>
          <a:xfrm>
            <a:off x="4436628" y="804222"/>
            <a:ext cx="231657" cy="23165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B917ECEF-C319-DA40-8155-D7117D7E2D5C}"/>
              </a:ext>
            </a:extLst>
          </p:cNvPr>
          <p:cNvSpPr/>
          <p:nvPr/>
        </p:nvSpPr>
        <p:spPr>
          <a:xfrm>
            <a:off x="2604870" y="1159367"/>
            <a:ext cx="219395" cy="145931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CA90E99-87F4-B74F-93CC-BCE0E8A28FE7}"/>
              </a:ext>
            </a:extLst>
          </p:cNvPr>
          <p:cNvGrpSpPr/>
          <p:nvPr/>
        </p:nvGrpSpPr>
        <p:grpSpPr>
          <a:xfrm>
            <a:off x="2230334" y="554982"/>
            <a:ext cx="253935" cy="253935"/>
            <a:chOff x="6551378" y="3197335"/>
            <a:chExt cx="329340" cy="329340"/>
          </a:xfrm>
        </p:grpSpPr>
        <p:sp>
          <p:nvSpPr>
            <p:cNvPr id="6" name="Pie 5">
              <a:extLst>
                <a:ext uri="{FF2B5EF4-FFF2-40B4-BE49-F238E27FC236}">
                  <a16:creationId xmlns:a16="http://schemas.microsoft.com/office/drawing/2014/main" id="{66B0E048-65DB-C349-8D0B-986DB8F6715C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6340808"/>
                <a:gd name="adj2" fmla="val 17584692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2" name="Pie 321">
              <a:extLst>
                <a:ext uri="{FF2B5EF4-FFF2-40B4-BE49-F238E27FC236}">
                  <a16:creationId xmlns:a16="http://schemas.microsoft.com/office/drawing/2014/main" id="{D58CFE91-552C-284F-8704-1E72136702EC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17544030"/>
                <a:gd name="adj2" fmla="val 227552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3" name="Pie 322">
              <a:extLst>
                <a:ext uri="{FF2B5EF4-FFF2-40B4-BE49-F238E27FC236}">
                  <a16:creationId xmlns:a16="http://schemas.microsoft.com/office/drawing/2014/main" id="{54B5AC53-3D82-5242-BA1B-0B709E92B731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296122"/>
                <a:gd name="adj2" fmla="val 6282804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261FEB-59BB-BD4F-AD38-259584DABA39}"/>
              </a:ext>
            </a:extLst>
          </p:cNvPr>
          <p:cNvGrpSpPr/>
          <p:nvPr/>
        </p:nvGrpSpPr>
        <p:grpSpPr>
          <a:xfrm>
            <a:off x="2907099" y="558384"/>
            <a:ext cx="286951" cy="237429"/>
            <a:chOff x="5770832" y="1511977"/>
            <a:chExt cx="346385" cy="234887"/>
          </a:xfrm>
        </p:grpSpPr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5E019487-0FCF-A940-90E3-149499AD38AE}"/>
                </a:ext>
              </a:extLst>
            </p:cNvPr>
            <p:cNvSpPr/>
            <p:nvPr/>
          </p:nvSpPr>
          <p:spPr>
            <a:xfrm>
              <a:off x="5803713" y="1511977"/>
              <a:ext cx="67891" cy="226167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282151A5-E564-DA4B-A2E2-E5BBD7F47A41}"/>
                </a:ext>
              </a:extLst>
            </p:cNvPr>
            <p:cNvSpPr/>
            <p:nvPr/>
          </p:nvSpPr>
          <p:spPr>
            <a:xfrm>
              <a:off x="5905943" y="1597910"/>
              <a:ext cx="74277" cy="140234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9D69468-EFCF-5C43-8E9E-B89B6E1D55CE}"/>
                </a:ext>
              </a:extLst>
            </p:cNvPr>
            <p:cNvSpPr/>
            <p:nvPr/>
          </p:nvSpPr>
          <p:spPr>
            <a:xfrm>
              <a:off x="6008601" y="1660525"/>
              <a:ext cx="79854" cy="76204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A71D8FCF-D847-094D-A397-7759DF7BCB2C}"/>
                </a:ext>
              </a:extLst>
            </p:cNvPr>
            <p:cNvSpPr/>
            <p:nvPr/>
          </p:nvSpPr>
          <p:spPr>
            <a:xfrm>
              <a:off x="5770832" y="1710864"/>
              <a:ext cx="346385" cy="36000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6" name="Oval 335">
            <a:extLst>
              <a:ext uri="{FF2B5EF4-FFF2-40B4-BE49-F238E27FC236}">
                <a16:creationId xmlns:a16="http://schemas.microsoft.com/office/drawing/2014/main" id="{3D3D7C07-5512-E743-BC27-6787F937ED43}"/>
              </a:ext>
            </a:extLst>
          </p:cNvPr>
          <p:cNvSpPr/>
          <p:nvPr/>
        </p:nvSpPr>
        <p:spPr>
          <a:xfrm>
            <a:off x="3679759" y="1209485"/>
            <a:ext cx="45719" cy="45719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01A249-E5B2-EA4E-B402-6A0929E4A86F}"/>
              </a:ext>
            </a:extLst>
          </p:cNvPr>
          <p:cNvGrpSpPr/>
          <p:nvPr/>
        </p:nvGrpSpPr>
        <p:grpSpPr>
          <a:xfrm>
            <a:off x="2907027" y="847007"/>
            <a:ext cx="267270" cy="254804"/>
            <a:chOff x="6415401" y="1754330"/>
            <a:chExt cx="302090" cy="288000"/>
          </a:xfrm>
        </p:grpSpPr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7786ADAC-2765-2940-80F3-FD678042B804}"/>
                </a:ext>
              </a:extLst>
            </p:cNvPr>
            <p:cNvSpPr/>
            <p:nvPr/>
          </p:nvSpPr>
          <p:spPr>
            <a:xfrm>
              <a:off x="6429491" y="2024330"/>
              <a:ext cx="288000" cy="18000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FD33CE85-0452-5A4B-BAA8-219654EB6857}"/>
                </a:ext>
              </a:extLst>
            </p:cNvPr>
            <p:cNvSpPr/>
            <p:nvPr/>
          </p:nvSpPr>
          <p:spPr>
            <a:xfrm rot="5400000">
              <a:off x="6289814" y="1889330"/>
              <a:ext cx="288000" cy="18000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C9F6681D-79C9-9F41-A21C-A115BA16FFFA}"/>
                </a:ext>
              </a:extLst>
            </p:cNvPr>
            <p:cNvSpPr/>
            <p:nvPr/>
          </p:nvSpPr>
          <p:spPr>
            <a:xfrm rot="19077046">
              <a:off x="6415401" y="1884276"/>
              <a:ext cx="288000" cy="18000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043F2A82-4F26-F241-A78C-1E05AA3E4DCB}"/>
                </a:ext>
              </a:extLst>
            </p:cNvPr>
            <p:cNvSpPr/>
            <p:nvPr/>
          </p:nvSpPr>
          <p:spPr>
            <a:xfrm>
              <a:off x="6472750" y="1878430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1F55BF94-EEC1-0645-9A39-E51D51155641}"/>
                </a:ext>
              </a:extLst>
            </p:cNvPr>
            <p:cNvSpPr/>
            <p:nvPr/>
          </p:nvSpPr>
          <p:spPr>
            <a:xfrm>
              <a:off x="6527050" y="1819949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025F8857-C526-7D4D-AE51-19FD4B9E5085}"/>
                </a:ext>
              </a:extLst>
            </p:cNvPr>
            <p:cNvSpPr/>
            <p:nvPr/>
          </p:nvSpPr>
          <p:spPr>
            <a:xfrm>
              <a:off x="6540673" y="1888255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65F4F648-ECF4-3A43-AC0F-2D263F636458}"/>
                </a:ext>
              </a:extLst>
            </p:cNvPr>
            <p:cNvSpPr/>
            <p:nvPr/>
          </p:nvSpPr>
          <p:spPr>
            <a:xfrm>
              <a:off x="6456113" y="1953950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A9592B0B-DA8B-9743-807C-E4C6D9122B9B}"/>
                </a:ext>
              </a:extLst>
            </p:cNvPr>
            <p:cNvSpPr/>
            <p:nvPr/>
          </p:nvSpPr>
          <p:spPr>
            <a:xfrm>
              <a:off x="6515244" y="1941800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A52EF208-279C-F140-BAAE-1534DDAA3651}"/>
                </a:ext>
              </a:extLst>
            </p:cNvPr>
            <p:cNvSpPr/>
            <p:nvPr/>
          </p:nvSpPr>
          <p:spPr>
            <a:xfrm>
              <a:off x="6582490" y="1809229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3C26B4E7-C18B-B44B-B9E8-01A9FFC7B432}"/>
                </a:ext>
              </a:extLst>
            </p:cNvPr>
            <p:cNvSpPr/>
            <p:nvPr/>
          </p:nvSpPr>
          <p:spPr>
            <a:xfrm>
              <a:off x="6605737" y="1874242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E4D49779-80DD-3A49-BCB9-A0AF4BE7EC2F}"/>
                </a:ext>
              </a:extLst>
            </p:cNvPr>
            <p:cNvSpPr/>
            <p:nvPr/>
          </p:nvSpPr>
          <p:spPr>
            <a:xfrm>
              <a:off x="6651456" y="1813910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400E5E7-4DC2-D94A-9BDD-0D03B2AF9A85}"/>
              </a:ext>
            </a:extLst>
          </p:cNvPr>
          <p:cNvGrpSpPr/>
          <p:nvPr/>
        </p:nvGrpSpPr>
        <p:grpSpPr>
          <a:xfrm>
            <a:off x="2548200" y="648182"/>
            <a:ext cx="308405" cy="276820"/>
            <a:chOff x="6036208" y="46177"/>
            <a:chExt cx="1095709" cy="983494"/>
          </a:xfrm>
        </p:grpSpPr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712FAD15-32A6-3048-B24C-11C971F11B77}"/>
                </a:ext>
              </a:extLst>
            </p:cNvPr>
            <p:cNvSpPr/>
            <p:nvPr/>
          </p:nvSpPr>
          <p:spPr>
            <a:xfrm>
              <a:off x="6036208" y="753273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7FEAB231-A4B5-5D41-8E09-EDE7F2EE2E84}"/>
                </a:ext>
              </a:extLst>
            </p:cNvPr>
            <p:cNvSpPr/>
            <p:nvPr/>
          </p:nvSpPr>
          <p:spPr>
            <a:xfrm>
              <a:off x="6145905" y="603595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047F767B-CF6E-CF49-9F07-635249395065}"/>
                </a:ext>
              </a:extLst>
            </p:cNvPr>
            <p:cNvSpPr/>
            <p:nvPr/>
          </p:nvSpPr>
          <p:spPr>
            <a:xfrm>
              <a:off x="6246637" y="781924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9C1D4624-7839-0C4B-8E35-88C8D282A36A}"/>
                </a:ext>
              </a:extLst>
            </p:cNvPr>
            <p:cNvSpPr/>
            <p:nvPr/>
          </p:nvSpPr>
          <p:spPr>
            <a:xfrm>
              <a:off x="6828809" y="666551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0033C45E-B377-4A44-B1A3-B1B8CFB110C5}"/>
                </a:ext>
              </a:extLst>
            </p:cNvPr>
            <p:cNvSpPr/>
            <p:nvPr/>
          </p:nvSpPr>
          <p:spPr>
            <a:xfrm>
              <a:off x="6632209" y="251836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32751C09-0654-854D-97F6-00DFDAFDAAE1}"/>
                </a:ext>
              </a:extLst>
            </p:cNvPr>
            <p:cNvSpPr/>
            <p:nvPr/>
          </p:nvSpPr>
          <p:spPr>
            <a:xfrm>
              <a:off x="6482580" y="102785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A0092145-9AD9-F04E-AFA5-A23F3463EAF1}"/>
                </a:ext>
              </a:extLst>
            </p:cNvPr>
            <p:cNvSpPr/>
            <p:nvPr/>
          </p:nvSpPr>
          <p:spPr>
            <a:xfrm>
              <a:off x="6133741" y="917709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83B2C433-403B-DB43-B140-388FAD9B0C13}"/>
                </a:ext>
              </a:extLst>
            </p:cNvPr>
            <p:cNvSpPr/>
            <p:nvPr/>
          </p:nvSpPr>
          <p:spPr>
            <a:xfrm>
              <a:off x="6684500" y="46177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576D143A-BC2A-6144-AC65-D5594323FA2E}"/>
                </a:ext>
              </a:extLst>
            </p:cNvPr>
            <p:cNvSpPr/>
            <p:nvPr/>
          </p:nvSpPr>
          <p:spPr>
            <a:xfrm>
              <a:off x="6828809" y="195855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373EBBAF-BE27-524C-B6A4-CD15B042F2CB}"/>
                </a:ext>
              </a:extLst>
            </p:cNvPr>
            <p:cNvSpPr/>
            <p:nvPr/>
          </p:nvSpPr>
          <p:spPr>
            <a:xfrm>
              <a:off x="6876646" y="844319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FBF1EB9D-80F1-B644-AF69-4B48BB7AC6F0}"/>
                </a:ext>
              </a:extLst>
            </p:cNvPr>
            <p:cNvSpPr/>
            <p:nvPr/>
          </p:nvSpPr>
          <p:spPr>
            <a:xfrm>
              <a:off x="7019955" y="719091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D0ABFA47-7015-084C-B3FA-13118A9904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3298" y="308517"/>
              <a:ext cx="211874" cy="40144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25E19094-29EB-F74D-929C-69B1E9117195}"/>
                </a:ext>
              </a:extLst>
            </p:cNvPr>
            <p:cNvCxnSpPr>
              <a:cxnSpLocks/>
            </p:cNvCxnSpPr>
            <p:nvPr/>
          </p:nvCxnSpPr>
          <p:spPr>
            <a:xfrm>
              <a:off x="6895171" y="728546"/>
              <a:ext cx="37171" cy="1709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B28FEDC9-9F31-9B46-9F58-D764E22ACC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4020" y="709961"/>
              <a:ext cx="193287" cy="631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675F4B-A4DE-9F42-8DEF-D549EBA068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3298" y="252761"/>
              <a:ext cx="204439" cy="557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1890E040-C52A-B342-BC43-2A45313145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7015" y="107795"/>
              <a:ext cx="55756" cy="2155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01DC94F6-16D2-284D-8DE9-C6C2970A070F}"/>
                </a:ext>
              </a:extLst>
            </p:cNvPr>
            <p:cNvCxnSpPr>
              <a:cxnSpLocks/>
            </p:cNvCxnSpPr>
            <p:nvPr/>
          </p:nvCxnSpPr>
          <p:spPr>
            <a:xfrm>
              <a:off x="6538332" y="159834"/>
              <a:ext cx="144966" cy="152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02AFA303-BA1B-D640-A702-37E64EBE25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1230" y="654205"/>
              <a:ext cx="96643" cy="1784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D4407130-C8C1-D946-99D2-B2AB61A6CB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4849" y="814039"/>
              <a:ext cx="226741" cy="148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39812A9F-9486-2342-BEE2-776311DFD1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927" y="828907"/>
              <a:ext cx="115229" cy="1449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14AD00E4-4BD4-DA4E-BC36-7D0A912510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732263"/>
              <a:ext cx="591014" cy="1077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F08E17F4-9E85-9548-A15B-6B3E897D67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315951"/>
              <a:ext cx="382858" cy="5203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3E5906-2637-0844-9010-D6CC37A8D52A}"/>
              </a:ext>
            </a:extLst>
          </p:cNvPr>
          <p:cNvGrpSpPr/>
          <p:nvPr/>
        </p:nvGrpSpPr>
        <p:grpSpPr>
          <a:xfrm>
            <a:off x="2244830" y="866057"/>
            <a:ext cx="263420" cy="227118"/>
            <a:chOff x="5991135" y="379095"/>
            <a:chExt cx="271158" cy="266825"/>
          </a:xfrm>
        </p:grpSpPr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D54C38B-A222-434D-AF0C-80FBD55C2C3D}"/>
                </a:ext>
              </a:extLst>
            </p:cNvPr>
            <p:cNvSpPr/>
            <p:nvPr/>
          </p:nvSpPr>
          <p:spPr>
            <a:xfrm>
              <a:off x="6020438" y="530956"/>
              <a:ext cx="193380" cy="79093"/>
            </a:xfrm>
            <a:custGeom>
              <a:avLst/>
              <a:gdLst>
                <a:gd name="connsiteX0" fmla="*/ 0 w 204717"/>
                <a:gd name="connsiteY0" fmla="*/ 77498 h 95713"/>
                <a:gd name="connsiteX1" fmla="*/ 113732 w 204717"/>
                <a:gd name="connsiteY1" fmla="*/ 161 h 95713"/>
                <a:gd name="connsiteX2" fmla="*/ 204717 w 204717"/>
                <a:gd name="connsiteY2" fmla="*/ 95695 h 95713"/>
                <a:gd name="connsiteX0" fmla="*/ 0 w 211879"/>
                <a:gd name="connsiteY0" fmla="*/ 77498 h 77498"/>
                <a:gd name="connsiteX1" fmla="*/ 113732 w 211879"/>
                <a:gd name="connsiteY1" fmla="*/ 161 h 77498"/>
                <a:gd name="connsiteX2" fmla="*/ 211879 w 211879"/>
                <a:gd name="connsiteY2" fmla="*/ 55491 h 77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879" h="77498">
                  <a:moveTo>
                    <a:pt x="0" y="77498"/>
                  </a:moveTo>
                  <a:cubicBezTo>
                    <a:pt x="39806" y="37313"/>
                    <a:pt x="79613" y="-2872"/>
                    <a:pt x="113732" y="161"/>
                  </a:cubicBezTo>
                  <a:cubicBezTo>
                    <a:pt x="147851" y="3194"/>
                    <a:pt x="173969" y="57008"/>
                    <a:pt x="211879" y="5549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0CB491E-7D12-304A-8DFF-45FBBAB050BC}"/>
                </a:ext>
              </a:extLst>
            </p:cNvPr>
            <p:cNvGrpSpPr/>
            <p:nvPr/>
          </p:nvGrpSpPr>
          <p:grpSpPr>
            <a:xfrm>
              <a:off x="5991135" y="379095"/>
              <a:ext cx="271158" cy="266825"/>
              <a:chOff x="6576522" y="1927904"/>
              <a:chExt cx="271158" cy="266825"/>
            </a:xfrm>
          </p:grpSpPr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D1F97634-48A1-C44B-991A-973AD5C9266B}"/>
                  </a:ext>
                </a:extLst>
              </p:cNvPr>
              <p:cNvSpPr/>
              <p:nvPr/>
            </p:nvSpPr>
            <p:spPr>
              <a:xfrm>
                <a:off x="6580855" y="2178052"/>
                <a:ext cx="266825" cy="16677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6046BAB3-DE8F-F549-B814-46D0DBEAEA10}"/>
                  </a:ext>
                </a:extLst>
              </p:cNvPr>
              <p:cNvSpPr/>
              <p:nvPr/>
            </p:nvSpPr>
            <p:spPr>
              <a:xfrm rot="5400000">
                <a:off x="6451448" y="2052978"/>
                <a:ext cx="266825" cy="16677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03A33D91-331C-7F4E-BC08-23AD492962CC}"/>
                </a:ext>
              </a:extLst>
            </p:cNvPr>
            <p:cNvSpPr/>
            <p:nvPr/>
          </p:nvSpPr>
          <p:spPr>
            <a:xfrm>
              <a:off x="6019329" y="430945"/>
              <a:ext cx="203739" cy="126412"/>
            </a:xfrm>
            <a:custGeom>
              <a:avLst/>
              <a:gdLst>
                <a:gd name="connsiteX0" fmla="*/ 0 w 204717"/>
                <a:gd name="connsiteY0" fmla="*/ 77498 h 95713"/>
                <a:gd name="connsiteX1" fmla="*/ 113732 w 204717"/>
                <a:gd name="connsiteY1" fmla="*/ 161 h 95713"/>
                <a:gd name="connsiteX2" fmla="*/ 204717 w 204717"/>
                <a:gd name="connsiteY2" fmla="*/ 95695 h 95713"/>
                <a:gd name="connsiteX0" fmla="*/ 0 w 204717"/>
                <a:gd name="connsiteY0" fmla="*/ 96103 h 96103"/>
                <a:gd name="connsiteX1" fmla="*/ 113732 w 204717"/>
                <a:gd name="connsiteY1" fmla="*/ 18766 h 96103"/>
                <a:gd name="connsiteX2" fmla="*/ 204717 w 204717"/>
                <a:gd name="connsiteY2" fmla="*/ 0 h 96103"/>
                <a:gd name="connsiteX0" fmla="*/ 0 w 204717"/>
                <a:gd name="connsiteY0" fmla="*/ 96103 h 96103"/>
                <a:gd name="connsiteX1" fmla="*/ 94682 w 204717"/>
                <a:gd name="connsiteY1" fmla="*/ 25116 h 96103"/>
                <a:gd name="connsiteX2" fmla="*/ 204717 w 204717"/>
                <a:gd name="connsiteY2" fmla="*/ 0 h 96103"/>
                <a:gd name="connsiteX0" fmla="*/ 0 w 204717"/>
                <a:gd name="connsiteY0" fmla="*/ 96103 h 96103"/>
                <a:gd name="connsiteX1" fmla="*/ 204717 w 204717"/>
                <a:gd name="connsiteY1" fmla="*/ 0 h 96103"/>
                <a:gd name="connsiteX0" fmla="*/ 0 w 204717"/>
                <a:gd name="connsiteY0" fmla="*/ 125944 h 125944"/>
                <a:gd name="connsiteX1" fmla="*/ 204717 w 204717"/>
                <a:gd name="connsiteY1" fmla="*/ 0 h 125944"/>
                <a:gd name="connsiteX0" fmla="*/ 0 w 204717"/>
                <a:gd name="connsiteY0" fmla="*/ 125944 h 125944"/>
                <a:gd name="connsiteX1" fmla="*/ 204717 w 204717"/>
                <a:gd name="connsiteY1" fmla="*/ 0 h 125944"/>
                <a:gd name="connsiteX0" fmla="*/ 0 w 207985"/>
                <a:gd name="connsiteY0" fmla="*/ 148324 h 148324"/>
                <a:gd name="connsiteX1" fmla="*/ 207985 w 207985"/>
                <a:gd name="connsiteY1" fmla="*/ 0 h 148324"/>
                <a:gd name="connsiteX0" fmla="*/ 0 w 207985"/>
                <a:gd name="connsiteY0" fmla="*/ 148324 h 148324"/>
                <a:gd name="connsiteX1" fmla="*/ 207985 w 207985"/>
                <a:gd name="connsiteY1" fmla="*/ 0 h 148324"/>
                <a:gd name="connsiteX0" fmla="*/ 0 w 221058"/>
                <a:gd name="connsiteY0" fmla="*/ 215465 h 215465"/>
                <a:gd name="connsiteX1" fmla="*/ 221058 w 221058"/>
                <a:gd name="connsiteY1" fmla="*/ 0 h 215465"/>
                <a:gd name="connsiteX0" fmla="*/ 0 w 235067"/>
                <a:gd name="connsiteY0" fmla="*/ 174109 h 174109"/>
                <a:gd name="connsiteX1" fmla="*/ 235067 w 235067"/>
                <a:gd name="connsiteY1" fmla="*/ 0 h 174109"/>
                <a:gd name="connsiteX0" fmla="*/ 0 w 291104"/>
                <a:gd name="connsiteY0" fmla="*/ 155728 h 155728"/>
                <a:gd name="connsiteX1" fmla="*/ 291104 w 291104"/>
                <a:gd name="connsiteY1" fmla="*/ 0 h 15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1104" h="155728">
                  <a:moveTo>
                    <a:pt x="0" y="155728"/>
                  </a:moveTo>
                  <a:cubicBezTo>
                    <a:pt x="58434" y="87636"/>
                    <a:pt x="180377" y="23331"/>
                    <a:pt x="29110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7" name="Trapezium 386">
            <a:extLst>
              <a:ext uri="{FF2B5EF4-FFF2-40B4-BE49-F238E27FC236}">
                <a16:creationId xmlns:a16="http://schemas.microsoft.com/office/drawing/2014/main" id="{8B316038-FA38-E147-B679-469A1134A612}"/>
              </a:ext>
            </a:extLst>
          </p:cNvPr>
          <p:cNvSpPr/>
          <p:nvPr/>
        </p:nvSpPr>
        <p:spPr>
          <a:xfrm>
            <a:off x="3586768" y="1203618"/>
            <a:ext cx="1334482" cy="458616"/>
          </a:xfrm>
          <a:prstGeom prst="trapezoid">
            <a:avLst>
              <a:gd name="adj" fmla="val 21512"/>
            </a:avLst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46C44523-1B62-2440-B4D2-B78E5DD3947C}"/>
              </a:ext>
            </a:extLst>
          </p:cNvPr>
          <p:cNvSpPr/>
          <p:nvPr/>
        </p:nvSpPr>
        <p:spPr>
          <a:xfrm>
            <a:off x="5026168" y="404151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2DA6A98F-58B7-4942-85F1-49F2AF303FDA}"/>
              </a:ext>
            </a:extLst>
          </p:cNvPr>
          <p:cNvSpPr/>
          <p:nvPr/>
        </p:nvSpPr>
        <p:spPr>
          <a:xfrm>
            <a:off x="6499367" y="398284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D051AFCC-4177-3D46-9E1A-EEC0A139EB76}"/>
              </a:ext>
            </a:extLst>
          </p:cNvPr>
          <p:cNvGrpSpPr/>
          <p:nvPr/>
        </p:nvGrpSpPr>
        <p:grpSpPr>
          <a:xfrm rot="20689380">
            <a:off x="6715377" y="599304"/>
            <a:ext cx="744260" cy="984696"/>
            <a:chOff x="7855592" y="4677715"/>
            <a:chExt cx="673850" cy="891540"/>
          </a:xfrm>
        </p:grpSpPr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99BEE4EC-2145-6440-BC26-95154BE25AD6}"/>
                </a:ext>
              </a:extLst>
            </p:cNvPr>
            <p:cNvSpPr/>
            <p:nvPr/>
          </p:nvSpPr>
          <p:spPr>
            <a:xfrm>
              <a:off x="7855592" y="4677715"/>
              <a:ext cx="673850" cy="89154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6E406136-3EDA-3E4E-B212-BFD7FC6E314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777" y="4782458"/>
              <a:ext cx="4710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62443FEF-DD48-124C-B884-D36CE17C8BE7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89005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01477741-D1E6-5C43-96CD-592A909E6499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96496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7F2C6F3A-D0ED-4F4D-9C79-73210A813368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03988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623BD3B9-A7A0-4A42-8058-2DE10FD2965A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14798"/>
              <a:ext cx="11982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25DA45B3-89C6-F24B-81F1-19EBFB496784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897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8604B24C-6E17-074E-BD51-01310918D23E}"/>
                </a:ext>
              </a:extLst>
            </p:cNvPr>
            <p:cNvCxnSpPr>
              <a:cxnSpLocks/>
            </p:cNvCxnSpPr>
            <p:nvPr/>
          </p:nvCxnSpPr>
          <p:spPr>
            <a:xfrm>
              <a:off x="8222293" y="5146661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737C04F7-824F-3942-A6BC-0B8FAF544E38}"/>
                </a:ext>
              </a:extLst>
            </p:cNvPr>
            <p:cNvCxnSpPr>
              <a:cxnSpLocks/>
            </p:cNvCxnSpPr>
            <p:nvPr/>
          </p:nvCxnSpPr>
          <p:spPr>
            <a:xfrm>
              <a:off x="8220877" y="5242531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D2D94B61-8DB3-7E42-BE0F-3A35DF2CAAFE}"/>
                </a:ext>
              </a:extLst>
            </p:cNvPr>
            <p:cNvCxnSpPr>
              <a:cxnSpLocks/>
            </p:cNvCxnSpPr>
            <p:nvPr/>
          </p:nvCxnSpPr>
          <p:spPr>
            <a:xfrm>
              <a:off x="8229567" y="5332608"/>
              <a:ext cx="10297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BE19146D-996D-2D4F-9363-B7C7977454C8}"/>
                </a:ext>
              </a:extLst>
            </p:cNvPr>
            <p:cNvSpPr/>
            <p:nvPr/>
          </p:nvSpPr>
          <p:spPr>
            <a:xfrm>
              <a:off x="8217916" y="487489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FB8A849A-9FD9-2B49-9EE3-1AE4ED3D9C12}"/>
                </a:ext>
              </a:extLst>
            </p:cNvPr>
            <p:cNvSpPr/>
            <p:nvPr/>
          </p:nvSpPr>
          <p:spPr>
            <a:xfrm>
              <a:off x="7952777" y="532582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B8197190-37B6-1546-B4BD-4A78AC0BF589}"/>
                </a:ext>
              </a:extLst>
            </p:cNvPr>
            <p:cNvSpPr/>
            <p:nvPr/>
          </p:nvSpPr>
          <p:spPr>
            <a:xfrm>
              <a:off x="8258294" y="4932781"/>
              <a:ext cx="54034" cy="121628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E7333CD6-A606-154D-A0CB-5BECA539E7D3}"/>
                </a:ext>
              </a:extLst>
            </p:cNvPr>
            <p:cNvSpPr/>
            <p:nvPr/>
          </p:nvSpPr>
          <p:spPr>
            <a:xfrm>
              <a:off x="8333603" y="4980015"/>
              <a:ext cx="50859" cy="72864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2A841E6-6BFB-CB49-BC9C-B28F567D4449}"/>
                </a:ext>
              </a:extLst>
            </p:cNvPr>
            <p:cNvGrpSpPr/>
            <p:nvPr/>
          </p:nvGrpSpPr>
          <p:grpSpPr>
            <a:xfrm>
              <a:off x="8015345" y="5358023"/>
              <a:ext cx="116581" cy="132641"/>
              <a:chOff x="7996008" y="5361761"/>
              <a:chExt cx="197081" cy="132641"/>
            </a:xfrm>
          </p:grpSpPr>
          <p:cxnSp>
            <p:nvCxnSpPr>
              <p:cNvPr id="448" name="Elbow Connector 447">
                <a:extLst>
                  <a:ext uri="{FF2B5EF4-FFF2-40B4-BE49-F238E27FC236}">
                    <a16:creationId xmlns:a16="http://schemas.microsoft.com/office/drawing/2014/main" id="{234ABCB8-40A5-B24C-AB4D-82CD8FD1199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9" name="Triangle 448">
                <a:extLst>
                  <a:ext uri="{FF2B5EF4-FFF2-40B4-BE49-F238E27FC236}">
                    <a16:creationId xmlns:a16="http://schemas.microsoft.com/office/drawing/2014/main" id="{1363B843-D839-4742-A6A7-5F66AF62D480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A51DA60-C249-554B-909A-5F25539367D9}"/>
              </a:ext>
            </a:extLst>
          </p:cNvPr>
          <p:cNvGrpSpPr/>
          <p:nvPr/>
        </p:nvGrpSpPr>
        <p:grpSpPr>
          <a:xfrm rot="18597694">
            <a:off x="7187760" y="926914"/>
            <a:ext cx="703651" cy="165423"/>
            <a:chOff x="10773793" y="1012310"/>
            <a:chExt cx="637083" cy="149773"/>
          </a:xfrm>
        </p:grpSpPr>
        <p:sp>
          <p:nvSpPr>
            <p:cNvPr id="90" name="Triangle 89">
              <a:extLst>
                <a:ext uri="{FF2B5EF4-FFF2-40B4-BE49-F238E27FC236}">
                  <a16:creationId xmlns:a16="http://schemas.microsoft.com/office/drawing/2014/main" id="{BB9990F6-1444-6444-9D21-F2C67575C14C}"/>
                </a:ext>
              </a:extLst>
            </p:cNvPr>
            <p:cNvSpPr/>
            <p:nvPr/>
          </p:nvSpPr>
          <p:spPr>
            <a:xfrm rot="16200000">
              <a:off x="10776787" y="1009625"/>
              <a:ext cx="149462" cy="155449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Terminator 451">
              <a:extLst>
                <a:ext uri="{FF2B5EF4-FFF2-40B4-BE49-F238E27FC236}">
                  <a16:creationId xmlns:a16="http://schemas.microsoft.com/office/drawing/2014/main" id="{1EFF2F44-E7AE-A04D-B0A8-983B77A24F37}"/>
                </a:ext>
              </a:extLst>
            </p:cNvPr>
            <p:cNvSpPr/>
            <p:nvPr/>
          </p:nvSpPr>
          <p:spPr>
            <a:xfrm>
              <a:off x="10892644" y="1012620"/>
              <a:ext cx="452919" cy="149463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Terminator 453">
              <a:extLst>
                <a:ext uri="{FF2B5EF4-FFF2-40B4-BE49-F238E27FC236}">
                  <a16:creationId xmlns:a16="http://schemas.microsoft.com/office/drawing/2014/main" id="{E28A6CA3-5EFE-5B41-A549-2ABC453DBD35}"/>
                </a:ext>
              </a:extLst>
            </p:cNvPr>
            <p:cNvSpPr/>
            <p:nvPr/>
          </p:nvSpPr>
          <p:spPr>
            <a:xfrm>
              <a:off x="11302220" y="1012310"/>
              <a:ext cx="108656" cy="149463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5" name="Terminator 454">
            <a:extLst>
              <a:ext uri="{FF2B5EF4-FFF2-40B4-BE49-F238E27FC236}">
                <a16:creationId xmlns:a16="http://schemas.microsoft.com/office/drawing/2014/main" id="{22B84F5A-89DB-B546-A4B3-BB93AB752855}"/>
              </a:ext>
            </a:extLst>
          </p:cNvPr>
          <p:cNvSpPr/>
          <p:nvPr/>
        </p:nvSpPr>
        <p:spPr>
          <a:xfrm rot="19606244">
            <a:off x="3654532" y="4666065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Delay 457">
            <a:extLst>
              <a:ext uri="{FF2B5EF4-FFF2-40B4-BE49-F238E27FC236}">
                <a16:creationId xmlns:a16="http://schemas.microsoft.com/office/drawing/2014/main" id="{002BD4FB-CF87-7743-B384-DBC35A712C75}"/>
              </a:ext>
            </a:extLst>
          </p:cNvPr>
          <p:cNvSpPr/>
          <p:nvPr/>
        </p:nvSpPr>
        <p:spPr>
          <a:xfrm rot="16200000">
            <a:off x="3361316" y="4740002"/>
            <a:ext cx="514626" cy="424985"/>
          </a:xfrm>
          <a:prstGeom prst="flowChartDelay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9" name="Delay 458">
            <a:extLst>
              <a:ext uri="{FF2B5EF4-FFF2-40B4-BE49-F238E27FC236}">
                <a16:creationId xmlns:a16="http://schemas.microsoft.com/office/drawing/2014/main" id="{FD7B5B01-7EC4-5342-95E0-7E024F03D924}"/>
              </a:ext>
            </a:extLst>
          </p:cNvPr>
          <p:cNvSpPr/>
          <p:nvPr/>
        </p:nvSpPr>
        <p:spPr>
          <a:xfrm rot="16200000">
            <a:off x="3298898" y="5204459"/>
            <a:ext cx="371735" cy="371735"/>
          </a:xfrm>
          <a:prstGeom prst="flowChartDelay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Delay 459">
            <a:extLst>
              <a:ext uri="{FF2B5EF4-FFF2-40B4-BE49-F238E27FC236}">
                <a16:creationId xmlns:a16="http://schemas.microsoft.com/office/drawing/2014/main" id="{6E8EE23C-5DBC-1A47-9177-2504F40775BB}"/>
              </a:ext>
            </a:extLst>
          </p:cNvPr>
          <p:cNvSpPr/>
          <p:nvPr/>
        </p:nvSpPr>
        <p:spPr>
          <a:xfrm rot="16200000">
            <a:off x="3702212" y="5204458"/>
            <a:ext cx="371735" cy="371735"/>
          </a:xfrm>
          <a:prstGeom prst="flowChartDelay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Delay 460">
            <a:extLst>
              <a:ext uri="{FF2B5EF4-FFF2-40B4-BE49-F238E27FC236}">
                <a16:creationId xmlns:a16="http://schemas.microsoft.com/office/drawing/2014/main" id="{D406783A-74B3-334A-B14A-123F7CA91A22}"/>
              </a:ext>
            </a:extLst>
          </p:cNvPr>
          <p:cNvSpPr/>
          <p:nvPr/>
        </p:nvSpPr>
        <p:spPr>
          <a:xfrm rot="16200000">
            <a:off x="4096000" y="5204458"/>
            <a:ext cx="371735" cy="371735"/>
          </a:xfrm>
          <a:prstGeom prst="flowChartDelay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344C9214-C320-D54D-8235-7D276DE6D701}"/>
              </a:ext>
            </a:extLst>
          </p:cNvPr>
          <p:cNvSpPr/>
          <p:nvPr/>
        </p:nvSpPr>
        <p:spPr>
          <a:xfrm>
            <a:off x="3368937" y="5015778"/>
            <a:ext cx="231657" cy="23165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5E1A623B-E5B8-564E-AA8C-7DBE84BFDD0C}"/>
              </a:ext>
            </a:extLst>
          </p:cNvPr>
          <p:cNvSpPr/>
          <p:nvPr/>
        </p:nvSpPr>
        <p:spPr>
          <a:xfrm>
            <a:off x="3772252" y="5015777"/>
            <a:ext cx="231657" cy="23165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0C14981F-1D6D-B340-9745-A5D37B3660A5}"/>
              </a:ext>
            </a:extLst>
          </p:cNvPr>
          <p:cNvSpPr/>
          <p:nvPr/>
        </p:nvSpPr>
        <p:spPr>
          <a:xfrm>
            <a:off x="4166038" y="5012805"/>
            <a:ext cx="231657" cy="23165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97E81B80-DB7E-AA4D-A32F-0D15B4BE0448}"/>
              </a:ext>
            </a:extLst>
          </p:cNvPr>
          <p:cNvSpPr/>
          <p:nvPr/>
        </p:nvSpPr>
        <p:spPr>
          <a:xfrm>
            <a:off x="3463718" y="4405873"/>
            <a:ext cx="316756" cy="31675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FA2EBF47-869D-9C44-B96C-6CB492C2B824}"/>
              </a:ext>
            </a:extLst>
          </p:cNvPr>
          <p:cNvGrpSpPr/>
          <p:nvPr/>
        </p:nvGrpSpPr>
        <p:grpSpPr>
          <a:xfrm>
            <a:off x="637959" y="624824"/>
            <a:ext cx="837730" cy="1050292"/>
            <a:chOff x="10033589" y="4049291"/>
            <a:chExt cx="1172496" cy="1469999"/>
          </a:xfrm>
        </p:grpSpPr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55ADEE11-99A2-B24C-9AC5-7C6386618F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89872" y="4137919"/>
              <a:ext cx="316213" cy="919807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A40072E4-22E4-EE48-BA57-65C3C08878AD}"/>
                </a:ext>
              </a:extLst>
            </p:cNvPr>
            <p:cNvGrpSpPr/>
            <p:nvPr/>
          </p:nvGrpSpPr>
          <p:grpSpPr>
            <a:xfrm>
              <a:off x="10033589" y="4049291"/>
              <a:ext cx="1094627" cy="1469999"/>
              <a:chOff x="10033589" y="4049291"/>
              <a:chExt cx="1094627" cy="1469999"/>
            </a:xfrm>
          </p:grpSpPr>
          <p:sp>
            <p:nvSpPr>
              <p:cNvPr id="474" name="Terminator 473">
                <a:extLst>
                  <a:ext uri="{FF2B5EF4-FFF2-40B4-BE49-F238E27FC236}">
                    <a16:creationId xmlns:a16="http://schemas.microsoft.com/office/drawing/2014/main" id="{84132E3E-7A55-AF4F-99E7-CFDB47FDA4CA}"/>
                  </a:ext>
                </a:extLst>
              </p:cNvPr>
              <p:cNvSpPr/>
              <p:nvPr/>
            </p:nvSpPr>
            <p:spPr>
              <a:xfrm rot="2474403">
                <a:off x="10033589" y="4523544"/>
                <a:ext cx="452919" cy="149463"/>
              </a:xfrm>
              <a:prstGeom prst="flowChartTerminator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Terminator 474">
                <a:extLst>
                  <a:ext uri="{FF2B5EF4-FFF2-40B4-BE49-F238E27FC236}">
                    <a16:creationId xmlns:a16="http://schemas.microsoft.com/office/drawing/2014/main" id="{0103D3A3-55E4-664F-B21E-84F6C94CDDB9}"/>
                  </a:ext>
                </a:extLst>
              </p:cNvPr>
              <p:cNvSpPr/>
              <p:nvPr/>
            </p:nvSpPr>
            <p:spPr>
              <a:xfrm rot="19815812">
                <a:off x="10675297" y="4512776"/>
                <a:ext cx="452919" cy="149463"/>
              </a:xfrm>
              <a:prstGeom prst="flowChartTerminator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Delay 475">
                <a:extLst>
                  <a:ext uri="{FF2B5EF4-FFF2-40B4-BE49-F238E27FC236}">
                    <a16:creationId xmlns:a16="http://schemas.microsoft.com/office/drawing/2014/main" id="{0B719055-89EE-DC41-9D15-BF9060E208A6}"/>
                  </a:ext>
                </a:extLst>
              </p:cNvPr>
              <p:cNvSpPr/>
              <p:nvPr/>
            </p:nvSpPr>
            <p:spPr>
              <a:xfrm rot="16200000">
                <a:off x="10320234" y="4600628"/>
                <a:ext cx="514626" cy="406636"/>
              </a:xfrm>
              <a:prstGeom prst="flowChartDelay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6F6F74F0-7A86-524A-81B9-997A2CE9488C}"/>
                  </a:ext>
                </a:extLst>
              </p:cNvPr>
              <p:cNvGrpSpPr/>
              <p:nvPr/>
            </p:nvGrpSpPr>
            <p:grpSpPr>
              <a:xfrm>
                <a:off x="10291924" y="4291882"/>
                <a:ext cx="571916" cy="1227408"/>
                <a:chOff x="10369447" y="4777404"/>
                <a:chExt cx="372318" cy="452455"/>
              </a:xfrm>
            </p:grpSpPr>
            <p:sp>
              <p:nvSpPr>
                <p:cNvPr id="485" name="Triangle 484">
                  <a:extLst>
                    <a:ext uri="{FF2B5EF4-FFF2-40B4-BE49-F238E27FC236}">
                      <a16:creationId xmlns:a16="http://schemas.microsoft.com/office/drawing/2014/main" id="{B2AF3BBB-D03B-6448-9426-BBA483E5439E}"/>
                    </a:ext>
                  </a:extLst>
                </p:cNvPr>
                <p:cNvSpPr/>
                <p:nvPr/>
              </p:nvSpPr>
              <p:spPr>
                <a:xfrm>
                  <a:off x="10370363" y="4777404"/>
                  <a:ext cx="371402" cy="421774"/>
                </a:xfrm>
                <a:prstGeom prst="triangle">
                  <a:avLst/>
                </a:prstGeom>
                <a:solidFill>
                  <a:schemeClr val="tx1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6" name="Terminator 485">
                  <a:extLst>
                    <a:ext uri="{FF2B5EF4-FFF2-40B4-BE49-F238E27FC236}">
                      <a16:creationId xmlns:a16="http://schemas.microsoft.com/office/drawing/2014/main" id="{EBC868DD-F312-2545-8B9C-E904F2B6AED2}"/>
                    </a:ext>
                  </a:extLst>
                </p:cNvPr>
                <p:cNvSpPr/>
                <p:nvPr/>
              </p:nvSpPr>
              <p:spPr>
                <a:xfrm>
                  <a:off x="10369447" y="5197749"/>
                  <a:ext cx="372317" cy="32110"/>
                </a:xfrm>
                <a:prstGeom prst="flowChartTerminator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72" name="Triangle 471">
                <a:extLst>
                  <a:ext uri="{FF2B5EF4-FFF2-40B4-BE49-F238E27FC236}">
                    <a16:creationId xmlns:a16="http://schemas.microsoft.com/office/drawing/2014/main" id="{B2EBCDF7-7762-5944-80A5-6D77DEC7778F}"/>
                  </a:ext>
                </a:extLst>
              </p:cNvPr>
              <p:cNvSpPr/>
              <p:nvPr/>
            </p:nvSpPr>
            <p:spPr>
              <a:xfrm>
                <a:off x="10464658" y="4049291"/>
                <a:ext cx="221697" cy="284710"/>
              </a:xfrm>
              <a:prstGeom prst="triangl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Oval 476">
                <a:extLst>
                  <a:ext uri="{FF2B5EF4-FFF2-40B4-BE49-F238E27FC236}">
                    <a16:creationId xmlns:a16="http://schemas.microsoft.com/office/drawing/2014/main" id="{A45FC64D-8DF2-0E48-BBA1-9DF951C158AF}"/>
                  </a:ext>
                </a:extLst>
              </p:cNvPr>
              <p:cNvSpPr/>
              <p:nvPr/>
            </p:nvSpPr>
            <p:spPr>
              <a:xfrm>
                <a:off x="10277174" y="4250663"/>
                <a:ext cx="612698" cy="35443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CBE0449-E821-CB4C-9A13-C76C8EEB2BD8}"/>
                  </a:ext>
                </a:extLst>
              </p:cNvPr>
              <p:cNvSpPr/>
              <p:nvPr/>
            </p:nvSpPr>
            <p:spPr>
              <a:xfrm>
                <a:off x="10440055" y="4348071"/>
                <a:ext cx="280586" cy="2805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Oval 488">
                <a:extLst>
                  <a:ext uri="{FF2B5EF4-FFF2-40B4-BE49-F238E27FC236}">
                    <a16:creationId xmlns:a16="http://schemas.microsoft.com/office/drawing/2014/main" id="{A15492C8-F395-D74A-A7C1-34EE9156EC40}"/>
                  </a:ext>
                </a:extLst>
              </p:cNvPr>
              <p:cNvSpPr/>
              <p:nvPr/>
            </p:nvSpPr>
            <p:spPr>
              <a:xfrm>
                <a:off x="10835655" y="4083702"/>
                <a:ext cx="108434" cy="10843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91" name="Rectangle 490">
            <a:extLst>
              <a:ext uri="{FF2B5EF4-FFF2-40B4-BE49-F238E27FC236}">
                <a16:creationId xmlns:a16="http://schemas.microsoft.com/office/drawing/2014/main" id="{015A2CA6-69A8-2F48-A3EB-63DAAE8EA1E3}"/>
              </a:ext>
            </a:extLst>
          </p:cNvPr>
          <p:cNvSpPr/>
          <p:nvPr/>
        </p:nvSpPr>
        <p:spPr>
          <a:xfrm>
            <a:off x="372720" y="397749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A02B7CA0-BADD-F74B-BB56-91F509C4A792}"/>
              </a:ext>
            </a:extLst>
          </p:cNvPr>
          <p:cNvSpPr/>
          <p:nvPr/>
        </p:nvSpPr>
        <p:spPr>
          <a:xfrm>
            <a:off x="2037928" y="1951542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0AB5DA11-48C1-274E-86E7-99DF887DDD2E}"/>
              </a:ext>
            </a:extLst>
          </p:cNvPr>
          <p:cNvGrpSpPr/>
          <p:nvPr/>
        </p:nvGrpSpPr>
        <p:grpSpPr>
          <a:xfrm>
            <a:off x="2111272" y="2105234"/>
            <a:ext cx="1221520" cy="1060824"/>
            <a:chOff x="9792101" y="3057532"/>
            <a:chExt cx="1155032" cy="1003083"/>
          </a:xfrm>
        </p:grpSpPr>
        <p:sp>
          <p:nvSpPr>
            <p:cNvPr id="104" name="Triangle 103">
              <a:extLst>
                <a:ext uri="{FF2B5EF4-FFF2-40B4-BE49-F238E27FC236}">
                  <a16:creationId xmlns:a16="http://schemas.microsoft.com/office/drawing/2014/main" id="{DE7ABAE1-E7AE-394F-917C-F55EB152F5E1}"/>
                </a:ext>
              </a:extLst>
            </p:cNvPr>
            <p:cNvSpPr/>
            <p:nvPr/>
          </p:nvSpPr>
          <p:spPr>
            <a:xfrm>
              <a:off x="10520326" y="3512753"/>
              <a:ext cx="372318" cy="5066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C1B7AB1-C152-7941-8AFD-BEFD89E4B296}"/>
                </a:ext>
              </a:extLst>
            </p:cNvPr>
            <p:cNvSpPr/>
            <p:nvPr/>
          </p:nvSpPr>
          <p:spPr>
            <a:xfrm>
              <a:off x="10647359" y="3522334"/>
              <a:ext cx="115330" cy="3185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Terminator 468">
              <a:extLst>
                <a:ext uri="{FF2B5EF4-FFF2-40B4-BE49-F238E27FC236}">
                  <a16:creationId xmlns:a16="http://schemas.microsoft.com/office/drawing/2014/main" id="{A2CC8E7A-9ED5-3343-ABB1-6836B255EC67}"/>
                </a:ext>
              </a:extLst>
            </p:cNvPr>
            <p:cNvSpPr/>
            <p:nvPr/>
          </p:nvSpPr>
          <p:spPr>
            <a:xfrm>
              <a:off x="10622646" y="3511832"/>
              <a:ext cx="164756" cy="45720"/>
            </a:xfrm>
            <a:prstGeom prst="flowChartTerminator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Terminator 469">
              <a:extLst>
                <a:ext uri="{FF2B5EF4-FFF2-40B4-BE49-F238E27FC236}">
                  <a16:creationId xmlns:a16="http://schemas.microsoft.com/office/drawing/2014/main" id="{978ED2B8-4DCA-DF4E-9230-931D8C56C2CC}"/>
                </a:ext>
              </a:extLst>
            </p:cNvPr>
            <p:cNvSpPr/>
            <p:nvPr/>
          </p:nvSpPr>
          <p:spPr>
            <a:xfrm>
              <a:off x="10520325" y="3997292"/>
              <a:ext cx="372317" cy="63323"/>
            </a:xfrm>
            <a:prstGeom prst="flowChartTerminator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C593845-0516-3145-8D6F-AA4E742E64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9901" y="3706963"/>
              <a:ext cx="71525" cy="286376"/>
            </a:xfrm>
            <a:prstGeom prst="line">
              <a:avLst/>
            </a:prstGeom>
            <a:ln w="285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9" name="Oval 508">
              <a:extLst>
                <a:ext uri="{FF2B5EF4-FFF2-40B4-BE49-F238E27FC236}">
                  <a16:creationId xmlns:a16="http://schemas.microsoft.com/office/drawing/2014/main" id="{645EE674-5DEA-7348-B9D0-2CB66C20BE8F}"/>
                </a:ext>
              </a:extLst>
            </p:cNvPr>
            <p:cNvSpPr/>
            <p:nvPr/>
          </p:nvSpPr>
          <p:spPr>
            <a:xfrm>
              <a:off x="10625438" y="3349684"/>
              <a:ext cx="40449" cy="4044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Oval 509">
              <a:extLst>
                <a:ext uri="{FF2B5EF4-FFF2-40B4-BE49-F238E27FC236}">
                  <a16:creationId xmlns:a16="http://schemas.microsoft.com/office/drawing/2014/main" id="{D69021E1-D46E-7D4D-90A9-9228CD01BC92}"/>
                </a:ext>
              </a:extLst>
            </p:cNvPr>
            <p:cNvSpPr/>
            <p:nvPr/>
          </p:nvSpPr>
          <p:spPr>
            <a:xfrm>
              <a:off x="10675631" y="3243679"/>
              <a:ext cx="58785" cy="5878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Oval 510">
              <a:extLst>
                <a:ext uri="{FF2B5EF4-FFF2-40B4-BE49-F238E27FC236}">
                  <a16:creationId xmlns:a16="http://schemas.microsoft.com/office/drawing/2014/main" id="{FF3CBE5A-FACD-9C41-B7AE-810792E9E2F6}"/>
                </a:ext>
              </a:extLst>
            </p:cNvPr>
            <p:cNvSpPr/>
            <p:nvPr/>
          </p:nvSpPr>
          <p:spPr>
            <a:xfrm>
              <a:off x="10728617" y="3408089"/>
              <a:ext cx="58785" cy="5878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21D4B4F3-BA75-9C40-9C68-968688B06E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2101" y="4060615"/>
              <a:ext cx="1155032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82BCBC06-25FB-104F-A8DC-560B9ABD90AA}"/>
                </a:ext>
              </a:extLst>
            </p:cNvPr>
            <p:cNvGrpSpPr/>
            <p:nvPr/>
          </p:nvGrpSpPr>
          <p:grpSpPr>
            <a:xfrm>
              <a:off x="9807056" y="3057532"/>
              <a:ext cx="837037" cy="1003083"/>
              <a:chOff x="9864862" y="3343663"/>
              <a:chExt cx="598271" cy="716952"/>
            </a:xfrm>
          </p:grpSpPr>
          <p:cxnSp>
            <p:nvCxnSpPr>
              <p:cNvPr id="517" name="Straight Connector 516">
                <a:extLst>
                  <a:ext uri="{FF2B5EF4-FFF2-40B4-BE49-F238E27FC236}">
                    <a16:creationId xmlns:a16="http://schemas.microsoft.com/office/drawing/2014/main" id="{507FF421-8369-344B-B139-20ACAD48E4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20178" y="3851151"/>
                <a:ext cx="279443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8" name="Arc 517">
                <a:extLst>
                  <a:ext uri="{FF2B5EF4-FFF2-40B4-BE49-F238E27FC236}">
                    <a16:creationId xmlns:a16="http://schemas.microsoft.com/office/drawing/2014/main" id="{BA4024FA-882E-C84B-8DCD-E6CE675CF0CD}"/>
                  </a:ext>
                </a:extLst>
              </p:cNvPr>
              <p:cNvSpPr/>
              <p:nvPr/>
            </p:nvSpPr>
            <p:spPr>
              <a:xfrm rot="8341069">
                <a:off x="9864862" y="3495000"/>
                <a:ext cx="510633" cy="510633"/>
              </a:xfrm>
              <a:prstGeom prst="arc">
                <a:avLst>
                  <a:gd name="adj1" fmla="val 14688984"/>
                  <a:gd name="adj2" fmla="val 10576600"/>
                </a:avLst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Trapezium 519">
                <a:extLst>
                  <a:ext uri="{FF2B5EF4-FFF2-40B4-BE49-F238E27FC236}">
                    <a16:creationId xmlns:a16="http://schemas.microsoft.com/office/drawing/2014/main" id="{06A6254E-DC7A-9F44-AAA3-B9B078891353}"/>
                  </a:ext>
                </a:extLst>
              </p:cNvPr>
              <p:cNvSpPr/>
              <p:nvPr/>
            </p:nvSpPr>
            <p:spPr>
              <a:xfrm>
                <a:off x="9940777" y="3914480"/>
                <a:ext cx="397613" cy="146135"/>
              </a:xfrm>
              <a:prstGeom prst="trapezoid">
                <a:avLst>
                  <a:gd name="adj" fmla="val 63962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80B6C938-B3FE-3E4B-9D76-301B033AAF40}"/>
                  </a:ext>
                </a:extLst>
              </p:cNvPr>
              <p:cNvGrpSpPr/>
              <p:nvPr/>
            </p:nvGrpSpPr>
            <p:grpSpPr>
              <a:xfrm>
                <a:off x="10140761" y="3630366"/>
                <a:ext cx="119028" cy="157857"/>
                <a:chOff x="11206789" y="3568250"/>
                <a:chExt cx="119028" cy="157857"/>
              </a:xfrm>
            </p:grpSpPr>
            <p:sp>
              <p:nvSpPr>
                <p:cNvPr id="521" name="Rectangle 520">
                  <a:extLst>
                    <a:ext uri="{FF2B5EF4-FFF2-40B4-BE49-F238E27FC236}">
                      <a16:creationId xmlns:a16="http://schemas.microsoft.com/office/drawing/2014/main" id="{CFD0AE61-0D49-A64F-A78B-3A12BB7AAAA2}"/>
                    </a:ext>
                  </a:extLst>
                </p:cNvPr>
                <p:cNvSpPr/>
                <p:nvPr/>
              </p:nvSpPr>
              <p:spPr>
                <a:xfrm>
                  <a:off x="11213365" y="3568250"/>
                  <a:ext cx="105877" cy="87875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6" name="Trapezium 525">
                  <a:extLst>
                    <a:ext uri="{FF2B5EF4-FFF2-40B4-BE49-F238E27FC236}">
                      <a16:creationId xmlns:a16="http://schemas.microsoft.com/office/drawing/2014/main" id="{552028AF-DA12-0249-AA70-8894DD6DAB48}"/>
                    </a:ext>
                  </a:extLst>
                </p:cNvPr>
                <p:cNvSpPr/>
                <p:nvPr/>
              </p:nvSpPr>
              <p:spPr>
                <a:xfrm rot="10800000">
                  <a:off x="11206789" y="3653084"/>
                  <a:ext cx="119028" cy="73023"/>
                </a:xfrm>
                <a:prstGeom prst="trapezoid">
                  <a:avLst>
                    <a:gd name="adj" fmla="val 47549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30" name="Trapezium 529">
                <a:extLst>
                  <a:ext uri="{FF2B5EF4-FFF2-40B4-BE49-F238E27FC236}">
                    <a16:creationId xmlns:a16="http://schemas.microsoft.com/office/drawing/2014/main" id="{71D4918B-D8D4-8E48-8DEA-AB6B38B16421}"/>
                  </a:ext>
                </a:extLst>
              </p:cNvPr>
              <p:cNvSpPr/>
              <p:nvPr/>
            </p:nvSpPr>
            <p:spPr>
              <a:xfrm rot="10800000">
                <a:off x="10039013" y="3504540"/>
                <a:ext cx="330999" cy="163537"/>
              </a:xfrm>
              <a:prstGeom prst="trapezoid">
                <a:avLst>
                  <a:gd name="adj" fmla="val 3354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36" name="Group 535">
                <a:extLst>
                  <a:ext uri="{FF2B5EF4-FFF2-40B4-BE49-F238E27FC236}">
                    <a16:creationId xmlns:a16="http://schemas.microsoft.com/office/drawing/2014/main" id="{9D233E60-6B4A-F346-BD7A-4D0FAA27E025}"/>
                  </a:ext>
                </a:extLst>
              </p:cNvPr>
              <p:cNvGrpSpPr/>
              <p:nvPr/>
            </p:nvGrpSpPr>
            <p:grpSpPr>
              <a:xfrm rot="846612">
                <a:off x="10301405" y="3343663"/>
                <a:ext cx="161728" cy="214577"/>
                <a:chOff x="11555024" y="3624746"/>
                <a:chExt cx="161728" cy="214577"/>
              </a:xfrm>
            </p:grpSpPr>
            <p:sp>
              <p:nvSpPr>
                <p:cNvPr id="532" name="Rectangle 531">
                  <a:extLst>
                    <a:ext uri="{FF2B5EF4-FFF2-40B4-BE49-F238E27FC236}">
                      <a16:creationId xmlns:a16="http://schemas.microsoft.com/office/drawing/2014/main" id="{804B49C0-6255-A942-BF8F-2763694AA1BD}"/>
                    </a:ext>
                  </a:extLst>
                </p:cNvPr>
                <p:cNvSpPr/>
                <p:nvPr/>
              </p:nvSpPr>
              <p:spPr>
                <a:xfrm rot="1685611">
                  <a:off x="11555024" y="3681843"/>
                  <a:ext cx="105877" cy="15748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3" name="Rectangle 532">
                  <a:extLst>
                    <a:ext uri="{FF2B5EF4-FFF2-40B4-BE49-F238E27FC236}">
                      <a16:creationId xmlns:a16="http://schemas.microsoft.com/office/drawing/2014/main" id="{A138C1A5-4BF4-F140-98A4-6D4F367C18C0}"/>
                    </a:ext>
                  </a:extLst>
                </p:cNvPr>
                <p:cNvSpPr/>
                <p:nvPr/>
              </p:nvSpPr>
              <p:spPr>
                <a:xfrm rot="1685611">
                  <a:off x="11611990" y="3624746"/>
                  <a:ext cx="49190" cy="16443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4" name="Straight Connector 533">
                  <a:extLst>
                    <a:ext uri="{FF2B5EF4-FFF2-40B4-BE49-F238E27FC236}">
                      <a16:creationId xmlns:a16="http://schemas.microsoft.com/office/drawing/2014/main" id="{F5EDEE7E-3C3E-7641-A347-060A4218A8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85611" flipH="1" flipV="1">
                  <a:off x="11633133" y="3634343"/>
                  <a:ext cx="83619" cy="152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7" name="Oval 536">
                <a:extLst>
                  <a:ext uri="{FF2B5EF4-FFF2-40B4-BE49-F238E27FC236}">
                    <a16:creationId xmlns:a16="http://schemas.microsoft.com/office/drawing/2014/main" id="{D348D3AB-D8CD-FF49-825C-7794F727EF61}"/>
                  </a:ext>
                </a:extLst>
              </p:cNvPr>
              <p:cNvSpPr/>
              <p:nvPr/>
            </p:nvSpPr>
            <p:spPr>
              <a:xfrm>
                <a:off x="10218644" y="3461539"/>
                <a:ext cx="117699" cy="117699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71" name="Rectangle 570">
            <a:extLst>
              <a:ext uri="{FF2B5EF4-FFF2-40B4-BE49-F238E27FC236}">
                <a16:creationId xmlns:a16="http://schemas.microsoft.com/office/drawing/2014/main" id="{DB27F6F2-80C3-A648-8B53-D5F21D594478}"/>
              </a:ext>
            </a:extLst>
          </p:cNvPr>
          <p:cNvSpPr/>
          <p:nvPr/>
        </p:nvSpPr>
        <p:spPr>
          <a:xfrm>
            <a:off x="3600594" y="1928768"/>
            <a:ext cx="1368208" cy="136820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4" name="Group 573">
            <a:extLst>
              <a:ext uri="{FF2B5EF4-FFF2-40B4-BE49-F238E27FC236}">
                <a16:creationId xmlns:a16="http://schemas.microsoft.com/office/drawing/2014/main" id="{2F3F1477-FC7F-C744-AB01-566736C47024}"/>
              </a:ext>
            </a:extLst>
          </p:cNvPr>
          <p:cNvGrpSpPr/>
          <p:nvPr/>
        </p:nvGrpSpPr>
        <p:grpSpPr>
          <a:xfrm>
            <a:off x="3663750" y="2003702"/>
            <a:ext cx="353741" cy="353741"/>
            <a:chOff x="6551378" y="3197335"/>
            <a:chExt cx="329340" cy="329340"/>
          </a:xfrm>
        </p:grpSpPr>
        <p:sp>
          <p:nvSpPr>
            <p:cNvPr id="575" name="Pie 574">
              <a:extLst>
                <a:ext uri="{FF2B5EF4-FFF2-40B4-BE49-F238E27FC236}">
                  <a16:creationId xmlns:a16="http://schemas.microsoft.com/office/drawing/2014/main" id="{F196E191-1705-8846-AAE3-EDC29FD010A3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6340808"/>
                <a:gd name="adj2" fmla="val 17584692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6" name="Pie 575">
              <a:extLst>
                <a:ext uri="{FF2B5EF4-FFF2-40B4-BE49-F238E27FC236}">
                  <a16:creationId xmlns:a16="http://schemas.microsoft.com/office/drawing/2014/main" id="{E63EBC93-9F28-2E4A-B2F3-9542B04F0E60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17544030"/>
                <a:gd name="adj2" fmla="val 227552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7" name="Pie 576">
              <a:extLst>
                <a:ext uri="{FF2B5EF4-FFF2-40B4-BE49-F238E27FC236}">
                  <a16:creationId xmlns:a16="http://schemas.microsoft.com/office/drawing/2014/main" id="{8CCBCDAA-125A-D94A-9379-AF3D54A10320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296122"/>
                <a:gd name="adj2" fmla="val 6282804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8" name="Group 577">
            <a:extLst>
              <a:ext uri="{FF2B5EF4-FFF2-40B4-BE49-F238E27FC236}">
                <a16:creationId xmlns:a16="http://schemas.microsoft.com/office/drawing/2014/main" id="{7BE80F4F-E7A5-5441-92A9-D6888F8F5648}"/>
              </a:ext>
            </a:extLst>
          </p:cNvPr>
          <p:cNvGrpSpPr/>
          <p:nvPr/>
        </p:nvGrpSpPr>
        <p:grpSpPr>
          <a:xfrm>
            <a:off x="4557963" y="2055232"/>
            <a:ext cx="349221" cy="282582"/>
            <a:chOff x="5770832" y="1511977"/>
            <a:chExt cx="346385" cy="229709"/>
          </a:xfrm>
        </p:grpSpPr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D1FE42BD-5925-E94B-A20F-6A0823D314C1}"/>
                </a:ext>
              </a:extLst>
            </p:cNvPr>
            <p:cNvSpPr/>
            <p:nvPr/>
          </p:nvSpPr>
          <p:spPr>
            <a:xfrm>
              <a:off x="5803713" y="1511977"/>
              <a:ext cx="67891" cy="226167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6E02B7DD-5D2F-AA40-B5B0-23DADFA6ED8B}"/>
                </a:ext>
              </a:extLst>
            </p:cNvPr>
            <p:cNvSpPr/>
            <p:nvPr/>
          </p:nvSpPr>
          <p:spPr>
            <a:xfrm>
              <a:off x="5905943" y="1597910"/>
              <a:ext cx="74277" cy="140234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BD691978-29D7-BB40-963B-D478E1FB2C29}"/>
                </a:ext>
              </a:extLst>
            </p:cNvPr>
            <p:cNvSpPr/>
            <p:nvPr/>
          </p:nvSpPr>
          <p:spPr>
            <a:xfrm>
              <a:off x="6008601" y="1660525"/>
              <a:ext cx="79854" cy="76204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E35EE115-970B-4547-BC6A-B952F0773B88}"/>
                </a:ext>
              </a:extLst>
            </p:cNvPr>
            <p:cNvSpPr/>
            <p:nvPr/>
          </p:nvSpPr>
          <p:spPr>
            <a:xfrm>
              <a:off x="5770832" y="1728903"/>
              <a:ext cx="346385" cy="12783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3AA1FB23-5D64-2D4C-B5E3-6B5DAAA23970}"/>
              </a:ext>
            </a:extLst>
          </p:cNvPr>
          <p:cNvGrpSpPr/>
          <p:nvPr/>
        </p:nvGrpSpPr>
        <p:grpSpPr>
          <a:xfrm>
            <a:off x="4554738" y="2435396"/>
            <a:ext cx="372318" cy="354952"/>
            <a:chOff x="6415401" y="1754330"/>
            <a:chExt cx="302090" cy="288000"/>
          </a:xfrm>
        </p:grpSpPr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F0FB23D9-3529-264F-A8E5-0F1F42BC9EA9}"/>
                </a:ext>
              </a:extLst>
            </p:cNvPr>
            <p:cNvSpPr/>
            <p:nvPr/>
          </p:nvSpPr>
          <p:spPr>
            <a:xfrm>
              <a:off x="6429491" y="2024330"/>
              <a:ext cx="288000" cy="1800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8ECC28D1-7A09-6D47-B762-ABFDF8826A70}"/>
                </a:ext>
              </a:extLst>
            </p:cNvPr>
            <p:cNvSpPr/>
            <p:nvPr/>
          </p:nvSpPr>
          <p:spPr>
            <a:xfrm rot="5400000">
              <a:off x="6289814" y="1889330"/>
              <a:ext cx="288000" cy="1800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3FC4937B-DE7E-394A-93E8-33CC36ED18B5}"/>
                </a:ext>
              </a:extLst>
            </p:cNvPr>
            <p:cNvSpPr/>
            <p:nvPr/>
          </p:nvSpPr>
          <p:spPr>
            <a:xfrm rot="19077046">
              <a:off x="6415401" y="1884276"/>
              <a:ext cx="288000" cy="1800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11B67918-1346-8441-B429-07A644681BBC}"/>
                </a:ext>
              </a:extLst>
            </p:cNvPr>
            <p:cNvSpPr/>
            <p:nvPr/>
          </p:nvSpPr>
          <p:spPr>
            <a:xfrm>
              <a:off x="6472750" y="1878430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8" name="Oval 587">
              <a:extLst>
                <a:ext uri="{FF2B5EF4-FFF2-40B4-BE49-F238E27FC236}">
                  <a16:creationId xmlns:a16="http://schemas.microsoft.com/office/drawing/2014/main" id="{903FB86F-612F-5B48-A8B3-4C9486CCDF70}"/>
                </a:ext>
              </a:extLst>
            </p:cNvPr>
            <p:cNvSpPr/>
            <p:nvPr/>
          </p:nvSpPr>
          <p:spPr>
            <a:xfrm>
              <a:off x="6527050" y="1819949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305E8D2E-7993-044D-8B8C-438B0E88AF59}"/>
                </a:ext>
              </a:extLst>
            </p:cNvPr>
            <p:cNvSpPr/>
            <p:nvPr/>
          </p:nvSpPr>
          <p:spPr>
            <a:xfrm>
              <a:off x="6540673" y="1888255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Oval 589">
              <a:extLst>
                <a:ext uri="{FF2B5EF4-FFF2-40B4-BE49-F238E27FC236}">
                  <a16:creationId xmlns:a16="http://schemas.microsoft.com/office/drawing/2014/main" id="{E93E921C-14B0-A948-A0F5-3D3BCE6CCB4C}"/>
                </a:ext>
              </a:extLst>
            </p:cNvPr>
            <p:cNvSpPr/>
            <p:nvPr/>
          </p:nvSpPr>
          <p:spPr>
            <a:xfrm>
              <a:off x="6456113" y="1953950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AC84ECBC-D349-5F41-B3CF-16ACCF1B4F87}"/>
                </a:ext>
              </a:extLst>
            </p:cNvPr>
            <p:cNvSpPr/>
            <p:nvPr/>
          </p:nvSpPr>
          <p:spPr>
            <a:xfrm>
              <a:off x="6515244" y="1941800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Oval 591">
              <a:extLst>
                <a:ext uri="{FF2B5EF4-FFF2-40B4-BE49-F238E27FC236}">
                  <a16:creationId xmlns:a16="http://schemas.microsoft.com/office/drawing/2014/main" id="{BF314EC5-0EB3-3A44-A948-DEE751426AB0}"/>
                </a:ext>
              </a:extLst>
            </p:cNvPr>
            <p:cNvSpPr/>
            <p:nvPr/>
          </p:nvSpPr>
          <p:spPr>
            <a:xfrm>
              <a:off x="6582490" y="1809229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3" name="Oval 592">
              <a:extLst>
                <a:ext uri="{FF2B5EF4-FFF2-40B4-BE49-F238E27FC236}">
                  <a16:creationId xmlns:a16="http://schemas.microsoft.com/office/drawing/2014/main" id="{DE00ECF1-1AA0-E142-91B4-C7B45D763DCC}"/>
                </a:ext>
              </a:extLst>
            </p:cNvPr>
            <p:cNvSpPr/>
            <p:nvPr/>
          </p:nvSpPr>
          <p:spPr>
            <a:xfrm>
              <a:off x="6605737" y="1874242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4" name="Oval 593">
              <a:extLst>
                <a:ext uri="{FF2B5EF4-FFF2-40B4-BE49-F238E27FC236}">
                  <a16:creationId xmlns:a16="http://schemas.microsoft.com/office/drawing/2014/main" id="{F0208DA3-ED8C-2947-9B28-F291129D4694}"/>
                </a:ext>
              </a:extLst>
            </p:cNvPr>
            <p:cNvSpPr/>
            <p:nvPr/>
          </p:nvSpPr>
          <p:spPr>
            <a:xfrm>
              <a:off x="6651456" y="1813910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77AABDDA-145E-F941-8159-5996373F488B}"/>
              </a:ext>
            </a:extLst>
          </p:cNvPr>
          <p:cNvGrpSpPr/>
          <p:nvPr/>
        </p:nvGrpSpPr>
        <p:grpSpPr>
          <a:xfrm>
            <a:off x="4049546" y="2022235"/>
            <a:ext cx="429620" cy="385621"/>
            <a:chOff x="6036208" y="46177"/>
            <a:chExt cx="1095709" cy="983494"/>
          </a:xfrm>
        </p:grpSpPr>
        <p:sp>
          <p:nvSpPr>
            <p:cNvPr id="596" name="Oval 595">
              <a:extLst>
                <a:ext uri="{FF2B5EF4-FFF2-40B4-BE49-F238E27FC236}">
                  <a16:creationId xmlns:a16="http://schemas.microsoft.com/office/drawing/2014/main" id="{795B3E27-F348-4349-9247-6936E2D21EF0}"/>
                </a:ext>
              </a:extLst>
            </p:cNvPr>
            <p:cNvSpPr/>
            <p:nvPr/>
          </p:nvSpPr>
          <p:spPr>
            <a:xfrm>
              <a:off x="6036208" y="753273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EF712A70-EDC7-0F4F-BF4E-E218AEF0A11D}"/>
                </a:ext>
              </a:extLst>
            </p:cNvPr>
            <p:cNvSpPr/>
            <p:nvPr/>
          </p:nvSpPr>
          <p:spPr>
            <a:xfrm>
              <a:off x="6145905" y="60359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Oval 597">
              <a:extLst>
                <a:ext uri="{FF2B5EF4-FFF2-40B4-BE49-F238E27FC236}">
                  <a16:creationId xmlns:a16="http://schemas.microsoft.com/office/drawing/2014/main" id="{D787D576-B1DF-B847-A171-FA9AB46FD77C}"/>
                </a:ext>
              </a:extLst>
            </p:cNvPr>
            <p:cNvSpPr/>
            <p:nvPr/>
          </p:nvSpPr>
          <p:spPr>
            <a:xfrm>
              <a:off x="6246637" y="781924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B4AA7D07-664E-EF46-8BE2-A4884F5ADA53}"/>
                </a:ext>
              </a:extLst>
            </p:cNvPr>
            <p:cNvSpPr/>
            <p:nvPr/>
          </p:nvSpPr>
          <p:spPr>
            <a:xfrm>
              <a:off x="6828809" y="666551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F214E63F-297B-9142-82E7-4A01F61C8501}"/>
                </a:ext>
              </a:extLst>
            </p:cNvPr>
            <p:cNvSpPr/>
            <p:nvPr/>
          </p:nvSpPr>
          <p:spPr>
            <a:xfrm>
              <a:off x="6632209" y="251836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Oval 600">
              <a:extLst>
                <a:ext uri="{FF2B5EF4-FFF2-40B4-BE49-F238E27FC236}">
                  <a16:creationId xmlns:a16="http://schemas.microsoft.com/office/drawing/2014/main" id="{36516BC8-54C5-404F-A344-5D5FA27E436F}"/>
                </a:ext>
              </a:extLst>
            </p:cNvPr>
            <p:cNvSpPr/>
            <p:nvPr/>
          </p:nvSpPr>
          <p:spPr>
            <a:xfrm>
              <a:off x="6482580" y="10278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62C640E4-76E3-A24F-9AF8-5BE7FEB42467}"/>
                </a:ext>
              </a:extLst>
            </p:cNvPr>
            <p:cNvSpPr/>
            <p:nvPr/>
          </p:nvSpPr>
          <p:spPr>
            <a:xfrm>
              <a:off x="6133741" y="917709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AE743CC-B5C5-C846-B4EF-B9A9DDEC8A78}"/>
                </a:ext>
              </a:extLst>
            </p:cNvPr>
            <p:cNvSpPr/>
            <p:nvPr/>
          </p:nvSpPr>
          <p:spPr>
            <a:xfrm>
              <a:off x="6684500" y="46177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7AEC78CF-D408-434C-B824-576377F8F84D}"/>
                </a:ext>
              </a:extLst>
            </p:cNvPr>
            <p:cNvSpPr/>
            <p:nvPr/>
          </p:nvSpPr>
          <p:spPr>
            <a:xfrm>
              <a:off x="6828809" y="19585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Oval 604">
              <a:extLst>
                <a:ext uri="{FF2B5EF4-FFF2-40B4-BE49-F238E27FC236}">
                  <a16:creationId xmlns:a16="http://schemas.microsoft.com/office/drawing/2014/main" id="{D7D20D16-6D75-A940-A683-812349D30B78}"/>
                </a:ext>
              </a:extLst>
            </p:cNvPr>
            <p:cNvSpPr/>
            <p:nvPr/>
          </p:nvSpPr>
          <p:spPr>
            <a:xfrm>
              <a:off x="6876646" y="844319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BBE7DE7D-4BAB-A043-A08C-077AEAECBE49}"/>
                </a:ext>
              </a:extLst>
            </p:cNvPr>
            <p:cNvSpPr/>
            <p:nvPr/>
          </p:nvSpPr>
          <p:spPr>
            <a:xfrm>
              <a:off x="7019955" y="719091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4D0529A6-9990-8C4A-8DA1-4E1510D984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3298" y="308517"/>
              <a:ext cx="211874" cy="4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13CDF956-9058-C043-9876-22FF1813EEB5}"/>
                </a:ext>
              </a:extLst>
            </p:cNvPr>
            <p:cNvCxnSpPr>
              <a:cxnSpLocks/>
            </p:cNvCxnSpPr>
            <p:nvPr/>
          </p:nvCxnSpPr>
          <p:spPr>
            <a:xfrm>
              <a:off x="6895171" y="728546"/>
              <a:ext cx="37171" cy="1709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BB366700-54CD-7944-94DA-2C4C94A0E3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4020" y="709961"/>
              <a:ext cx="193287" cy="631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C9D62923-4A8B-0749-9D8B-65691163C1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3298" y="252761"/>
              <a:ext cx="204439" cy="557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610">
              <a:extLst>
                <a:ext uri="{FF2B5EF4-FFF2-40B4-BE49-F238E27FC236}">
                  <a16:creationId xmlns:a16="http://schemas.microsoft.com/office/drawing/2014/main" id="{35F0CDB0-1B6D-554F-9CD0-8698537536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7015" y="107795"/>
              <a:ext cx="55756" cy="2155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46555874-3CB8-BF4C-A66E-B76713591F8E}"/>
                </a:ext>
              </a:extLst>
            </p:cNvPr>
            <p:cNvCxnSpPr>
              <a:cxnSpLocks/>
            </p:cNvCxnSpPr>
            <p:nvPr/>
          </p:nvCxnSpPr>
          <p:spPr>
            <a:xfrm>
              <a:off x="6538332" y="159834"/>
              <a:ext cx="144966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612">
              <a:extLst>
                <a:ext uri="{FF2B5EF4-FFF2-40B4-BE49-F238E27FC236}">
                  <a16:creationId xmlns:a16="http://schemas.microsoft.com/office/drawing/2014/main" id="{280D91B7-2F5B-B144-8EC5-F4740AA933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1230" y="654205"/>
              <a:ext cx="96643" cy="1784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FC8BE4EB-FCD9-0142-9C2E-5CB935D48D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4849" y="814039"/>
              <a:ext cx="226741" cy="148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614">
              <a:extLst>
                <a:ext uri="{FF2B5EF4-FFF2-40B4-BE49-F238E27FC236}">
                  <a16:creationId xmlns:a16="http://schemas.microsoft.com/office/drawing/2014/main" id="{E87A6FBB-8309-0D41-A74B-1A0975811D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927" y="828907"/>
              <a:ext cx="115229" cy="1449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B00D9512-8860-1B40-92ED-AD676B72C0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732263"/>
              <a:ext cx="591014" cy="1077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616">
              <a:extLst>
                <a:ext uri="{FF2B5EF4-FFF2-40B4-BE49-F238E27FC236}">
                  <a16:creationId xmlns:a16="http://schemas.microsoft.com/office/drawing/2014/main" id="{76D8DC0C-3B07-014E-8E1C-AE8A30F2E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315951"/>
              <a:ext cx="382858" cy="5203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CD22EE7D-D2ED-014C-AB58-FF4FC66D4733}"/>
              </a:ext>
            </a:extLst>
          </p:cNvPr>
          <p:cNvGrpSpPr/>
          <p:nvPr/>
        </p:nvGrpSpPr>
        <p:grpSpPr>
          <a:xfrm>
            <a:off x="3632051" y="2473964"/>
            <a:ext cx="366954" cy="316384"/>
            <a:chOff x="5991135" y="379095"/>
            <a:chExt cx="271158" cy="266825"/>
          </a:xfrm>
        </p:grpSpPr>
        <p:sp>
          <p:nvSpPr>
            <p:cNvPr id="619" name="Freeform 618">
              <a:extLst>
                <a:ext uri="{FF2B5EF4-FFF2-40B4-BE49-F238E27FC236}">
                  <a16:creationId xmlns:a16="http://schemas.microsoft.com/office/drawing/2014/main" id="{7073B61A-9D9B-AF44-8626-4CBE18E803C3}"/>
                </a:ext>
              </a:extLst>
            </p:cNvPr>
            <p:cNvSpPr/>
            <p:nvPr/>
          </p:nvSpPr>
          <p:spPr>
            <a:xfrm>
              <a:off x="6020438" y="530956"/>
              <a:ext cx="193380" cy="79093"/>
            </a:xfrm>
            <a:custGeom>
              <a:avLst/>
              <a:gdLst>
                <a:gd name="connsiteX0" fmla="*/ 0 w 204717"/>
                <a:gd name="connsiteY0" fmla="*/ 77498 h 95713"/>
                <a:gd name="connsiteX1" fmla="*/ 113732 w 204717"/>
                <a:gd name="connsiteY1" fmla="*/ 161 h 95713"/>
                <a:gd name="connsiteX2" fmla="*/ 204717 w 204717"/>
                <a:gd name="connsiteY2" fmla="*/ 95695 h 95713"/>
                <a:gd name="connsiteX0" fmla="*/ 0 w 211879"/>
                <a:gd name="connsiteY0" fmla="*/ 77498 h 77498"/>
                <a:gd name="connsiteX1" fmla="*/ 113732 w 211879"/>
                <a:gd name="connsiteY1" fmla="*/ 161 h 77498"/>
                <a:gd name="connsiteX2" fmla="*/ 211879 w 211879"/>
                <a:gd name="connsiteY2" fmla="*/ 55491 h 77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879" h="77498">
                  <a:moveTo>
                    <a:pt x="0" y="77498"/>
                  </a:moveTo>
                  <a:cubicBezTo>
                    <a:pt x="39806" y="37313"/>
                    <a:pt x="79613" y="-2872"/>
                    <a:pt x="113732" y="161"/>
                  </a:cubicBezTo>
                  <a:cubicBezTo>
                    <a:pt x="147851" y="3194"/>
                    <a:pt x="173969" y="57008"/>
                    <a:pt x="211879" y="5549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0" name="Group 619">
              <a:extLst>
                <a:ext uri="{FF2B5EF4-FFF2-40B4-BE49-F238E27FC236}">
                  <a16:creationId xmlns:a16="http://schemas.microsoft.com/office/drawing/2014/main" id="{449D55E3-1DDB-E34C-A0F4-F75E00E0E741}"/>
                </a:ext>
              </a:extLst>
            </p:cNvPr>
            <p:cNvGrpSpPr/>
            <p:nvPr/>
          </p:nvGrpSpPr>
          <p:grpSpPr>
            <a:xfrm>
              <a:off x="5991135" y="379095"/>
              <a:ext cx="271158" cy="266825"/>
              <a:chOff x="6576522" y="1927904"/>
              <a:chExt cx="271158" cy="266825"/>
            </a:xfrm>
          </p:grpSpPr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F34F06D2-B612-C440-8ACC-D89E77F96B8B}"/>
                  </a:ext>
                </a:extLst>
              </p:cNvPr>
              <p:cNvSpPr/>
              <p:nvPr/>
            </p:nvSpPr>
            <p:spPr>
              <a:xfrm>
                <a:off x="6580855" y="2178052"/>
                <a:ext cx="266825" cy="16677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032A5DDD-F458-D742-BA09-D7D8BFADC9E3}"/>
                  </a:ext>
                </a:extLst>
              </p:cNvPr>
              <p:cNvSpPr/>
              <p:nvPr/>
            </p:nvSpPr>
            <p:spPr>
              <a:xfrm rot="5400000">
                <a:off x="6451448" y="2052978"/>
                <a:ext cx="266825" cy="16677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21" name="Freeform 620">
              <a:extLst>
                <a:ext uri="{FF2B5EF4-FFF2-40B4-BE49-F238E27FC236}">
                  <a16:creationId xmlns:a16="http://schemas.microsoft.com/office/drawing/2014/main" id="{944C03B3-EBFC-0145-98D9-FF069EB94ECE}"/>
                </a:ext>
              </a:extLst>
            </p:cNvPr>
            <p:cNvSpPr/>
            <p:nvPr/>
          </p:nvSpPr>
          <p:spPr>
            <a:xfrm>
              <a:off x="6019329" y="430945"/>
              <a:ext cx="203739" cy="126412"/>
            </a:xfrm>
            <a:custGeom>
              <a:avLst/>
              <a:gdLst>
                <a:gd name="connsiteX0" fmla="*/ 0 w 204717"/>
                <a:gd name="connsiteY0" fmla="*/ 77498 h 95713"/>
                <a:gd name="connsiteX1" fmla="*/ 113732 w 204717"/>
                <a:gd name="connsiteY1" fmla="*/ 161 h 95713"/>
                <a:gd name="connsiteX2" fmla="*/ 204717 w 204717"/>
                <a:gd name="connsiteY2" fmla="*/ 95695 h 95713"/>
                <a:gd name="connsiteX0" fmla="*/ 0 w 204717"/>
                <a:gd name="connsiteY0" fmla="*/ 96103 h 96103"/>
                <a:gd name="connsiteX1" fmla="*/ 113732 w 204717"/>
                <a:gd name="connsiteY1" fmla="*/ 18766 h 96103"/>
                <a:gd name="connsiteX2" fmla="*/ 204717 w 204717"/>
                <a:gd name="connsiteY2" fmla="*/ 0 h 96103"/>
                <a:gd name="connsiteX0" fmla="*/ 0 w 204717"/>
                <a:gd name="connsiteY0" fmla="*/ 96103 h 96103"/>
                <a:gd name="connsiteX1" fmla="*/ 94682 w 204717"/>
                <a:gd name="connsiteY1" fmla="*/ 25116 h 96103"/>
                <a:gd name="connsiteX2" fmla="*/ 204717 w 204717"/>
                <a:gd name="connsiteY2" fmla="*/ 0 h 96103"/>
                <a:gd name="connsiteX0" fmla="*/ 0 w 204717"/>
                <a:gd name="connsiteY0" fmla="*/ 96103 h 96103"/>
                <a:gd name="connsiteX1" fmla="*/ 204717 w 204717"/>
                <a:gd name="connsiteY1" fmla="*/ 0 h 96103"/>
                <a:gd name="connsiteX0" fmla="*/ 0 w 204717"/>
                <a:gd name="connsiteY0" fmla="*/ 125944 h 125944"/>
                <a:gd name="connsiteX1" fmla="*/ 204717 w 204717"/>
                <a:gd name="connsiteY1" fmla="*/ 0 h 125944"/>
                <a:gd name="connsiteX0" fmla="*/ 0 w 204717"/>
                <a:gd name="connsiteY0" fmla="*/ 125944 h 125944"/>
                <a:gd name="connsiteX1" fmla="*/ 204717 w 204717"/>
                <a:gd name="connsiteY1" fmla="*/ 0 h 125944"/>
                <a:gd name="connsiteX0" fmla="*/ 0 w 207985"/>
                <a:gd name="connsiteY0" fmla="*/ 148324 h 148324"/>
                <a:gd name="connsiteX1" fmla="*/ 207985 w 207985"/>
                <a:gd name="connsiteY1" fmla="*/ 0 h 148324"/>
                <a:gd name="connsiteX0" fmla="*/ 0 w 207985"/>
                <a:gd name="connsiteY0" fmla="*/ 148324 h 148324"/>
                <a:gd name="connsiteX1" fmla="*/ 207985 w 207985"/>
                <a:gd name="connsiteY1" fmla="*/ 0 h 148324"/>
                <a:gd name="connsiteX0" fmla="*/ 0 w 221058"/>
                <a:gd name="connsiteY0" fmla="*/ 215465 h 215465"/>
                <a:gd name="connsiteX1" fmla="*/ 221058 w 221058"/>
                <a:gd name="connsiteY1" fmla="*/ 0 h 215465"/>
                <a:gd name="connsiteX0" fmla="*/ 0 w 235067"/>
                <a:gd name="connsiteY0" fmla="*/ 174109 h 174109"/>
                <a:gd name="connsiteX1" fmla="*/ 235067 w 235067"/>
                <a:gd name="connsiteY1" fmla="*/ 0 h 174109"/>
                <a:gd name="connsiteX0" fmla="*/ 0 w 291104"/>
                <a:gd name="connsiteY0" fmla="*/ 155728 h 155728"/>
                <a:gd name="connsiteX1" fmla="*/ 291104 w 291104"/>
                <a:gd name="connsiteY1" fmla="*/ 0 h 15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1104" h="155728">
                  <a:moveTo>
                    <a:pt x="0" y="155728"/>
                  </a:moveTo>
                  <a:cubicBezTo>
                    <a:pt x="58434" y="87636"/>
                    <a:pt x="180377" y="23331"/>
                    <a:pt x="29110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DDE9B9AE-1885-9648-8505-D13102B6A731}"/>
              </a:ext>
            </a:extLst>
          </p:cNvPr>
          <p:cNvGrpSpPr/>
          <p:nvPr/>
        </p:nvGrpSpPr>
        <p:grpSpPr>
          <a:xfrm>
            <a:off x="3857150" y="2563215"/>
            <a:ext cx="853136" cy="733761"/>
            <a:chOff x="9431517" y="5515365"/>
            <a:chExt cx="682220" cy="586760"/>
          </a:xfrm>
        </p:grpSpPr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8F992965-4F90-E745-9F87-8D345E940B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9748" y="5566933"/>
              <a:ext cx="183989" cy="535192"/>
            </a:xfrm>
            <a:prstGeom prst="line">
              <a:avLst/>
            </a:prstGeom>
            <a:ln w="381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7" name="Terminator 626">
              <a:extLst>
                <a:ext uri="{FF2B5EF4-FFF2-40B4-BE49-F238E27FC236}">
                  <a16:creationId xmlns:a16="http://schemas.microsoft.com/office/drawing/2014/main" id="{9EF01A2A-E85B-1748-8ED0-4C99A947E3D8}"/>
                </a:ext>
              </a:extLst>
            </p:cNvPr>
            <p:cNvSpPr/>
            <p:nvPr/>
          </p:nvSpPr>
          <p:spPr>
            <a:xfrm rot="2474403">
              <a:off x="9431517" y="5791310"/>
              <a:ext cx="263532" cy="86965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8" name="Terminator 627">
              <a:extLst>
                <a:ext uri="{FF2B5EF4-FFF2-40B4-BE49-F238E27FC236}">
                  <a16:creationId xmlns:a16="http://schemas.microsoft.com/office/drawing/2014/main" id="{60FC1D02-D788-9741-AD08-8497E7E9071C}"/>
                </a:ext>
              </a:extLst>
            </p:cNvPr>
            <p:cNvSpPr/>
            <p:nvPr/>
          </p:nvSpPr>
          <p:spPr>
            <a:xfrm rot="19815812">
              <a:off x="9804897" y="5785045"/>
              <a:ext cx="263532" cy="86965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9" name="Delay 628">
              <a:extLst>
                <a:ext uri="{FF2B5EF4-FFF2-40B4-BE49-F238E27FC236}">
                  <a16:creationId xmlns:a16="http://schemas.microsoft.com/office/drawing/2014/main" id="{368E2727-6312-F449-85BA-D931C6E2B377}"/>
                </a:ext>
              </a:extLst>
            </p:cNvPr>
            <p:cNvSpPr/>
            <p:nvPr/>
          </p:nvSpPr>
          <p:spPr>
            <a:xfrm rot="16200000">
              <a:off x="9606971" y="5827497"/>
              <a:ext cx="282101" cy="236602"/>
            </a:xfrm>
            <a:prstGeom prst="flowChartDelay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1" name="Triangle 630">
              <a:extLst>
                <a:ext uri="{FF2B5EF4-FFF2-40B4-BE49-F238E27FC236}">
                  <a16:creationId xmlns:a16="http://schemas.microsoft.com/office/drawing/2014/main" id="{5DA8832D-4F0B-F544-BCFC-972BA80FC3E3}"/>
                </a:ext>
              </a:extLst>
            </p:cNvPr>
            <p:cNvSpPr/>
            <p:nvPr/>
          </p:nvSpPr>
          <p:spPr>
            <a:xfrm>
              <a:off x="9682336" y="5515365"/>
              <a:ext cx="128995" cy="165659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2" name="Oval 631">
              <a:extLst>
                <a:ext uri="{FF2B5EF4-FFF2-40B4-BE49-F238E27FC236}">
                  <a16:creationId xmlns:a16="http://schemas.microsoft.com/office/drawing/2014/main" id="{EAD2DB87-F183-0249-874F-2E1295E95693}"/>
                </a:ext>
              </a:extLst>
            </p:cNvPr>
            <p:cNvSpPr/>
            <p:nvPr/>
          </p:nvSpPr>
          <p:spPr>
            <a:xfrm>
              <a:off x="9573248" y="5632534"/>
              <a:ext cx="356500" cy="20622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3" name="Oval 632">
              <a:extLst>
                <a:ext uri="{FF2B5EF4-FFF2-40B4-BE49-F238E27FC236}">
                  <a16:creationId xmlns:a16="http://schemas.microsoft.com/office/drawing/2014/main" id="{865F379B-926C-264D-B3CC-AF7B338ED042}"/>
                </a:ext>
              </a:extLst>
            </p:cNvPr>
            <p:cNvSpPr/>
            <p:nvPr/>
          </p:nvSpPr>
          <p:spPr>
            <a:xfrm>
              <a:off x="9668020" y="5689211"/>
              <a:ext cx="163260" cy="16326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4" name="Oval 633">
              <a:extLst>
                <a:ext uri="{FF2B5EF4-FFF2-40B4-BE49-F238E27FC236}">
                  <a16:creationId xmlns:a16="http://schemas.microsoft.com/office/drawing/2014/main" id="{7A936EC9-74FC-E045-99A6-ADA9C767C2E5}"/>
                </a:ext>
              </a:extLst>
            </p:cNvPr>
            <p:cNvSpPr/>
            <p:nvPr/>
          </p:nvSpPr>
          <p:spPr>
            <a:xfrm>
              <a:off x="9898202" y="5535387"/>
              <a:ext cx="63093" cy="63093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1" name="Group 660">
            <a:extLst>
              <a:ext uri="{FF2B5EF4-FFF2-40B4-BE49-F238E27FC236}">
                <a16:creationId xmlns:a16="http://schemas.microsoft.com/office/drawing/2014/main" id="{5357D8C2-60CF-8042-9693-23E8A6045543}"/>
              </a:ext>
            </a:extLst>
          </p:cNvPr>
          <p:cNvGrpSpPr/>
          <p:nvPr/>
        </p:nvGrpSpPr>
        <p:grpSpPr>
          <a:xfrm>
            <a:off x="2016496" y="1420921"/>
            <a:ext cx="1047215" cy="256288"/>
            <a:chOff x="2037928" y="1407340"/>
            <a:chExt cx="1320819" cy="323248"/>
          </a:xfrm>
        </p:grpSpPr>
        <p:sp>
          <p:nvSpPr>
            <p:cNvPr id="5" name="Trapezium 4">
              <a:extLst>
                <a:ext uri="{FF2B5EF4-FFF2-40B4-BE49-F238E27FC236}">
                  <a16:creationId xmlns:a16="http://schemas.microsoft.com/office/drawing/2014/main" id="{36B74CBD-12A5-F447-B27E-17810B2BD2D6}"/>
                </a:ext>
              </a:extLst>
            </p:cNvPr>
            <p:cNvSpPr/>
            <p:nvPr/>
          </p:nvSpPr>
          <p:spPr>
            <a:xfrm>
              <a:off x="2160509" y="1407341"/>
              <a:ext cx="1092707" cy="323247"/>
            </a:xfrm>
            <a:prstGeom prst="trapezoid">
              <a:avLst>
                <a:gd name="adj" fmla="val 18790"/>
              </a:avLst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8D2B08FB-0124-5841-B217-493E21C065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3241" y="1485342"/>
              <a:ext cx="1234284" cy="1"/>
            </a:xfrm>
            <a:prstGeom prst="line">
              <a:avLst/>
            </a:prstGeom>
            <a:ln w="190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5A481244-80DB-674B-87A2-EFA7CE40CE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4579" y="1570092"/>
              <a:ext cx="1274168" cy="1"/>
            </a:xfrm>
            <a:prstGeom prst="line">
              <a:avLst/>
            </a:prstGeom>
            <a:ln w="190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3515CA54-DFC5-8A48-B96B-8F503C3858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7928" y="1644394"/>
              <a:ext cx="1289598" cy="0"/>
            </a:xfrm>
            <a:prstGeom prst="line">
              <a:avLst/>
            </a:prstGeom>
            <a:ln w="190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7" name="Trapezium 646">
              <a:extLst>
                <a:ext uri="{FF2B5EF4-FFF2-40B4-BE49-F238E27FC236}">
                  <a16:creationId xmlns:a16="http://schemas.microsoft.com/office/drawing/2014/main" id="{D9A8E4EB-6B93-AC4F-AE87-00B1A8ED4ABB}"/>
                </a:ext>
              </a:extLst>
            </p:cNvPr>
            <p:cNvSpPr/>
            <p:nvPr/>
          </p:nvSpPr>
          <p:spPr>
            <a:xfrm>
              <a:off x="2243626" y="1407341"/>
              <a:ext cx="935048" cy="323247"/>
            </a:xfrm>
            <a:prstGeom prst="trapezoid">
              <a:avLst>
                <a:gd name="adj" fmla="val 18790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8" name="Trapezium 647">
              <a:extLst>
                <a:ext uri="{FF2B5EF4-FFF2-40B4-BE49-F238E27FC236}">
                  <a16:creationId xmlns:a16="http://schemas.microsoft.com/office/drawing/2014/main" id="{9D8BB6E7-1772-E748-AA4E-F65F6A78CA6E}"/>
                </a:ext>
              </a:extLst>
            </p:cNvPr>
            <p:cNvSpPr/>
            <p:nvPr/>
          </p:nvSpPr>
          <p:spPr>
            <a:xfrm>
              <a:off x="2350677" y="1407341"/>
              <a:ext cx="741130" cy="323247"/>
            </a:xfrm>
            <a:prstGeom prst="trapezoid">
              <a:avLst>
                <a:gd name="adj" fmla="val 14651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9" name="Trapezium 648">
              <a:extLst>
                <a:ext uri="{FF2B5EF4-FFF2-40B4-BE49-F238E27FC236}">
                  <a16:creationId xmlns:a16="http://schemas.microsoft.com/office/drawing/2014/main" id="{AA8B107D-004C-834C-9174-EDEC04A605EF}"/>
                </a:ext>
              </a:extLst>
            </p:cNvPr>
            <p:cNvSpPr/>
            <p:nvPr/>
          </p:nvSpPr>
          <p:spPr>
            <a:xfrm>
              <a:off x="2448808" y="1407341"/>
              <a:ext cx="557562" cy="323247"/>
            </a:xfrm>
            <a:prstGeom prst="trapezoid">
              <a:avLst>
                <a:gd name="adj" fmla="val 10511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0" name="Trapezium 649">
              <a:extLst>
                <a:ext uri="{FF2B5EF4-FFF2-40B4-BE49-F238E27FC236}">
                  <a16:creationId xmlns:a16="http://schemas.microsoft.com/office/drawing/2014/main" id="{B3304243-5EDD-E146-84BE-4D57EA9CD7A6}"/>
                </a:ext>
              </a:extLst>
            </p:cNvPr>
            <p:cNvSpPr/>
            <p:nvPr/>
          </p:nvSpPr>
          <p:spPr>
            <a:xfrm>
              <a:off x="2567326" y="1407340"/>
              <a:ext cx="321158" cy="238579"/>
            </a:xfrm>
            <a:prstGeom prst="trapezoid">
              <a:avLst>
                <a:gd name="adj" fmla="val 5609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Trapezium 650">
              <a:extLst>
                <a:ext uri="{FF2B5EF4-FFF2-40B4-BE49-F238E27FC236}">
                  <a16:creationId xmlns:a16="http://schemas.microsoft.com/office/drawing/2014/main" id="{0BC05E80-4F62-7644-B432-E76C4F072C95}"/>
                </a:ext>
              </a:extLst>
            </p:cNvPr>
            <p:cNvSpPr/>
            <p:nvPr/>
          </p:nvSpPr>
          <p:spPr>
            <a:xfrm>
              <a:off x="2659506" y="1407340"/>
              <a:ext cx="137850" cy="238579"/>
            </a:xfrm>
            <a:prstGeom prst="trapezoid">
              <a:avLst>
                <a:gd name="adj" fmla="val 6472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4" name="Group 733">
            <a:extLst>
              <a:ext uri="{FF2B5EF4-FFF2-40B4-BE49-F238E27FC236}">
                <a16:creationId xmlns:a16="http://schemas.microsoft.com/office/drawing/2014/main" id="{450A3446-9880-9842-A2AD-A41FA1C8EE76}"/>
              </a:ext>
            </a:extLst>
          </p:cNvPr>
          <p:cNvGrpSpPr/>
          <p:nvPr/>
        </p:nvGrpSpPr>
        <p:grpSpPr>
          <a:xfrm>
            <a:off x="5324860" y="2229891"/>
            <a:ext cx="564032" cy="568430"/>
            <a:chOff x="5531039" y="2319516"/>
            <a:chExt cx="424284" cy="427592"/>
          </a:xfrm>
        </p:grpSpPr>
        <p:sp>
          <p:nvSpPr>
            <p:cNvPr id="733" name="Oval 732">
              <a:extLst>
                <a:ext uri="{FF2B5EF4-FFF2-40B4-BE49-F238E27FC236}">
                  <a16:creationId xmlns:a16="http://schemas.microsoft.com/office/drawing/2014/main" id="{AB1F5D17-4889-2D41-A06A-4A4E7705BB21}"/>
                </a:ext>
              </a:extLst>
            </p:cNvPr>
            <p:cNvSpPr/>
            <p:nvPr/>
          </p:nvSpPr>
          <p:spPr>
            <a:xfrm>
              <a:off x="5531039" y="2319516"/>
              <a:ext cx="424284" cy="4275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4" name="Group 663">
              <a:extLst>
                <a:ext uri="{FF2B5EF4-FFF2-40B4-BE49-F238E27FC236}">
                  <a16:creationId xmlns:a16="http://schemas.microsoft.com/office/drawing/2014/main" id="{73BB4DD6-8F57-194B-88CF-52EBD6DEB922}"/>
                </a:ext>
              </a:extLst>
            </p:cNvPr>
            <p:cNvGrpSpPr/>
            <p:nvPr/>
          </p:nvGrpSpPr>
          <p:grpSpPr>
            <a:xfrm>
              <a:off x="5564930" y="2357405"/>
              <a:ext cx="363295" cy="363295"/>
              <a:chOff x="6551378" y="3197335"/>
              <a:chExt cx="338234" cy="338234"/>
            </a:xfrm>
          </p:grpSpPr>
          <p:sp>
            <p:nvSpPr>
              <p:cNvPr id="665" name="Pie 664">
                <a:extLst>
                  <a:ext uri="{FF2B5EF4-FFF2-40B4-BE49-F238E27FC236}">
                    <a16:creationId xmlns:a16="http://schemas.microsoft.com/office/drawing/2014/main" id="{EC7DD5CB-C081-954E-BA20-DBC4FE5B030A}"/>
                  </a:ext>
                </a:extLst>
              </p:cNvPr>
              <p:cNvSpPr/>
              <p:nvPr/>
            </p:nvSpPr>
            <p:spPr>
              <a:xfrm>
                <a:off x="6551378" y="3197335"/>
                <a:ext cx="329340" cy="329340"/>
              </a:xfrm>
              <a:prstGeom prst="pie">
                <a:avLst>
                  <a:gd name="adj1" fmla="val 6340808"/>
                  <a:gd name="adj2" fmla="val 17584692"/>
                </a:avLst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6" name="Pie 665">
                <a:extLst>
                  <a:ext uri="{FF2B5EF4-FFF2-40B4-BE49-F238E27FC236}">
                    <a16:creationId xmlns:a16="http://schemas.microsoft.com/office/drawing/2014/main" id="{3D804FE6-3F3F-2B4D-842D-28FBC1CF0A27}"/>
                  </a:ext>
                </a:extLst>
              </p:cNvPr>
              <p:cNvSpPr/>
              <p:nvPr/>
            </p:nvSpPr>
            <p:spPr>
              <a:xfrm>
                <a:off x="6560272" y="3197335"/>
                <a:ext cx="329340" cy="329340"/>
              </a:xfrm>
              <a:prstGeom prst="pie">
                <a:avLst>
                  <a:gd name="adj1" fmla="val 17544030"/>
                  <a:gd name="adj2" fmla="val 227552"/>
                </a:avLst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7" name="Pie 666">
                <a:extLst>
                  <a:ext uri="{FF2B5EF4-FFF2-40B4-BE49-F238E27FC236}">
                    <a16:creationId xmlns:a16="http://schemas.microsoft.com/office/drawing/2014/main" id="{57591431-B313-B64F-9785-2DC1D95B83D7}"/>
                  </a:ext>
                </a:extLst>
              </p:cNvPr>
              <p:cNvSpPr/>
              <p:nvPr/>
            </p:nvSpPr>
            <p:spPr>
              <a:xfrm>
                <a:off x="6555826" y="3206229"/>
                <a:ext cx="329340" cy="329340"/>
              </a:xfrm>
              <a:prstGeom prst="pie">
                <a:avLst>
                  <a:gd name="adj1" fmla="val 296122"/>
                  <a:gd name="adj2" fmla="val 6282804"/>
                </a:avLst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30" name="Group 729">
            <a:extLst>
              <a:ext uri="{FF2B5EF4-FFF2-40B4-BE49-F238E27FC236}">
                <a16:creationId xmlns:a16="http://schemas.microsoft.com/office/drawing/2014/main" id="{7C19A94F-DD3A-D046-893B-A98B1E30722A}"/>
              </a:ext>
            </a:extLst>
          </p:cNvPr>
          <p:cNvGrpSpPr/>
          <p:nvPr/>
        </p:nvGrpSpPr>
        <p:grpSpPr>
          <a:xfrm>
            <a:off x="6574420" y="2358001"/>
            <a:ext cx="476607" cy="377945"/>
            <a:chOff x="6247282" y="2333992"/>
            <a:chExt cx="365810" cy="290084"/>
          </a:xfrm>
        </p:grpSpPr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0002D64C-8C89-A14D-B2DB-B8F275A661C3}"/>
                </a:ext>
              </a:extLst>
            </p:cNvPr>
            <p:cNvSpPr/>
            <p:nvPr/>
          </p:nvSpPr>
          <p:spPr>
            <a:xfrm>
              <a:off x="6247282" y="2333992"/>
              <a:ext cx="365810" cy="2900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8" name="Group 667">
              <a:extLst>
                <a:ext uri="{FF2B5EF4-FFF2-40B4-BE49-F238E27FC236}">
                  <a16:creationId xmlns:a16="http://schemas.microsoft.com/office/drawing/2014/main" id="{A77C8B98-C0E8-4D42-A630-7686CD4ECDC7}"/>
                </a:ext>
              </a:extLst>
            </p:cNvPr>
            <p:cNvGrpSpPr/>
            <p:nvPr/>
          </p:nvGrpSpPr>
          <p:grpSpPr>
            <a:xfrm>
              <a:off x="6248724" y="2363625"/>
              <a:ext cx="349221" cy="223307"/>
              <a:chOff x="5770832" y="1560161"/>
              <a:chExt cx="346385" cy="181525"/>
            </a:xfrm>
          </p:grpSpPr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E30514AB-C17B-4F48-8F3B-FFA29227C657}"/>
                  </a:ext>
                </a:extLst>
              </p:cNvPr>
              <p:cNvSpPr/>
              <p:nvPr/>
            </p:nvSpPr>
            <p:spPr>
              <a:xfrm>
                <a:off x="5803713" y="1560161"/>
                <a:ext cx="67891" cy="177982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253C1259-6C5E-EE4B-B97C-85FE33B42D06}"/>
                  </a:ext>
                </a:extLst>
              </p:cNvPr>
              <p:cNvSpPr/>
              <p:nvPr/>
            </p:nvSpPr>
            <p:spPr>
              <a:xfrm>
                <a:off x="5905943" y="1597910"/>
                <a:ext cx="74277" cy="140234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54A43043-5E32-6E43-B2B1-94ADFAA31862}"/>
                  </a:ext>
                </a:extLst>
              </p:cNvPr>
              <p:cNvSpPr/>
              <p:nvPr/>
            </p:nvSpPr>
            <p:spPr>
              <a:xfrm>
                <a:off x="6008601" y="1660525"/>
                <a:ext cx="79854" cy="76204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DD50797C-C1B6-9D47-8C57-F8C7BE70E8DE}"/>
                  </a:ext>
                </a:extLst>
              </p:cNvPr>
              <p:cNvSpPr/>
              <p:nvPr/>
            </p:nvSpPr>
            <p:spPr>
              <a:xfrm>
                <a:off x="5770832" y="1728903"/>
                <a:ext cx="346385" cy="12783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5" name="Group 684">
            <a:extLst>
              <a:ext uri="{FF2B5EF4-FFF2-40B4-BE49-F238E27FC236}">
                <a16:creationId xmlns:a16="http://schemas.microsoft.com/office/drawing/2014/main" id="{CF9D9519-E8CB-A345-BF39-E993C36439F6}"/>
              </a:ext>
            </a:extLst>
          </p:cNvPr>
          <p:cNvGrpSpPr/>
          <p:nvPr/>
        </p:nvGrpSpPr>
        <p:grpSpPr>
          <a:xfrm rot="20623026">
            <a:off x="5801926" y="2579158"/>
            <a:ext cx="703901" cy="631809"/>
            <a:chOff x="6036208" y="46177"/>
            <a:chExt cx="1095709" cy="983494"/>
          </a:xfrm>
        </p:grpSpPr>
        <p:sp>
          <p:nvSpPr>
            <p:cNvPr id="686" name="Oval 685">
              <a:extLst>
                <a:ext uri="{FF2B5EF4-FFF2-40B4-BE49-F238E27FC236}">
                  <a16:creationId xmlns:a16="http://schemas.microsoft.com/office/drawing/2014/main" id="{BB5534C5-2DC6-DD4D-94BB-21DF6E17F66E}"/>
                </a:ext>
              </a:extLst>
            </p:cNvPr>
            <p:cNvSpPr/>
            <p:nvPr/>
          </p:nvSpPr>
          <p:spPr>
            <a:xfrm>
              <a:off x="6036208" y="753273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7" name="Oval 686">
              <a:extLst>
                <a:ext uri="{FF2B5EF4-FFF2-40B4-BE49-F238E27FC236}">
                  <a16:creationId xmlns:a16="http://schemas.microsoft.com/office/drawing/2014/main" id="{1FF8B6EC-9A8D-8C42-9A2C-3CC588F1BF63}"/>
                </a:ext>
              </a:extLst>
            </p:cNvPr>
            <p:cNvSpPr/>
            <p:nvPr/>
          </p:nvSpPr>
          <p:spPr>
            <a:xfrm>
              <a:off x="6145905" y="60359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8" name="Oval 687">
              <a:extLst>
                <a:ext uri="{FF2B5EF4-FFF2-40B4-BE49-F238E27FC236}">
                  <a16:creationId xmlns:a16="http://schemas.microsoft.com/office/drawing/2014/main" id="{76DE4BC9-EF53-D844-8BE8-DF97DA1DD5E7}"/>
                </a:ext>
              </a:extLst>
            </p:cNvPr>
            <p:cNvSpPr/>
            <p:nvPr/>
          </p:nvSpPr>
          <p:spPr>
            <a:xfrm>
              <a:off x="6246637" y="781924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9" name="Oval 688">
              <a:extLst>
                <a:ext uri="{FF2B5EF4-FFF2-40B4-BE49-F238E27FC236}">
                  <a16:creationId xmlns:a16="http://schemas.microsoft.com/office/drawing/2014/main" id="{9F225CF2-EBFB-2446-A689-CD2026E195C0}"/>
                </a:ext>
              </a:extLst>
            </p:cNvPr>
            <p:cNvSpPr/>
            <p:nvPr/>
          </p:nvSpPr>
          <p:spPr>
            <a:xfrm>
              <a:off x="6828809" y="666551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0" name="Oval 689">
              <a:extLst>
                <a:ext uri="{FF2B5EF4-FFF2-40B4-BE49-F238E27FC236}">
                  <a16:creationId xmlns:a16="http://schemas.microsoft.com/office/drawing/2014/main" id="{034B8440-A546-4747-B6F5-838D70FE214C}"/>
                </a:ext>
              </a:extLst>
            </p:cNvPr>
            <p:cNvSpPr/>
            <p:nvPr/>
          </p:nvSpPr>
          <p:spPr>
            <a:xfrm>
              <a:off x="6632209" y="251836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1" name="Oval 690">
              <a:extLst>
                <a:ext uri="{FF2B5EF4-FFF2-40B4-BE49-F238E27FC236}">
                  <a16:creationId xmlns:a16="http://schemas.microsoft.com/office/drawing/2014/main" id="{F71B3C27-C35C-DB4B-83B4-6B8C05D0774D}"/>
                </a:ext>
              </a:extLst>
            </p:cNvPr>
            <p:cNvSpPr/>
            <p:nvPr/>
          </p:nvSpPr>
          <p:spPr>
            <a:xfrm>
              <a:off x="6482580" y="10278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2" name="Oval 691">
              <a:extLst>
                <a:ext uri="{FF2B5EF4-FFF2-40B4-BE49-F238E27FC236}">
                  <a16:creationId xmlns:a16="http://schemas.microsoft.com/office/drawing/2014/main" id="{AE94ED9E-29FC-304B-B7B9-3AF033D3DA43}"/>
                </a:ext>
              </a:extLst>
            </p:cNvPr>
            <p:cNvSpPr/>
            <p:nvPr/>
          </p:nvSpPr>
          <p:spPr>
            <a:xfrm>
              <a:off x="6133741" y="917709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3" name="Oval 692">
              <a:extLst>
                <a:ext uri="{FF2B5EF4-FFF2-40B4-BE49-F238E27FC236}">
                  <a16:creationId xmlns:a16="http://schemas.microsoft.com/office/drawing/2014/main" id="{BE341809-3DEF-C646-949D-D87CF74D3EC1}"/>
                </a:ext>
              </a:extLst>
            </p:cNvPr>
            <p:cNvSpPr/>
            <p:nvPr/>
          </p:nvSpPr>
          <p:spPr>
            <a:xfrm>
              <a:off x="6684500" y="46177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4" name="Oval 693">
              <a:extLst>
                <a:ext uri="{FF2B5EF4-FFF2-40B4-BE49-F238E27FC236}">
                  <a16:creationId xmlns:a16="http://schemas.microsoft.com/office/drawing/2014/main" id="{866BFB04-8A96-934D-BCDA-484D92CD0DA0}"/>
                </a:ext>
              </a:extLst>
            </p:cNvPr>
            <p:cNvSpPr/>
            <p:nvPr/>
          </p:nvSpPr>
          <p:spPr>
            <a:xfrm>
              <a:off x="6828809" y="19585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5" name="Oval 694">
              <a:extLst>
                <a:ext uri="{FF2B5EF4-FFF2-40B4-BE49-F238E27FC236}">
                  <a16:creationId xmlns:a16="http://schemas.microsoft.com/office/drawing/2014/main" id="{2A8604B5-E5FA-F545-9244-1D4690C6273E}"/>
                </a:ext>
              </a:extLst>
            </p:cNvPr>
            <p:cNvSpPr/>
            <p:nvPr/>
          </p:nvSpPr>
          <p:spPr>
            <a:xfrm>
              <a:off x="6876646" y="844319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6" name="Oval 695">
              <a:extLst>
                <a:ext uri="{FF2B5EF4-FFF2-40B4-BE49-F238E27FC236}">
                  <a16:creationId xmlns:a16="http://schemas.microsoft.com/office/drawing/2014/main" id="{DFFE451F-2EA7-814F-A545-218295361EC3}"/>
                </a:ext>
              </a:extLst>
            </p:cNvPr>
            <p:cNvSpPr/>
            <p:nvPr/>
          </p:nvSpPr>
          <p:spPr>
            <a:xfrm>
              <a:off x="7019955" y="719091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6A20EC56-2D9D-1243-A314-F4F76CD110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3298" y="308517"/>
              <a:ext cx="211874" cy="4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697">
              <a:extLst>
                <a:ext uri="{FF2B5EF4-FFF2-40B4-BE49-F238E27FC236}">
                  <a16:creationId xmlns:a16="http://schemas.microsoft.com/office/drawing/2014/main" id="{F84014BB-EE6D-1043-8061-8F67057E8AD7}"/>
                </a:ext>
              </a:extLst>
            </p:cNvPr>
            <p:cNvCxnSpPr>
              <a:cxnSpLocks/>
            </p:cNvCxnSpPr>
            <p:nvPr/>
          </p:nvCxnSpPr>
          <p:spPr>
            <a:xfrm>
              <a:off x="6895171" y="728546"/>
              <a:ext cx="37171" cy="1709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7A589C2C-1A52-974A-9E59-FA06FDE7C4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4020" y="709961"/>
              <a:ext cx="193287" cy="631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699">
              <a:extLst>
                <a:ext uri="{FF2B5EF4-FFF2-40B4-BE49-F238E27FC236}">
                  <a16:creationId xmlns:a16="http://schemas.microsoft.com/office/drawing/2014/main" id="{EAE0132A-5BBD-D741-AA34-C913095B3B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3298" y="252761"/>
              <a:ext cx="204439" cy="557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700">
              <a:extLst>
                <a:ext uri="{FF2B5EF4-FFF2-40B4-BE49-F238E27FC236}">
                  <a16:creationId xmlns:a16="http://schemas.microsoft.com/office/drawing/2014/main" id="{9887EC56-7314-FA48-936A-0672466FF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7015" y="107795"/>
              <a:ext cx="55756" cy="2155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03D5FB7C-9E52-3148-B098-1EB8D7A45668}"/>
                </a:ext>
              </a:extLst>
            </p:cNvPr>
            <p:cNvCxnSpPr>
              <a:cxnSpLocks/>
            </p:cNvCxnSpPr>
            <p:nvPr/>
          </p:nvCxnSpPr>
          <p:spPr>
            <a:xfrm>
              <a:off x="6538332" y="159834"/>
              <a:ext cx="144966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3476E368-D4F1-9E4E-A67E-0E8AE7C98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1230" y="654205"/>
              <a:ext cx="96643" cy="1784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CC4DC5EB-5DCD-7A40-8C65-761208B761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4849" y="814039"/>
              <a:ext cx="226741" cy="148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60B01B3D-F98A-664A-A1D1-FCEA561953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927" y="828907"/>
              <a:ext cx="115229" cy="1449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705">
              <a:extLst>
                <a:ext uri="{FF2B5EF4-FFF2-40B4-BE49-F238E27FC236}">
                  <a16:creationId xmlns:a16="http://schemas.microsoft.com/office/drawing/2014/main" id="{5E6D18EF-9DF6-5D43-8168-B4A687B80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732263"/>
              <a:ext cx="591014" cy="1077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416C094E-DE52-224D-9584-0E22A8472E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315951"/>
              <a:ext cx="382858" cy="5203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4A25C823-65A6-A747-8367-84975CF84FDD}"/>
              </a:ext>
            </a:extLst>
          </p:cNvPr>
          <p:cNvGrpSpPr/>
          <p:nvPr/>
        </p:nvGrpSpPr>
        <p:grpSpPr>
          <a:xfrm>
            <a:off x="5335130" y="3086184"/>
            <a:ext cx="488987" cy="431346"/>
            <a:chOff x="5405061" y="3074658"/>
            <a:chExt cx="401770" cy="354410"/>
          </a:xfrm>
        </p:grpSpPr>
        <p:sp>
          <p:nvSpPr>
            <p:cNvPr id="726" name="Rectangle 725">
              <a:extLst>
                <a:ext uri="{FF2B5EF4-FFF2-40B4-BE49-F238E27FC236}">
                  <a16:creationId xmlns:a16="http://schemas.microsoft.com/office/drawing/2014/main" id="{92F4CC3E-AA76-E249-AEA0-BF5E7CAB74EE}"/>
                </a:ext>
              </a:extLst>
            </p:cNvPr>
            <p:cNvSpPr/>
            <p:nvPr/>
          </p:nvSpPr>
          <p:spPr>
            <a:xfrm>
              <a:off x="5426594" y="3141947"/>
              <a:ext cx="380237" cy="2871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8" name="Group 707">
              <a:extLst>
                <a:ext uri="{FF2B5EF4-FFF2-40B4-BE49-F238E27FC236}">
                  <a16:creationId xmlns:a16="http://schemas.microsoft.com/office/drawing/2014/main" id="{039D564A-0768-0D46-AF0C-FE79C559CA29}"/>
                </a:ext>
              </a:extLst>
            </p:cNvPr>
            <p:cNvGrpSpPr/>
            <p:nvPr/>
          </p:nvGrpSpPr>
          <p:grpSpPr>
            <a:xfrm>
              <a:off x="5405061" y="3074658"/>
              <a:ext cx="366954" cy="316384"/>
              <a:chOff x="5991135" y="379095"/>
              <a:chExt cx="271158" cy="266825"/>
            </a:xfrm>
          </p:grpSpPr>
          <p:sp>
            <p:nvSpPr>
              <p:cNvPr id="709" name="Freeform 708">
                <a:extLst>
                  <a:ext uri="{FF2B5EF4-FFF2-40B4-BE49-F238E27FC236}">
                    <a16:creationId xmlns:a16="http://schemas.microsoft.com/office/drawing/2014/main" id="{9F820296-BF99-4F4D-B887-EB195E151FF3}"/>
                  </a:ext>
                </a:extLst>
              </p:cNvPr>
              <p:cNvSpPr/>
              <p:nvPr/>
            </p:nvSpPr>
            <p:spPr>
              <a:xfrm>
                <a:off x="6020438" y="530956"/>
                <a:ext cx="193380" cy="79093"/>
              </a:xfrm>
              <a:custGeom>
                <a:avLst/>
                <a:gdLst>
                  <a:gd name="connsiteX0" fmla="*/ 0 w 204717"/>
                  <a:gd name="connsiteY0" fmla="*/ 77498 h 95713"/>
                  <a:gd name="connsiteX1" fmla="*/ 113732 w 204717"/>
                  <a:gd name="connsiteY1" fmla="*/ 161 h 95713"/>
                  <a:gd name="connsiteX2" fmla="*/ 204717 w 204717"/>
                  <a:gd name="connsiteY2" fmla="*/ 95695 h 95713"/>
                  <a:gd name="connsiteX0" fmla="*/ 0 w 211879"/>
                  <a:gd name="connsiteY0" fmla="*/ 77498 h 77498"/>
                  <a:gd name="connsiteX1" fmla="*/ 113732 w 211879"/>
                  <a:gd name="connsiteY1" fmla="*/ 161 h 77498"/>
                  <a:gd name="connsiteX2" fmla="*/ 211879 w 211879"/>
                  <a:gd name="connsiteY2" fmla="*/ 55491 h 77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79" h="77498">
                    <a:moveTo>
                      <a:pt x="0" y="77498"/>
                    </a:moveTo>
                    <a:cubicBezTo>
                      <a:pt x="39806" y="37313"/>
                      <a:pt x="79613" y="-2872"/>
                      <a:pt x="113732" y="161"/>
                    </a:cubicBezTo>
                    <a:cubicBezTo>
                      <a:pt x="147851" y="3194"/>
                      <a:pt x="173969" y="57008"/>
                      <a:pt x="211879" y="55491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10" name="Group 709">
                <a:extLst>
                  <a:ext uri="{FF2B5EF4-FFF2-40B4-BE49-F238E27FC236}">
                    <a16:creationId xmlns:a16="http://schemas.microsoft.com/office/drawing/2014/main" id="{9F2C4C76-2A3C-AA41-BF4A-BBDFC95ACC61}"/>
                  </a:ext>
                </a:extLst>
              </p:cNvPr>
              <p:cNvGrpSpPr/>
              <p:nvPr/>
            </p:nvGrpSpPr>
            <p:grpSpPr>
              <a:xfrm>
                <a:off x="5991135" y="379095"/>
                <a:ext cx="271158" cy="266825"/>
                <a:chOff x="6576522" y="1927904"/>
                <a:chExt cx="271158" cy="266825"/>
              </a:xfrm>
            </p:grpSpPr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E704C487-26FD-4C4F-9897-7187C40F5B3F}"/>
                    </a:ext>
                  </a:extLst>
                </p:cNvPr>
                <p:cNvSpPr/>
                <p:nvPr/>
              </p:nvSpPr>
              <p:spPr>
                <a:xfrm>
                  <a:off x="6580855" y="2178052"/>
                  <a:ext cx="266825" cy="16677"/>
                </a:xfrm>
                <a:prstGeom prst="rect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3" name="Rectangle 712">
                  <a:extLst>
                    <a:ext uri="{FF2B5EF4-FFF2-40B4-BE49-F238E27FC236}">
                      <a16:creationId xmlns:a16="http://schemas.microsoft.com/office/drawing/2014/main" id="{40F01400-524F-D848-B4A0-77DAC1FAED50}"/>
                    </a:ext>
                  </a:extLst>
                </p:cNvPr>
                <p:cNvSpPr/>
                <p:nvPr/>
              </p:nvSpPr>
              <p:spPr>
                <a:xfrm rot="5400000">
                  <a:off x="6451448" y="2052978"/>
                  <a:ext cx="266825" cy="16677"/>
                </a:xfrm>
                <a:prstGeom prst="rect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11" name="Freeform 710">
                <a:extLst>
                  <a:ext uri="{FF2B5EF4-FFF2-40B4-BE49-F238E27FC236}">
                    <a16:creationId xmlns:a16="http://schemas.microsoft.com/office/drawing/2014/main" id="{A7C50F52-C351-174F-AE2F-2500304AB1DC}"/>
                  </a:ext>
                </a:extLst>
              </p:cNvPr>
              <p:cNvSpPr/>
              <p:nvPr/>
            </p:nvSpPr>
            <p:spPr>
              <a:xfrm>
                <a:off x="6019329" y="430945"/>
                <a:ext cx="203739" cy="126412"/>
              </a:xfrm>
              <a:custGeom>
                <a:avLst/>
                <a:gdLst>
                  <a:gd name="connsiteX0" fmla="*/ 0 w 204717"/>
                  <a:gd name="connsiteY0" fmla="*/ 77498 h 95713"/>
                  <a:gd name="connsiteX1" fmla="*/ 113732 w 204717"/>
                  <a:gd name="connsiteY1" fmla="*/ 161 h 95713"/>
                  <a:gd name="connsiteX2" fmla="*/ 204717 w 204717"/>
                  <a:gd name="connsiteY2" fmla="*/ 95695 h 95713"/>
                  <a:gd name="connsiteX0" fmla="*/ 0 w 204717"/>
                  <a:gd name="connsiteY0" fmla="*/ 96103 h 96103"/>
                  <a:gd name="connsiteX1" fmla="*/ 113732 w 204717"/>
                  <a:gd name="connsiteY1" fmla="*/ 18766 h 96103"/>
                  <a:gd name="connsiteX2" fmla="*/ 204717 w 204717"/>
                  <a:gd name="connsiteY2" fmla="*/ 0 h 96103"/>
                  <a:gd name="connsiteX0" fmla="*/ 0 w 204717"/>
                  <a:gd name="connsiteY0" fmla="*/ 96103 h 96103"/>
                  <a:gd name="connsiteX1" fmla="*/ 94682 w 204717"/>
                  <a:gd name="connsiteY1" fmla="*/ 25116 h 96103"/>
                  <a:gd name="connsiteX2" fmla="*/ 204717 w 204717"/>
                  <a:gd name="connsiteY2" fmla="*/ 0 h 96103"/>
                  <a:gd name="connsiteX0" fmla="*/ 0 w 204717"/>
                  <a:gd name="connsiteY0" fmla="*/ 96103 h 96103"/>
                  <a:gd name="connsiteX1" fmla="*/ 204717 w 204717"/>
                  <a:gd name="connsiteY1" fmla="*/ 0 h 96103"/>
                  <a:gd name="connsiteX0" fmla="*/ 0 w 204717"/>
                  <a:gd name="connsiteY0" fmla="*/ 125944 h 125944"/>
                  <a:gd name="connsiteX1" fmla="*/ 204717 w 204717"/>
                  <a:gd name="connsiteY1" fmla="*/ 0 h 125944"/>
                  <a:gd name="connsiteX0" fmla="*/ 0 w 204717"/>
                  <a:gd name="connsiteY0" fmla="*/ 125944 h 125944"/>
                  <a:gd name="connsiteX1" fmla="*/ 204717 w 204717"/>
                  <a:gd name="connsiteY1" fmla="*/ 0 h 125944"/>
                  <a:gd name="connsiteX0" fmla="*/ 0 w 207985"/>
                  <a:gd name="connsiteY0" fmla="*/ 148324 h 148324"/>
                  <a:gd name="connsiteX1" fmla="*/ 207985 w 207985"/>
                  <a:gd name="connsiteY1" fmla="*/ 0 h 148324"/>
                  <a:gd name="connsiteX0" fmla="*/ 0 w 207985"/>
                  <a:gd name="connsiteY0" fmla="*/ 148324 h 148324"/>
                  <a:gd name="connsiteX1" fmla="*/ 207985 w 207985"/>
                  <a:gd name="connsiteY1" fmla="*/ 0 h 148324"/>
                  <a:gd name="connsiteX0" fmla="*/ 0 w 221058"/>
                  <a:gd name="connsiteY0" fmla="*/ 215465 h 215465"/>
                  <a:gd name="connsiteX1" fmla="*/ 221058 w 221058"/>
                  <a:gd name="connsiteY1" fmla="*/ 0 h 215465"/>
                  <a:gd name="connsiteX0" fmla="*/ 0 w 235067"/>
                  <a:gd name="connsiteY0" fmla="*/ 174109 h 174109"/>
                  <a:gd name="connsiteX1" fmla="*/ 235067 w 235067"/>
                  <a:gd name="connsiteY1" fmla="*/ 0 h 174109"/>
                  <a:gd name="connsiteX0" fmla="*/ 0 w 291104"/>
                  <a:gd name="connsiteY0" fmla="*/ 155728 h 155728"/>
                  <a:gd name="connsiteX1" fmla="*/ 291104 w 291104"/>
                  <a:gd name="connsiteY1" fmla="*/ 0 h 155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04" h="155728">
                    <a:moveTo>
                      <a:pt x="0" y="155728"/>
                    </a:moveTo>
                    <a:cubicBezTo>
                      <a:pt x="58434" y="87636"/>
                      <a:pt x="180377" y="23331"/>
                      <a:pt x="291104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FFDE3F14-EF1A-7440-BBB0-13F5533A67B5}"/>
              </a:ext>
            </a:extLst>
          </p:cNvPr>
          <p:cNvGrpSpPr/>
          <p:nvPr/>
        </p:nvGrpSpPr>
        <p:grpSpPr>
          <a:xfrm>
            <a:off x="5803130" y="3252245"/>
            <a:ext cx="874499" cy="759653"/>
            <a:chOff x="5803130" y="3252245"/>
            <a:chExt cx="874499" cy="759653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232B1E48-1AA7-464B-975D-0B043B27F3A2}"/>
                </a:ext>
              </a:extLst>
            </p:cNvPr>
            <p:cNvSpPr/>
            <p:nvPr/>
          </p:nvSpPr>
          <p:spPr>
            <a:xfrm rot="4179870">
              <a:off x="6423085" y="3757354"/>
              <a:ext cx="379872" cy="129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14" name="Group 713">
              <a:extLst>
                <a:ext uri="{FF2B5EF4-FFF2-40B4-BE49-F238E27FC236}">
                  <a16:creationId xmlns:a16="http://schemas.microsoft.com/office/drawing/2014/main" id="{58A19778-858C-6242-8347-65B32B7C9F0F}"/>
                </a:ext>
              </a:extLst>
            </p:cNvPr>
            <p:cNvGrpSpPr/>
            <p:nvPr/>
          </p:nvGrpSpPr>
          <p:grpSpPr>
            <a:xfrm>
              <a:off x="5803130" y="3252245"/>
              <a:ext cx="836040" cy="714657"/>
              <a:chOff x="9431517" y="5515365"/>
              <a:chExt cx="668549" cy="571483"/>
            </a:xfrm>
          </p:grpSpPr>
          <p:cxnSp>
            <p:nvCxnSpPr>
              <p:cNvPr id="715" name="Straight Connector 714">
                <a:extLst>
                  <a:ext uri="{FF2B5EF4-FFF2-40B4-BE49-F238E27FC236}">
                    <a16:creationId xmlns:a16="http://schemas.microsoft.com/office/drawing/2014/main" id="{906B6BEE-D072-EB40-B664-E5BD770C2E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929748" y="5566933"/>
                <a:ext cx="170318" cy="48507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" name="Terminator 715">
                <a:extLst>
                  <a:ext uri="{FF2B5EF4-FFF2-40B4-BE49-F238E27FC236}">
                    <a16:creationId xmlns:a16="http://schemas.microsoft.com/office/drawing/2014/main" id="{0146C195-1292-9E41-B4DC-6181FA6CDE7D}"/>
                  </a:ext>
                </a:extLst>
              </p:cNvPr>
              <p:cNvSpPr/>
              <p:nvPr/>
            </p:nvSpPr>
            <p:spPr>
              <a:xfrm rot="2474403">
                <a:off x="9431517" y="5791310"/>
                <a:ext cx="263532" cy="86965"/>
              </a:xfrm>
              <a:prstGeom prst="flowChartTerminator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7" name="Terminator 716">
                <a:extLst>
                  <a:ext uri="{FF2B5EF4-FFF2-40B4-BE49-F238E27FC236}">
                    <a16:creationId xmlns:a16="http://schemas.microsoft.com/office/drawing/2014/main" id="{0CD1C98D-0BAC-654F-8CC3-5C6352DA7371}"/>
                  </a:ext>
                </a:extLst>
              </p:cNvPr>
              <p:cNvSpPr/>
              <p:nvPr/>
            </p:nvSpPr>
            <p:spPr>
              <a:xfrm rot="19815812">
                <a:off x="9804897" y="5785045"/>
                <a:ext cx="263532" cy="86965"/>
              </a:xfrm>
              <a:prstGeom prst="flowChartTerminator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8" name="Delay 717">
                <a:extLst>
                  <a:ext uri="{FF2B5EF4-FFF2-40B4-BE49-F238E27FC236}">
                    <a16:creationId xmlns:a16="http://schemas.microsoft.com/office/drawing/2014/main" id="{7E2F7D6D-027D-C444-AC7D-9A082C2AED99}"/>
                  </a:ext>
                </a:extLst>
              </p:cNvPr>
              <p:cNvSpPr/>
              <p:nvPr/>
            </p:nvSpPr>
            <p:spPr>
              <a:xfrm rot="16200000">
                <a:off x="9606971" y="5827497"/>
                <a:ext cx="282101" cy="236602"/>
              </a:xfrm>
              <a:prstGeom prst="flowChartDelay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9" name="Triangle 718">
                <a:extLst>
                  <a:ext uri="{FF2B5EF4-FFF2-40B4-BE49-F238E27FC236}">
                    <a16:creationId xmlns:a16="http://schemas.microsoft.com/office/drawing/2014/main" id="{658C96FC-7BFE-1745-83C5-B396375E3174}"/>
                  </a:ext>
                </a:extLst>
              </p:cNvPr>
              <p:cNvSpPr/>
              <p:nvPr/>
            </p:nvSpPr>
            <p:spPr>
              <a:xfrm>
                <a:off x="9682336" y="5515365"/>
                <a:ext cx="128995" cy="165659"/>
              </a:xfrm>
              <a:prstGeom prst="triangl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0" name="Oval 719">
                <a:extLst>
                  <a:ext uri="{FF2B5EF4-FFF2-40B4-BE49-F238E27FC236}">
                    <a16:creationId xmlns:a16="http://schemas.microsoft.com/office/drawing/2014/main" id="{14C095E7-6945-1141-9617-058F8492857B}"/>
                  </a:ext>
                </a:extLst>
              </p:cNvPr>
              <p:cNvSpPr/>
              <p:nvPr/>
            </p:nvSpPr>
            <p:spPr>
              <a:xfrm>
                <a:off x="9573248" y="5632534"/>
                <a:ext cx="356500" cy="20622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1" name="Oval 720">
                <a:extLst>
                  <a:ext uri="{FF2B5EF4-FFF2-40B4-BE49-F238E27FC236}">
                    <a16:creationId xmlns:a16="http://schemas.microsoft.com/office/drawing/2014/main" id="{D43E4F5C-448B-874D-B801-51D7D3251839}"/>
                  </a:ext>
                </a:extLst>
              </p:cNvPr>
              <p:cNvSpPr/>
              <p:nvPr/>
            </p:nvSpPr>
            <p:spPr>
              <a:xfrm>
                <a:off x="9668020" y="5689211"/>
                <a:ext cx="163260" cy="16326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2" name="Oval 721">
                <a:extLst>
                  <a:ext uri="{FF2B5EF4-FFF2-40B4-BE49-F238E27FC236}">
                    <a16:creationId xmlns:a16="http://schemas.microsoft.com/office/drawing/2014/main" id="{769D354F-3C85-EE45-86CF-6393F41359D4}"/>
                  </a:ext>
                </a:extLst>
              </p:cNvPr>
              <p:cNvSpPr/>
              <p:nvPr/>
            </p:nvSpPr>
            <p:spPr>
              <a:xfrm>
                <a:off x="9898202" y="5535387"/>
                <a:ext cx="63093" cy="63093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41" name="Picture 740">
            <a:extLst>
              <a:ext uri="{FF2B5EF4-FFF2-40B4-BE49-F238E27FC236}">
                <a16:creationId xmlns:a16="http://schemas.microsoft.com/office/drawing/2014/main" id="{CABCF03D-D2A3-4B43-8360-DA57FCF52F7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54296" y="-473323"/>
            <a:ext cx="6882362" cy="6858000"/>
          </a:xfrm>
          <a:prstGeom prst="rect">
            <a:avLst/>
          </a:prstGeom>
        </p:spPr>
      </p:pic>
      <p:pic>
        <p:nvPicPr>
          <p:cNvPr id="742" name="Picture 741">
            <a:extLst>
              <a:ext uri="{FF2B5EF4-FFF2-40B4-BE49-F238E27FC236}">
                <a16:creationId xmlns:a16="http://schemas.microsoft.com/office/drawing/2014/main" id="{7E466109-AD66-494D-B0BD-3305AF9A1E86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438484" y="-6170333"/>
            <a:ext cx="5384800" cy="5321300"/>
          </a:xfrm>
          <a:prstGeom prst="rect">
            <a:avLst/>
          </a:prstGeom>
        </p:spPr>
      </p:pic>
      <p:grpSp>
        <p:nvGrpSpPr>
          <p:cNvPr id="748" name="Group 747">
            <a:extLst>
              <a:ext uri="{FF2B5EF4-FFF2-40B4-BE49-F238E27FC236}">
                <a16:creationId xmlns:a16="http://schemas.microsoft.com/office/drawing/2014/main" id="{627D3A82-304B-7D44-BC99-60B3DF8E2713}"/>
              </a:ext>
            </a:extLst>
          </p:cNvPr>
          <p:cNvGrpSpPr/>
          <p:nvPr/>
        </p:nvGrpSpPr>
        <p:grpSpPr>
          <a:xfrm rot="20186334">
            <a:off x="4523124" y="1184395"/>
            <a:ext cx="269302" cy="307958"/>
            <a:chOff x="4544158" y="1413029"/>
            <a:chExt cx="269302" cy="307958"/>
          </a:xfrm>
        </p:grpSpPr>
        <p:sp>
          <p:nvSpPr>
            <p:cNvPr id="743" name="Trapezium 742">
              <a:extLst>
                <a:ext uri="{FF2B5EF4-FFF2-40B4-BE49-F238E27FC236}">
                  <a16:creationId xmlns:a16="http://schemas.microsoft.com/office/drawing/2014/main" id="{9FB3069D-EC8B-6A44-9060-F09B014A5CE2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4" name="Straight Connector 743">
              <a:extLst>
                <a:ext uri="{FF2B5EF4-FFF2-40B4-BE49-F238E27FC236}">
                  <a16:creationId xmlns:a16="http://schemas.microsoft.com/office/drawing/2014/main" id="{F5666FD1-CC5F-1848-9A98-FB6E3DF154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B128DF62-7DF1-2445-9080-92223AB85BAB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745">
              <a:extLst>
                <a:ext uri="{FF2B5EF4-FFF2-40B4-BE49-F238E27FC236}">
                  <a16:creationId xmlns:a16="http://schemas.microsoft.com/office/drawing/2014/main" id="{2B6BB3AE-796B-1F44-B926-2DE207380F43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>
              <a:extLst>
                <a:ext uri="{FF2B5EF4-FFF2-40B4-BE49-F238E27FC236}">
                  <a16:creationId xmlns:a16="http://schemas.microsoft.com/office/drawing/2014/main" id="{37F140C8-5C25-4E44-A02C-7B7231499BBA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9" name="Group 748">
            <a:extLst>
              <a:ext uri="{FF2B5EF4-FFF2-40B4-BE49-F238E27FC236}">
                <a16:creationId xmlns:a16="http://schemas.microsoft.com/office/drawing/2014/main" id="{2B4D8CC1-6499-534B-AA0C-ED1B0A6B78E2}"/>
              </a:ext>
            </a:extLst>
          </p:cNvPr>
          <p:cNvGrpSpPr/>
          <p:nvPr/>
        </p:nvGrpSpPr>
        <p:grpSpPr>
          <a:xfrm rot="1075215">
            <a:off x="4191514" y="1242107"/>
            <a:ext cx="269302" cy="307958"/>
            <a:chOff x="4544158" y="1413029"/>
            <a:chExt cx="269302" cy="307958"/>
          </a:xfrm>
        </p:grpSpPr>
        <p:sp>
          <p:nvSpPr>
            <p:cNvPr id="750" name="Trapezium 749">
              <a:extLst>
                <a:ext uri="{FF2B5EF4-FFF2-40B4-BE49-F238E27FC236}">
                  <a16:creationId xmlns:a16="http://schemas.microsoft.com/office/drawing/2014/main" id="{FF2E8796-59F4-CC44-95C0-95C6E46ED525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A6E20EC1-8F91-064A-95BB-792C5C3ADF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751">
              <a:extLst>
                <a:ext uri="{FF2B5EF4-FFF2-40B4-BE49-F238E27FC236}">
                  <a16:creationId xmlns:a16="http://schemas.microsoft.com/office/drawing/2014/main" id="{6CE4EC55-A4C4-E140-A9E4-3F396782A6A4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276E26A6-FAB0-7F49-9F96-765757012B2D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50F1C45D-0C76-C649-A75F-176C85F1D6FB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5" name="Group 754">
            <a:extLst>
              <a:ext uri="{FF2B5EF4-FFF2-40B4-BE49-F238E27FC236}">
                <a16:creationId xmlns:a16="http://schemas.microsoft.com/office/drawing/2014/main" id="{A07E9593-9154-B64B-8DC8-EBDD558B6A1E}"/>
              </a:ext>
            </a:extLst>
          </p:cNvPr>
          <p:cNvGrpSpPr/>
          <p:nvPr/>
        </p:nvGrpSpPr>
        <p:grpSpPr>
          <a:xfrm>
            <a:off x="4385917" y="1227156"/>
            <a:ext cx="269302" cy="307958"/>
            <a:chOff x="4544158" y="1413029"/>
            <a:chExt cx="269302" cy="307958"/>
          </a:xfrm>
        </p:grpSpPr>
        <p:sp>
          <p:nvSpPr>
            <p:cNvPr id="756" name="Trapezium 755">
              <a:extLst>
                <a:ext uri="{FF2B5EF4-FFF2-40B4-BE49-F238E27FC236}">
                  <a16:creationId xmlns:a16="http://schemas.microsoft.com/office/drawing/2014/main" id="{3656117A-F2A3-364B-91F4-915878FAB7E7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7" name="Straight Connector 756">
              <a:extLst>
                <a:ext uri="{FF2B5EF4-FFF2-40B4-BE49-F238E27FC236}">
                  <a16:creationId xmlns:a16="http://schemas.microsoft.com/office/drawing/2014/main" id="{FF4D60A5-80CD-344C-B310-570571E7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757">
              <a:extLst>
                <a:ext uri="{FF2B5EF4-FFF2-40B4-BE49-F238E27FC236}">
                  <a16:creationId xmlns:a16="http://schemas.microsoft.com/office/drawing/2014/main" id="{995035D2-9B49-9947-8919-9CED5C50A0B8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758">
              <a:extLst>
                <a:ext uri="{FF2B5EF4-FFF2-40B4-BE49-F238E27FC236}">
                  <a16:creationId xmlns:a16="http://schemas.microsoft.com/office/drawing/2014/main" id="{C0A0B58D-E456-5D44-98BE-71E24D42EE92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759">
              <a:extLst>
                <a:ext uri="{FF2B5EF4-FFF2-40B4-BE49-F238E27FC236}">
                  <a16:creationId xmlns:a16="http://schemas.microsoft.com/office/drawing/2014/main" id="{60802250-2732-E344-B3B1-2E8EC398CD12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8" name="Terminator 387">
            <a:extLst>
              <a:ext uri="{FF2B5EF4-FFF2-40B4-BE49-F238E27FC236}">
                <a16:creationId xmlns:a16="http://schemas.microsoft.com/office/drawing/2014/main" id="{50C0F995-2C2A-814B-9B85-D08A2D3C5904}"/>
              </a:ext>
            </a:extLst>
          </p:cNvPr>
          <p:cNvSpPr/>
          <p:nvPr/>
        </p:nvSpPr>
        <p:spPr>
          <a:xfrm rot="3683302">
            <a:off x="4052415" y="1029305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2" name="Rounded Rectangular Callout 761">
            <a:extLst>
              <a:ext uri="{FF2B5EF4-FFF2-40B4-BE49-F238E27FC236}">
                <a16:creationId xmlns:a16="http://schemas.microsoft.com/office/drawing/2014/main" id="{00501E45-B118-104F-807F-835721C8D765}"/>
              </a:ext>
            </a:extLst>
          </p:cNvPr>
          <p:cNvSpPr/>
          <p:nvPr/>
        </p:nvSpPr>
        <p:spPr>
          <a:xfrm>
            <a:off x="4280430" y="471123"/>
            <a:ext cx="258421" cy="290556"/>
          </a:xfrm>
          <a:prstGeom prst="wedgeRoundRectCallout">
            <a:avLst>
              <a:gd name="adj1" fmla="val -69294"/>
              <a:gd name="adj2" fmla="val 31094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3" name="Rounded Rectangular Callout 762">
            <a:extLst>
              <a:ext uri="{FF2B5EF4-FFF2-40B4-BE49-F238E27FC236}">
                <a16:creationId xmlns:a16="http://schemas.microsoft.com/office/drawing/2014/main" id="{B29DCB29-9B18-3143-94D3-CD8315D0ABF6}"/>
              </a:ext>
            </a:extLst>
          </p:cNvPr>
          <p:cNvSpPr/>
          <p:nvPr/>
        </p:nvSpPr>
        <p:spPr>
          <a:xfrm>
            <a:off x="4625918" y="471123"/>
            <a:ext cx="258421" cy="290556"/>
          </a:xfrm>
          <a:prstGeom prst="wedgeRoundRectCallout">
            <a:avLst>
              <a:gd name="adj1" fmla="val -31207"/>
              <a:gd name="adj2" fmla="val 71525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6" name="Parallelogram 765">
            <a:extLst>
              <a:ext uri="{FF2B5EF4-FFF2-40B4-BE49-F238E27FC236}">
                <a16:creationId xmlns:a16="http://schemas.microsoft.com/office/drawing/2014/main" id="{E31A2564-3A18-2F49-A44B-D50F341382B8}"/>
              </a:ext>
            </a:extLst>
          </p:cNvPr>
          <p:cNvSpPr/>
          <p:nvPr/>
        </p:nvSpPr>
        <p:spPr>
          <a:xfrm rot="10800000" flipV="1">
            <a:off x="3057642" y="1409451"/>
            <a:ext cx="273555" cy="183398"/>
          </a:xfrm>
          <a:prstGeom prst="parallelogram">
            <a:avLst>
              <a:gd name="adj" fmla="val 1759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Parallelogram 766">
            <a:extLst>
              <a:ext uri="{FF2B5EF4-FFF2-40B4-BE49-F238E27FC236}">
                <a16:creationId xmlns:a16="http://schemas.microsoft.com/office/drawing/2014/main" id="{F11ADBD5-FD4E-FD4B-A832-885A359A0269}"/>
              </a:ext>
            </a:extLst>
          </p:cNvPr>
          <p:cNvSpPr/>
          <p:nvPr/>
        </p:nvSpPr>
        <p:spPr>
          <a:xfrm rot="10800000" flipV="1">
            <a:off x="3167775" y="1409451"/>
            <a:ext cx="167947" cy="183398"/>
          </a:xfrm>
          <a:prstGeom prst="parallelogram">
            <a:avLst>
              <a:gd name="adj" fmla="val 2156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8" name="Picture 767">
            <a:extLst>
              <a:ext uri="{FF2B5EF4-FFF2-40B4-BE49-F238E27FC236}">
                <a16:creationId xmlns:a16="http://schemas.microsoft.com/office/drawing/2014/main" id="{76206667-EDBE-C64E-8533-F83E04BDC48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82432" y="-6430925"/>
            <a:ext cx="5384800" cy="5359400"/>
          </a:xfrm>
          <a:prstGeom prst="rect">
            <a:avLst/>
          </a:prstGeom>
        </p:spPr>
      </p:pic>
      <p:pic>
        <p:nvPicPr>
          <p:cNvPr id="769" name="Picture 768">
            <a:extLst>
              <a:ext uri="{FF2B5EF4-FFF2-40B4-BE49-F238E27FC236}">
                <a16:creationId xmlns:a16="http://schemas.microsoft.com/office/drawing/2014/main" id="{15FA3806-D682-8843-A7BA-DC479F26EE7B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834980" y="-5794623"/>
            <a:ext cx="5359400" cy="5321300"/>
          </a:xfrm>
          <a:prstGeom prst="rect">
            <a:avLst/>
          </a:prstGeom>
        </p:spPr>
      </p:pic>
      <p:pic>
        <p:nvPicPr>
          <p:cNvPr id="771" name="Picture 770">
            <a:extLst>
              <a:ext uri="{FF2B5EF4-FFF2-40B4-BE49-F238E27FC236}">
                <a16:creationId xmlns:a16="http://schemas.microsoft.com/office/drawing/2014/main" id="{3D99733B-906D-EB46-8131-32C2155BDAAD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6482403" y="546202"/>
            <a:ext cx="5346700" cy="5308600"/>
          </a:xfrm>
          <a:prstGeom prst="rect">
            <a:avLst/>
          </a:prstGeom>
        </p:spPr>
      </p:pic>
      <p:pic>
        <p:nvPicPr>
          <p:cNvPr id="772" name="Picture 771">
            <a:extLst>
              <a:ext uri="{FF2B5EF4-FFF2-40B4-BE49-F238E27FC236}">
                <a16:creationId xmlns:a16="http://schemas.microsoft.com/office/drawing/2014/main" id="{7752598D-17C0-E744-95BB-BB396EF30750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66139" y="11032315"/>
            <a:ext cx="5270500" cy="5283200"/>
          </a:xfrm>
          <a:prstGeom prst="rect">
            <a:avLst/>
          </a:prstGeom>
        </p:spPr>
      </p:pic>
      <p:sp>
        <p:nvSpPr>
          <p:cNvPr id="773" name="Terminator 772">
            <a:extLst>
              <a:ext uri="{FF2B5EF4-FFF2-40B4-BE49-F238E27FC236}">
                <a16:creationId xmlns:a16="http://schemas.microsoft.com/office/drawing/2014/main" id="{3DFBCED5-159C-C640-A14E-A97D929FC6E6}"/>
              </a:ext>
            </a:extLst>
          </p:cNvPr>
          <p:cNvSpPr/>
          <p:nvPr/>
        </p:nvSpPr>
        <p:spPr>
          <a:xfrm rot="6817979">
            <a:off x="202940" y="2691979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" name="Delay 773">
            <a:extLst>
              <a:ext uri="{FF2B5EF4-FFF2-40B4-BE49-F238E27FC236}">
                <a16:creationId xmlns:a16="http://schemas.microsoft.com/office/drawing/2014/main" id="{2555D36A-68C6-3B45-BA4E-C8300AA93DC3}"/>
              </a:ext>
            </a:extLst>
          </p:cNvPr>
          <p:cNvSpPr/>
          <p:nvPr/>
        </p:nvSpPr>
        <p:spPr>
          <a:xfrm rot="16200000">
            <a:off x="409364" y="2535292"/>
            <a:ext cx="564761" cy="373086"/>
          </a:xfrm>
          <a:prstGeom prst="flowChartDelay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5" name="Oval 774">
            <a:extLst>
              <a:ext uri="{FF2B5EF4-FFF2-40B4-BE49-F238E27FC236}">
                <a16:creationId xmlns:a16="http://schemas.microsoft.com/office/drawing/2014/main" id="{550DB0D2-8049-584E-842E-CD361C1F0F61}"/>
              </a:ext>
            </a:extLst>
          </p:cNvPr>
          <p:cNvSpPr/>
          <p:nvPr/>
        </p:nvSpPr>
        <p:spPr>
          <a:xfrm>
            <a:off x="558609" y="2237848"/>
            <a:ext cx="347615" cy="347615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89F20406-05E1-4E44-B8DE-65F0D6679B86}"/>
              </a:ext>
            </a:extLst>
          </p:cNvPr>
          <p:cNvSpPr/>
          <p:nvPr/>
        </p:nvSpPr>
        <p:spPr>
          <a:xfrm>
            <a:off x="291264" y="2161433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7" name="Delay 776">
            <a:extLst>
              <a:ext uri="{FF2B5EF4-FFF2-40B4-BE49-F238E27FC236}">
                <a16:creationId xmlns:a16="http://schemas.microsoft.com/office/drawing/2014/main" id="{5881DC17-21F2-3B41-90E9-912F7BE5458B}"/>
              </a:ext>
            </a:extLst>
          </p:cNvPr>
          <p:cNvSpPr/>
          <p:nvPr/>
        </p:nvSpPr>
        <p:spPr>
          <a:xfrm rot="16200000">
            <a:off x="1085626" y="2743376"/>
            <a:ext cx="371735" cy="371735"/>
          </a:xfrm>
          <a:prstGeom prst="flowChartDelay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8" name="Oval 777">
            <a:extLst>
              <a:ext uri="{FF2B5EF4-FFF2-40B4-BE49-F238E27FC236}">
                <a16:creationId xmlns:a16="http://schemas.microsoft.com/office/drawing/2014/main" id="{CA73D9BF-EC60-3941-B3CB-6DC6E3034205}"/>
              </a:ext>
            </a:extLst>
          </p:cNvPr>
          <p:cNvSpPr/>
          <p:nvPr/>
        </p:nvSpPr>
        <p:spPr>
          <a:xfrm>
            <a:off x="1156999" y="2567371"/>
            <a:ext cx="231657" cy="23165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" name="Oval 778">
            <a:extLst>
              <a:ext uri="{FF2B5EF4-FFF2-40B4-BE49-F238E27FC236}">
                <a16:creationId xmlns:a16="http://schemas.microsoft.com/office/drawing/2014/main" id="{9CE2C5DE-A478-8C4B-96B9-FF7359AC742B}"/>
              </a:ext>
            </a:extLst>
          </p:cNvPr>
          <p:cNvSpPr/>
          <p:nvPr/>
        </p:nvSpPr>
        <p:spPr>
          <a:xfrm>
            <a:off x="400130" y="2972634"/>
            <a:ext cx="45719" cy="45719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0" name="Trapezium 779">
            <a:extLst>
              <a:ext uri="{FF2B5EF4-FFF2-40B4-BE49-F238E27FC236}">
                <a16:creationId xmlns:a16="http://schemas.microsoft.com/office/drawing/2014/main" id="{D2E451EC-2BF6-F649-BF99-F78746EE7CC7}"/>
              </a:ext>
            </a:extLst>
          </p:cNvPr>
          <p:cNvSpPr/>
          <p:nvPr/>
        </p:nvSpPr>
        <p:spPr>
          <a:xfrm>
            <a:off x="307139" y="2966767"/>
            <a:ext cx="1334482" cy="458616"/>
          </a:xfrm>
          <a:prstGeom prst="trapezoid">
            <a:avLst>
              <a:gd name="adj" fmla="val 21512"/>
            </a:avLst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1" name="Group 780">
            <a:extLst>
              <a:ext uri="{FF2B5EF4-FFF2-40B4-BE49-F238E27FC236}">
                <a16:creationId xmlns:a16="http://schemas.microsoft.com/office/drawing/2014/main" id="{25F9C7D7-AB1A-3A4D-A4B8-ED3A550E4A05}"/>
              </a:ext>
            </a:extLst>
          </p:cNvPr>
          <p:cNvGrpSpPr/>
          <p:nvPr/>
        </p:nvGrpSpPr>
        <p:grpSpPr>
          <a:xfrm rot="20186334">
            <a:off x="1243495" y="2947544"/>
            <a:ext cx="269302" cy="307958"/>
            <a:chOff x="4544158" y="1413029"/>
            <a:chExt cx="269302" cy="307958"/>
          </a:xfrm>
        </p:grpSpPr>
        <p:sp>
          <p:nvSpPr>
            <p:cNvPr id="782" name="Trapezium 781">
              <a:extLst>
                <a:ext uri="{FF2B5EF4-FFF2-40B4-BE49-F238E27FC236}">
                  <a16:creationId xmlns:a16="http://schemas.microsoft.com/office/drawing/2014/main" id="{FC5C44BF-2DA1-EC49-B8B0-619B43887C52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3" name="Straight Connector 782">
              <a:extLst>
                <a:ext uri="{FF2B5EF4-FFF2-40B4-BE49-F238E27FC236}">
                  <a16:creationId xmlns:a16="http://schemas.microsoft.com/office/drawing/2014/main" id="{B4537D2A-39DF-6B45-87B4-4411DF8356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783">
              <a:extLst>
                <a:ext uri="{FF2B5EF4-FFF2-40B4-BE49-F238E27FC236}">
                  <a16:creationId xmlns:a16="http://schemas.microsoft.com/office/drawing/2014/main" id="{1937C324-E531-1F46-BB7A-D74ADC9CA1B5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784">
              <a:extLst>
                <a:ext uri="{FF2B5EF4-FFF2-40B4-BE49-F238E27FC236}">
                  <a16:creationId xmlns:a16="http://schemas.microsoft.com/office/drawing/2014/main" id="{3EA24A53-9C8A-8F44-A998-4E7B49D6D4F1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B7118EBA-D529-6E45-82BD-FFEAA2FE517F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4EBE1D3A-1C44-A244-BCE3-18495A6617BC}"/>
              </a:ext>
            </a:extLst>
          </p:cNvPr>
          <p:cNvGrpSpPr/>
          <p:nvPr/>
        </p:nvGrpSpPr>
        <p:grpSpPr>
          <a:xfrm rot="1075215">
            <a:off x="911885" y="3005256"/>
            <a:ext cx="269302" cy="307958"/>
            <a:chOff x="4544158" y="1413029"/>
            <a:chExt cx="269302" cy="307958"/>
          </a:xfrm>
        </p:grpSpPr>
        <p:sp>
          <p:nvSpPr>
            <p:cNvPr id="788" name="Trapezium 787">
              <a:extLst>
                <a:ext uri="{FF2B5EF4-FFF2-40B4-BE49-F238E27FC236}">
                  <a16:creationId xmlns:a16="http://schemas.microsoft.com/office/drawing/2014/main" id="{EE455BA1-4BA3-CA4B-B468-45A741B4D7FE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9" name="Straight Connector 788">
              <a:extLst>
                <a:ext uri="{FF2B5EF4-FFF2-40B4-BE49-F238E27FC236}">
                  <a16:creationId xmlns:a16="http://schemas.microsoft.com/office/drawing/2014/main" id="{267EDB27-2DBB-1F4D-8202-BDF5551772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789">
              <a:extLst>
                <a:ext uri="{FF2B5EF4-FFF2-40B4-BE49-F238E27FC236}">
                  <a16:creationId xmlns:a16="http://schemas.microsoft.com/office/drawing/2014/main" id="{3C5E9147-5E22-F542-B373-C877EBD3D5ED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790">
              <a:extLst>
                <a:ext uri="{FF2B5EF4-FFF2-40B4-BE49-F238E27FC236}">
                  <a16:creationId xmlns:a16="http://schemas.microsoft.com/office/drawing/2014/main" id="{10310ACE-E02F-E14B-9185-90336B558EC2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791">
              <a:extLst>
                <a:ext uri="{FF2B5EF4-FFF2-40B4-BE49-F238E27FC236}">
                  <a16:creationId xmlns:a16="http://schemas.microsoft.com/office/drawing/2014/main" id="{EA81F12F-4529-F74D-BBA4-169B46851D84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15231B62-4360-4041-B55F-0BD807DE04C7}"/>
              </a:ext>
            </a:extLst>
          </p:cNvPr>
          <p:cNvGrpSpPr/>
          <p:nvPr/>
        </p:nvGrpSpPr>
        <p:grpSpPr>
          <a:xfrm>
            <a:off x="1106288" y="2990305"/>
            <a:ext cx="269302" cy="307958"/>
            <a:chOff x="4544158" y="1413029"/>
            <a:chExt cx="269302" cy="307958"/>
          </a:xfrm>
        </p:grpSpPr>
        <p:sp>
          <p:nvSpPr>
            <p:cNvPr id="794" name="Trapezium 793">
              <a:extLst>
                <a:ext uri="{FF2B5EF4-FFF2-40B4-BE49-F238E27FC236}">
                  <a16:creationId xmlns:a16="http://schemas.microsoft.com/office/drawing/2014/main" id="{B0D85483-5549-8B45-9E7E-74B6D8232495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5" name="Straight Connector 794">
              <a:extLst>
                <a:ext uri="{FF2B5EF4-FFF2-40B4-BE49-F238E27FC236}">
                  <a16:creationId xmlns:a16="http://schemas.microsoft.com/office/drawing/2014/main" id="{E4D76991-C21A-2B4D-8410-8F8AF2ED7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795">
              <a:extLst>
                <a:ext uri="{FF2B5EF4-FFF2-40B4-BE49-F238E27FC236}">
                  <a16:creationId xmlns:a16="http://schemas.microsoft.com/office/drawing/2014/main" id="{F9249F55-8028-E740-A723-8BA51509202E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796">
              <a:extLst>
                <a:ext uri="{FF2B5EF4-FFF2-40B4-BE49-F238E27FC236}">
                  <a16:creationId xmlns:a16="http://schemas.microsoft.com/office/drawing/2014/main" id="{7C679FCA-CAA3-8245-B642-53E94A382A4B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>
              <a:extLst>
                <a:ext uri="{FF2B5EF4-FFF2-40B4-BE49-F238E27FC236}">
                  <a16:creationId xmlns:a16="http://schemas.microsoft.com/office/drawing/2014/main" id="{05CF9C4C-43CB-5542-BDEA-347F48B304D5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0" name="Rounded Rectangular Callout 799">
            <a:extLst>
              <a:ext uri="{FF2B5EF4-FFF2-40B4-BE49-F238E27FC236}">
                <a16:creationId xmlns:a16="http://schemas.microsoft.com/office/drawing/2014/main" id="{3AC2EE41-5C18-C747-AFE9-A38893D3251A}"/>
              </a:ext>
            </a:extLst>
          </p:cNvPr>
          <p:cNvSpPr/>
          <p:nvPr/>
        </p:nvSpPr>
        <p:spPr>
          <a:xfrm>
            <a:off x="1000801" y="2234272"/>
            <a:ext cx="258421" cy="290556"/>
          </a:xfrm>
          <a:prstGeom prst="wedgeRoundRectCallout">
            <a:avLst>
              <a:gd name="adj1" fmla="val -69294"/>
              <a:gd name="adj2" fmla="val 31094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" name="Rounded Rectangular Callout 800">
            <a:extLst>
              <a:ext uri="{FF2B5EF4-FFF2-40B4-BE49-F238E27FC236}">
                <a16:creationId xmlns:a16="http://schemas.microsoft.com/office/drawing/2014/main" id="{98F14F40-9FDD-8246-844F-62E18631F3F2}"/>
              </a:ext>
            </a:extLst>
          </p:cNvPr>
          <p:cNvSpPr/>
          <p:nvPr/>
        </p:nvSpPr>
        <p:spPr>
          <a:xfrm>
            <a:off x="1346289" y="2234272"/>
            <a:ext cx="258421" cy="290556"/>
          </a:xfrm>
          <a:prstGeom prst="wedgeRoundRectCallout">
            <a:avLst>
              <a:gd name="adj1" fmla="val -31207"/>
              <a:gd name="adj2" fmla="val 71525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2" name="Picture 801">
            <a:extLst>
              <a:ext uri="{FF2B5EF4-FFF2-40B4-BE49-F238E27FC236}">
                <a16:creationId xmlns:a16="http://schemas.microsoft.com/office/drawing/2014/main" id="{FA67DCD2-BE28-9B49-B7F9-1656152186DD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1389097" y="-2220532"/>
            <a:ext cx="5219700" cy="5156200"/>
          </a:xfrm>
          <a:prstGeom prst="rect">
            <a:avLst/>
          </a:prstGeom>
        </p:spPr>
      </p:pic>
      <p:pic>
        <p:nvPicPr>
          <p:cNvPr id="807" name="Picture 806">
            <a:extLst>
              <a:ext uri="{FF2B5EF4-FFF2-40B4-BE49-F238E27FC236}">
                <a16:creationId xmlns:a16="http://schemas.microsoft.com/office/drawing/2014/main" id="{FDEDA922-4C99-4B41-85BB-27B177FC45D8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3624899" y="4642288"/>
            <a:ext cx="5308600" cy="5321300"/>
          </a:xfrm>
          <a:prstGeom prst="rect">
            <a:avLst/>
          </a:prstGeom>
        </p:spPr>
      </p:pic>
      <p:grpSp>
        <p:nvGrpSpPr>
          <p:cNvPr id="494" name="Group 493">
            <a:extLst>
              <a:ext uri="{FF2B5EF4-FFF2-40B4-BE49-F238E27FC236}">
                <a16:creationId xmlns:a16="http://schemas.microsoft.com/office/drawing/2014/main" id="{4825365A-41F7-CC4B-839A-F9F2444548C4}"/>
              </a:ext>
            </a:extLst>
          </p:cNvPr>
          <p:cNvGrpSpPr/>
          <p:nvPr/>
        </p:nvGrpSpPr>
        <p:grpSpPr>
          <a:xfrm>
            <a:off x="7959639" y="3319750"/>
            <a:ext cx="535049" cy="482789"/>
            <a:chOff x="6227183" y="2691999"/>
            <a:chExt cx="418056" cy="377222"/>
          </a:xfrm>
        </p:grpSpPr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B200CF7F-211A-F249-B71A-77DD90927BD6}"/>
                </a:ext>
              </a:extLst>
            </p:cNvPr>
            <p:cNvSpPr/>
            <p:nvPr/>
          </p:nvSpPr>
          <p:spPr>
            <a:xfrm>
              <a:off x="6233054" y="2869072"/>
              <a:ext cx="412185" cy="200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6" name="Group 495">
              <a:extLst>
                <a:ext uri="{FF2B5EF4-FFF2-40B4-BE49-F238E27FC236}">
                  <a16:creationId xmlns:a16="http://schemas.microsoft.com/office/drawing/2014/main" id="{8F916719-94FC-434C-BFF7-C327721A6BF0}"/>
                </a:ext>
              </a:extLst>
            </p:cNvPr>
            <p:cNvGrpSpPr/>
            <p:nvPr/>
          </p:nvGrpSpPr>
          <p:grpSpPr>
            <a:xfrm>
              <a:off x="6227183" y="2691999"/>
              <a:ext cx="373276" cy="354952"/>
              <a:chOff x="6400534" y="1760400"/>
              <a:chExt cx="302867" cy="288000"/>
            </a:xfrm>
          </p:grpSpPr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4C84FA73-8E29-F24A-81FE-4244D7B1AA02}"/>
                  </a:ext>
                </a:extLst>
              </p:cNvPr>
              <p:cNvSpPr/>
              <p:nvPr/>
            </p:nvSpPr>
            <p:spPr>
              <a:xfrm>
                <a:off x="6405181" y="2030400"/>
                <a:ext cx="288000" cy="18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50024883-C85C-2B4F-9495-A05276D27417}"/>
                  </a:ext>
                </a:extLst>
              </p:cNvPr>
              <p:cNvSpPr/>
              <p:nvPr/>
            </p:nvSpPr>
            <p:spPr>
              <a:xfrm rot="5400000">
                <a:off x="6265534" y="1895400"/>
                <a:ext cx="288000" cy="18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5C0542BD-D652-574C-8A0D-E76053B48E8F}"/>
                  </a:ext>
                </a:extLst>
              </p:cNvPr>
              <p:cNvSpPr/>
              <p:nvPr/>
            </p:nvSpPr>
            <p:spPr>
              <a:xfrm rot="19077046">
                <a:off x="6415401" y="1884276"/>
                <a:ext cx="288000" cy="18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0" name="Oval 499">
                <a:extLst>
                  <a:ext uri="{FF2B5EF4-FFF2-40B4-BE49-F238E27FC236}">
                    <a16:creationId xmlns:a16="http://schemas.microsoft.com/office/drawing/2014/main" id="{378DA487-5027-4A4C-B404-A8A4933FBA1D}"/>
                  </a:ext>
                </a:extLst>
              </p:cNvPr>
              <p:cNvSpPr/>
              <p:nvPr/>
            </p:nvSpPr>
            <p:spPr>
              <a:xfrm>
                <a:off x="6472750" y="187843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Oval 500">
                <a:extLst>
                  <a:ext uri="{FF2B5EF4-FFF2-40B4-BE49-F238E27FC236}">
                    <a16:creationId xmlns:a16="http://schemas.microsoft.com/office/drawing/2014/main" id="{818C3961-DAF5-6643-9C5C-2E215396958F}"/>
                  </a:ext>
                </a:extLst>
              </p:cNvPr>
              <p:cNvSpPr/>
              <p:nvPr/>
            </p:nvSpPr>
            <p:spPr>
              <a:xfrm>
                <a:off x="6527050" y="181994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Oval 501">
                <a:extLst>
                  <a:ext uri="{FF2B5EF4-FFF2-40B4-BE49-F238E27FC236}">
                    <a16:creationId xmlns:a16="http://schemas.microsoft.com/office/drawing/2014/main" id="{589A2672-A439-9043-8172-14D347D14D92}"/>
                  </a:ext>
                </a:extLst>
              </p:cNvPr>
              <p:cNvSpPr/>
              <p:nvPr/>
            </p:nvSpPr>
            <p:spPr>
              <a:xfrm>
                <a:off x="6540673" y="1888255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Oval 502">
                <a:extLst>
                  <a:ext uri="{FF2B5EF4-FFF2-40B4-BE49-F238E27FC236}">
                    <a16:creationId xmlns:a16="http://schemas.microsoft.com/office/drawing/2014/main" id="{FF1AA6EC-F408-8041-AC24-3CDEB80C011C}"/>
                  </a:ext>
                </a:extLst>
              </p:cNvPr>
              <p:cNvSpPr/>
              <p:nvPr/>
            </p:nvSpPr>
            <p:spPr>
              <a:xfrm>
                <a:off x="6456113" y="195395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4" name="Oval 503">
                <a:extLst>
                  <a:ext uri="{FF2B5EF4-FFF2-40B4-BE49-F238E27FC236}">
                    <a16:creationId xmlns:a16="http://schemas.microsoft.com/office/drawing/2014/main" id="{93A03DEF-02EF-0C4B-9D6A-23E9EA639D4E}"/>
                  </a:ext>
                </a:extLst>
              </p:cNvPr>
              <p:cNvSpPr/>
              <p:nvPr/>
            </p:nvSpPr>
            <p:spPr>
              <a:xfrm>
                <a:off x="6515244" y="194180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5" name="Oval 504">
                <a:extLst>
                  <a:ext uri="{FF2B5EF4-FFF2-40B4-BE49-F238E27FC236}">
                    <a16:creationId xmlns:a16="http://schemas.microsoft.com/office/drawing/2014/main" id="{278BBDC7-E9FD-5849-AB0A-9C67D4AF6F51}"/>
                  </a:ext>
                </a:extLst>
              </p:cNvPr>
              <p:cNvSpPr/>
              <p:nvPr/>
            </p:nvSpPr>
            <p:spPr>
              <a:xfrm>
                <a:off x="6582490" y="180922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6" name="Oval 505">
                <a:extLst>
                  <a:ext uri="{FF2B5EF4-FFF2-40B4-BE49-F238E27FC236}">
                    <a16:creationId xmlns:a16="http://schemas.microsoft.com/office/drawing/2014/main" id="{2919F4DA-6A2E-ED42-AEC3-A572B924670D}"/>
                  </a:ext>
                </a:extLst>
              </p:cNvPr>
              <p:cNvSpPr/>
              <p:nvPr/>
            </p:nvSpPr>
            <p:spPr>
              <a:xfrm>
                <a:off x="6605737" y="18742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8" name="Oval 507">
                <a:extLst>
                  <a:ext uri="{FF2B5EF4-FFF2-40B4-BE49-F238E27FC236}">
                    <a16:creationId xmlns:a16="http://schemas.microsoft.com/office/drawing/2014/main" id="{88AA6C3D-934C-704F-830B-839FE63D2840}"/>
                  </a:ext>
                </a:extLst>
              </p:cNvPr>
              <p:cNvSpPr/>
              <p:nvPr/>
            </p:nvSpPr>
            <p:spPr>
              <a:xfrm>
                <a:off x="6651456" y="181391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1CB7020A-1FAA-B64C-8706-BBA67DCEC25E}"/>
              </a:ext>
            </a:extLst>
          </p:cNvPr>
          <p:cNvGrpSpPr/>
          <p:nvPr/>
        </p:nvGrpSpPr>
        <p:grpSpPr>
          <a:xfrm>
            <a:off x="7804601" y="2532862"/>
            <a:ext cx="476607" cy="377945"/>
            <a:chOff x="6247282" y="2333992"/>
            <a:chExt cx="365810" cy="290084"/>
          </a:xfrm>
        </p:grpSpPr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77099642-9E07-3845-A3FD-50B8AFF20C47}"/>
                </a:ext>
              </a:extLst>
            </p:cNvPr>
            <p:cNvSpPr/>
            <p:nvPr/>
          </p:nvSpPr>
          <p:spPr>
            <a:xfrm>
              <a:off x="6247282" y="2333992"/>
              <a:ext cx="365810" cy="2900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FF3A8C10-DD59-7A49-9C58-FB2789A95AE1}"/>
                </a:ext>
              </a:extLst>
            </p:cNvPr>
            <p:cNvGrpSpPr/>
            <p:nvPr/>
          </p:nvGrpSpPr>
          <p:grpSpPr>
            <a:xfrm>
              <a:off x="6248724" y="2363625"/>
              <a:ext cx="349221" cy="223307"/>
              <a:chOff x="5770832" y="1560161"/>
              <a:chExt cx="346385" cy="181525"/>
            </a:xfrm>
          </p:grpSpPr>
          <p:sp>
            <p:nvSpPr>
              <p:cNvPr id="524" name="Rectangle 523">
                <a:extLst>
                  <a:ext uri="{FF2B5EF4-FFF2-40B4-BE49-F238E27FC236}">
                    <a16:creationId xmlns:a16="http://schemas.microsoft.com/office/drawing/2014/main" id="{C558A689-1877-2740-AF81-D458D9181600}"/>
                  </a:ext>
                </a:extLst>
              </p:cNvPr>
              <p:cNvSpPr/>
              <p:nvPr/>
            </p:nvSpPr>
            <p:spPr>
              <a:xfrm>
                <a:off x="5803713" y="1560161"/>
                <a:ext cx="67891" cy="177982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Rectangle 524">
                <a:extLst>
                  <a:ext uri="{FF2B5EF4-FFF2-40B4-BE49-F238E27FC236}">
                    <a16:creationId xmlns:a16="http://schemas.microsoft.com/office/drawing/2014/main" id="{D26070EF-0FDE-1441-8A26-BA27CFD96D65}"/>
                  </a:ext>
                </a:extLst>
              </p:cNvPr>
              <p:cNvSpPr/>
              <p:nvPr/>
            </p:nvSpPr>
            <p:spPr>
              <a:xfrm>
                <a:off x="5905943" y="1597910"/>
                <a:ext cx="74277" cy="140234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9396C55C-EA51-5F46-AA51-F65640C6C25A}"/>
                  </a:ext>
                </a:extLst>
              </p:cNvPr>
              <p:cNvSpPr/>
              <p:nvPr/>
            </p:nvSpPr>
            <p:spPr>
              <a:xfrm>
                <a:off x="6008601" y="1660525"/>
                <a:ext cx="79854" cy="76204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C8016662-117A-DE4F-93EB-996EF1F09AAF}"/>
                  </a:ext>
                </a:extLst>
              </p:cNvPr>
              <p:cNvSpPr/>
              <p:nvPr/>
            </p:nvSpPr>
            <p:spPr>
              <a:xfrm>
                <a:off x="5770832" y="1728903"/>
                <a:ext cx="346385" cy="12783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BBFD4A86-F8BB-214A-A146-7FEC120C801E}"/>
              </a:ext>
            </a:extLst>
          </p:cNvPr>
          <p:cNvGrpSpPr/>
          <p:nvPr/>
        </p:nvGrpSpPr>
        <p:grpSpPr>
          <a:xfrm>
            <a:off x="9687460" y="3296976"/>
            <a:ext cx="1322836" cy="1495710"/>
            <a:chOff x="9818170" y="3088909"/>
            <a:chExt cx="670592" cy="758227"/>
          </a:xfrm>
        </p:grpSpPr>
        <p:sp>
          <p:nvSpPr>
            <p:cNvPr id="535" name="Terminator 534">
              <a:extLst>
                <a:ext uri="{FF2B5EF4-FFF2-40B4-BE49-F238E27FC236}">
                  <a16:creationId xmlns:a16="http://schemas.microsoft.com/office/drawing/2014/main" id="{A5DB144E-E77B-F447-B0F0-43FFD899C04D}"/>
                </a:ext>
              </a:extLst>
            </p:cNvPr>
            <p:cNvSpPr/>
            <p:nvPr/>
          </p:nvSpPr>
          <p:spPr>
            <a:xfrm rot="17063310">
              <a:off x="9666442" y="3545945"/>
              <a:ext cx="452919" cy="149463"/>
            </a:xfrm>
            <a:prstGeom prst="flowChartTerminator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Terminator 539">
              <a:extLst>
                <a:ext uri="{FF2B5EF4-FFF2-40B4-BE49-F238E27FC236}">
                  <a16:creationId xmlns:a16="http://schemas.microsoft.com/office/drawing/2014/main" id="{786AC2C6-591B-3241-B0CA-5D66AA67805F}"/>
                </a:ext>
              </a:extLst>
            </p:cNvPr>
            <p:cNvSpPr/>
            <p:nvPr/>
          </p:nvSpPr>
          <p:spPr>
            <a:xfrm rot="3683302">
              <a:off x="10187571" y="3543492"/>
              <a:ext cx="452919" cy="149463"/>
            </a:xfrm>
            <a:prstGeom prst="flowChartTerminator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Delay 540">
              <a:extLst>
                <a:ext uri="{FF2B5EF4-FFF2-40B4-BE49-F238E27FC236}">
                  <a16:creationId xmlns:a16="http://schemas.microsoft.com/office/drawing/2014/main" id="{37D2DA66-A24E-E240-8C20-833386F126EC}"/>
                </a:ext>
              </a:extLst>
            </p:cNvPr>
            <p:cNvSpPr/>
            <p:nvPr/>
          </p:nvSpPr>
          <p:spPr>
            <a:xfrm rot="16200000">
              <a:off x="9886099" y="3369205"/>
              <a:ext cx="514626" cy="406636"/>
            </a:xfrm>
            <a:prstGeom prst="flowChartDelay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2" name="Oval 541">
              <a:extLst>
                <a:ext uri="{FF2B5EF4-FFF2-40B4-BE49-F238E27FC236}">
                  <a16:creationId xmlns:a16="http://schemas.microsoft.com/office/drawing/2014/main" id="{5253E6BA-99DC-A44F-8EE8-8703B01A5D82}"/>
                </a:ext>
              </a:extLst>
            </p:cNvPr>
            <p:cNvSpPr/>
            <p:nvPr/>
          </p:nvSpPr>
          <p:spPr>
            <a:xfrm>
              <a:off x="9986505" y="3088909"/>
              <a:ext cx="316756" cy="31675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Moon 3">
            <a:extLst>
              <a:ext uri="{FF2B5EF4-FFF2-40B4-BE49-F238E27FC236}">
                <a16:creationId xmlns:a16="http://schemas.microsoft.com/office/drawing/2014/main" id="{ED463851-C602-7942-826F-6E7959971A51}"/>
              </a:ext>
            </a:extLst>
          </p:cNvPr>
          <p:cNvSpPr/>
          <p:nvPr/>
        </p:nvSpPr>
        <p:spPr>
          <a:xfrm rot="4725229" flipV="1">
            <a:off x="10507698" y="3331487"/>
            <a:ext cx="188413" cy="544289"/>
          </a:xfrm>
          <a:custGeom>
            <a:avLst/>
            <a:gdLst>
              <a:gd name="connsiteX0" fmla="*/ 400181 w 400181"/>
              <a:gd name="connsiteY0" fmla="*/ 800362 h 800362"/>
              <a:gd name="connsiteX1" fmla="*/ 0 w 400181"/>
              <a:gd name="connsiteY1" fmla="*/ 400181 h 800362"/>
              <a:gd name="connsiteX2" fmla="*/ 400181 w 400181"/>
              <a:gd name="connsiteY2" fmla="*/ 0 h 800362"/>
              <a:gd name="connsiteX3" fmla="*/ 200091 w 400181"/>
              <a:gd name="connsiteY3" fmla="*/ 400181 h 800362"/>
              <a:gd name="connsiteX4" fmla="*/ 400181 w 400181"/>
              <a:gd name="connsiteY4" fmla="*/ 800362 h 800362"/>
              <a:gd name="connsiteX0" fmla="*/ 400181 w 555995"/>
              <a:gd name="connsiteY0" fmla="*/ 800362 h 800362"/>
              <a:gd name="connsiteX1" fmla="*/ 0 w 555995"/>
              <a:gd name="connsiteY1" fmla="*/ 400181 h 800362"/>
              <a:gd name="connsiteX2" fmla="*/ 400181 w 555995"/>
              <a:gd name="connsiteY2" fmla="*/ 0 h 800362"/>
              <a:gd name="connsiteX3" fmla="*/ 555995 w 555995"/>
              <a:gd name="connsiteY3" fmla="*/ 383755 h 800362"/>
              <a:gd name="connsiteX4" fmla="*/ 400181 w 555995"/>
              <a:gd name="connsiteY4" fmla="*/ 800362 h 800362"/>
              <a:gd name="connsiteX0" fmla="*/ 137872 w 293686"/>
              <a:gd name="connsiteY0" fmla="*/ 800362 h 800362"/>
              <a:gd name="connsiteX1" fmla="*/ 27890 w 293686"/>
              <a:gd name="connsiteY1" fmla="*/ 405656 h 800362"/>
              <a:gd name="connsiteX2" fmla="*/ 137872 w 293686"/>
              <a:gd name="connsiteY2" fmla="*/ 0 h 800362"/>
              <a:gd name="connsiteX3" fmla="*/ 293686 w 293686"/>
              <a:gd name="connsiteY3" fmla="*/ 383755 h 800362"/>
              <a:gd name="connsiteX4" fmla="*/ 137872 w 293686"/>
              <a:gd name="connsiteY4" fmla="*/ 800362 h 800362"/>
              <a:gd name="connsiteX0" fmla="*/ 137872 w 293686"/>
              <a:gd name="connsiteY0" fmla="*/ 800362 h 800362"/>
              <a:gd name="connsiteX1" fmla="*/ 27890 w 293686"/>
              <a:gd name="connsiteY1" fmla="*/ 405656 h 800362"/>
              <a:gd name="connsiteX2" fmla="*/ 137872 w 293686"/>
              <a:gd name="connsiteY2" fmla="*/ 0 h 800362"/>
              <a:gd name="connsiteX3" fmla="*/ 293686 w 293686"/>
              <a:gd name="connsiteY3" fmla="*/ 383755 h 800362"/>
              <a:gd name="connsiteX4" fmla="*/ 137872 w 293686"/>
              <a:gd name="connsiteY4" fmla="*/ 800362 h 800362"/>
              <a:gd name="connsiteX0" fmla="*/ 137872 w 293686"/>
              <a:gd name="connsiteY0" fmla="*/ 800362 h 800362"/>
              <a:gd name="connsiteX1" fmla="*/ 27890 w 293686"/>
              <a:gd name="connsiteY1" fmla="*/ 405656 h 800362"/>
              <a:gd name="connsiteX2" fmla="*/ 137872 w 293686"/>
              <a:gd name="connsiteY2" fmla="*/ 0 h 800362"/>
              <a:gd name="connsiteX3" fmla="*/ 293686 w 293686"/>
              <a:gd name="connsiteY3" fmla="*/ 383755 h 800362"/>
              <a:gd name="connsiteX4" fmla="*/ 137872 w 293686"/>
              <a:gd name="connsiteY4" fmla="*/ 800362 h 800362"/>
              <a:gd name="connsiteX0" fmla="*/ 137872 w 293686"/>
              <a:gd name="connsiteY0" fmla="*/ 800362 h 800362"/>
              <a:gd name="connsiteX1" fmla="*/ 27890 w 293686"/>
              <a:gd name="connsiteY1" fmla="*/ 405656 h 800362"/>
              <a:gd name="connsiteX2" fmla="*/ 137872 w 293686"/>
              <a:gd name="connsiteY2" fmla="*/ 0 h 800362"/>
              <a:gd name="connsiteX3" fmla="*/ 293686 w 293686"/>
              <a:gd name="connsiteY3" fmla="*/ 383755 h 800362"/>
              <a:gd name="connsiteX4" fmla="*/ 137872 w 293686"/>
              <a:gd name="connsiteY4" fmla="*/ 800362 h 800362"/>
              <a:gd name="connsiteX0" fmla="*/ 111565 w 267379"/>
              <a:gd name="connsiteY0" fmla="*/ 800362 h 800362"/>
              <a:gd name="connsiteX1" fmla="*/ 1583 w 267379"/>
              <a:gd name="connsiteY1" fmla="*/ 405656 h 800362"/>
              <a:gd name="connsiteX2" fmla="*/ 111565 w 267379"/>
              <a:gd name="connsiteY2" fmla="*/ 0 h 800362"/>
              <a:gd name="connsiteX3" fmla="*/ 267379 w 267379"/>
              <a:gd name="connsiteY3" fmla="*/ 383755 h 800362"/>
              <a:gd name="connsiteX4" fmla="*/ 111565 w 267379"/>
              <a:gd name="connsiteY4" fmla="*/ 800362 h 800362"/>
              <a:gd name="connsiteX0" fmla="*/ 121242 w 277056"/>
              <a:gd name="connsiteY0" fmla="*/ 800362 h 800362"/>
              <a:gd name="connsiteX1" fmla="*/ 309 w 277056"/>
              <a:gd name="connsiteY1" fmla="*/ 427558 h 800362"/>
              <a:gd name="connsiteX2" fmla="*/ 121242 w 277056"/>
              <a:gd name="connsiteY2" fmla="*/ 0 h 800362"/>
              <a:gd name="connsiteX3" fmla="*/ 277056 w 277056"/>
              <a:gd name="connsiteY3" fmla="*/ 383755 h 800362"/>
              <a:gd name="connsiteX4" fmla="*/ 121242 w 277056"/>
              <a:gd name="connsiteY4" fmla="*/ 800362 h 800362"/>
              <a:gd name="connsiteX0" fmla="*/ 121242 w 277056"/>
              <a:gd name="connsiteY0" fmla="*/ 800362 h 800362"/>
              <a:gd name="connsiteX1" fmla="*/ 309 w 277056"/>
              <a:gd name="connsiteY1" fmla="*/ 427558 h 800362"/>
              <a:gd name="connsiteX2" fmla="*/ 121242 w 277056"/>
              <a:gd name="connsiteY2" fmla="*/ 0 h 800362"/>
              <a:gd name="connsiteX3" fmla="*/ 277056 w 277056"/>
              <a:gd name="connsiteY3" fmla="*/ 389231 h 800362"/>
              <a:gd name="connsiteX4" fmla="*/ 121242 w 277056"/>
              <a:gd name="connsiteY4" fmla="*/ 800362 h 800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056" h="800362">
                <a:moveTo>
                  <a:pt x="121242" y="800362"/>
                </a:moveTo>
                <a:cubicBezTo>
                  <a:pt x="48065" y="647050"/>
                  <a:pt x="309" y="648572"/>
                  <a:pt x="309" y="427558"/>
                </a:cubicBezTo>
                <a:cubicBezTo>
                  <a:pt x="309" y="206544"/>
                  <a:pt x="-12165" y="120460"/>
                  <a:pt x="121242" y="0"/>
                </a:cubicBezTo>
                <a:cubicBezTo>
                  <a:pt x="186923" y="50666"/>
                  <a:pt x="277056" y="231781"/>
                  <a:pt x="277056" y="389231"/>
                </a:cubicBezTo>
                <a:cubicBezTo>
                  <a:pt x="277056" y="546681"/>
                  <a:pt x="192400" y="585432"/>
                  <a:pt x="121242" y="800362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3" name="Moon 3">
            <a:extLst>
              <a:ext uri="{FF2B5EF4-FFF2-40B4-BE49-F238E27FC236}">
                <a16:creationId xmlns:a16="http://schemas.microsoft.com/office/drawing/2014/main" id="{0F282097-2EC0-054F-8D3A-36981066700D}"/>
              </a:ext>
            </a:extLst>
          </p:cNvPr>
          <p:cNvSpPr/>
          <p:nvPr/>
        </p:nvSpPr>
        <p:spPr>
          <a:xfrm rot="16900110" flipH="1" flipV="1">
            <a:off x="9990436" y="3331487"/>
            <a:ext cx="188413" cy="544289"/>
          </a:xfrm>
          <a:custGeom>
            <a:avLst/>
            <a:gdLst>
              <a:gd name="connsiteX0" fmla="*/ 400181 w 400181"/>
              <a:gd name="connsiteY0" fmla="*/ 800362 h 800362"/>
              <a:gd name="connsiteX1" fmla="*/ 0 w 400181"/>
              <a:gd name="connsiteY1" fmla="*/ 400181 h 800362"/>
              <a:gd name="connsiteX2" fmla="*/ 400181 w 400181"/>
              <a:gd name="connsiteY2" fmla="*/ 0 h 800362"/>
              <a:gd name="connsiteX3" fmla="*/ 200091 w 400181"/>
              <a:gd name="connsiteY3" fmla="*/ 400181 h 800362"/>
              <a:gd name="connsiteX4" fmla="*/ 400181 w 400181"/>
              <a:gd name="connsiteY4" fmla="*/ 800362 h 800362"/>
              <a:gd name="connsiteX0" fmla="*/ 400181 w 555995"/>
              <a:gd name="connsiteY0" fmla="*/ 800362 h 800362"/>
              <a:gd name="connsiteX1" fmla="*/ 0 w 555995"/>
              <a:gd name="connsiteY1" fmla="*/ 400181 h 800362"/>
              <a:gd name="connsiteX2" fmla="*/ 400181 w 555995"/>
              <a:gd name="connsiteY2" fmla="*/ 0 h 800362"/>
              <a:gd name="connsiteX3" fmla="*/ 555995 w 555995"/>
              <a:gd name="connsiteY3" fmla="*/ 383755 h 800362"/>
              <a:gd name="connsiteX4" fmla="*/ 400181 w 555995"/>
              <a:gd name="connsiteY4" fmla="*/ 800362 h 800362"/>
              <a:gd name="connsiteX0" fmla="*/ 137872 w 293686"/>
              <a:gd name="connsiteY0" fmla="*/ 800362 h 800362"/>
              <a:gd name="connsiteX1" fmla="*/ 27890 w 293686"/>
              <a:gd name="connsiteY1" fmla="*/ 405656 h 800362"/>
              <a:gd name="connsiteX2" fmla="*/ 137872 w 293686"/>
              <a:gd name="connsiteY2" fmla="*/ 0 h 800362"/>
              <a:gd name="connsiteX3" fmla="*/ 293686 w 293686"/>
              <a:gd name="connsiteY3" fmla="*/ 383755 h 800362"/>
              <a:gd name="connsiteX4" fmla="*/ 137872 w 293686"/>
              <a:gd name="connsiteY4" fmla="*/ 800362 h 800362"/>
              <a:gd name="connsiteX0" fmla="*/ 137872 w 293686"/>
              <a:gd name="connsiteY0" fmla="*/ 800362 h 800362"/>
              <a:gd name="connsiteX1" fmla="*/ 27890 w 293686"/>
              <a:gd name="connsiteY1" fmla="*/ 405656 h 800362"/>
              <a:gd name="connsiteX2" fmla="*/ 137872 w 293686"/>
              <a:gd name="connsiteY2" fmla="*/ 0 h 800362"/>
              <a:gd name="connsiteX3" fmla="*/ 293686 w 293686"/>
              <a:gd name="connsiteY3" fmla="*/ 383755 h 800362"/>
              <a:gd name="connsiteX4" fmla="*/ 137872 w 293686"/>
              <a:gd name="connsiteY4" fmla="*/ 800362 h 800362"/>
              <a:gd name="connsiteX0" fmla="*/ 137872 w 293686"/>
              <a:gd name="connsiteY0" fmla="*/ 800362 h 800362"/>
              <a:gd name="connsiteX1" fmla="*/ 27890 w 293686"/>
              <a:gd name="connsiteY1" fmla="*/ 405656 h 800362"/>
              <a:gd name="connsiteX2" fmla="*/ 137872 w 293686"/>
              <a:gd name="connsiteY2" fmla="*/ 0 h 800362"/>
              <a:gd name="connsiteX3" fmla="*/ 293686 w 293686"/>
              <a:gd name="connsiteY3" fmla="*/ 383755 h 800362"/>
              <a:gd name="connsiteX4" fmla="*/ 137872 w 293686"/>
              <a:gd name="connsiteY4" fmla="*/ 800362 h 800362"/>
              <a:gd name="connsiteX0" fmla="*/ 137872 w 293686"/>
              <a:gd name="connsiteY0" fmla="*/ 800362 h 800362"/>
              <a:gd name="connsiteX1" fmla="*/ 27890 w 293686"/>
              <a:gd name="connsiteY1" fmla="*/ 405656 h 800362"/>
              <a:gd name="connsiteX2" fmla="*/ 137872 w 293686"/>
              <a:gd name="connsiteY2" fmla="*/ 0 h 800362"/>
              <a:gd name="connsiteX3" fmla="*/ 293686 w 293686"/>
              <a:gd name="connsiteY3" fmla="*/ 383755 h 800362"/>
              <a:gd name="connsiteX4" fmla="*/ 137872 w 293686"/>
              <a:gd name="connsiteY4" fmla="*/ 800362 h 800362"/>
              <a:gd name="connsiteX0" fmla="*/ 111565 w 267379"/>
              <a:gd name="connsiteY0" fmla="*/ 800362 h 800362"/>
              <a:gd name="connsiteX1" fmla="*/ 1583 w 267379"/>
              <a:gd name="connsiteY1" fmla="*/ 405656 h 800362"/>
              <a:gd name="connsiteX2" fmla="*/ 111565 w 267379"/>
              <a:gd name="connsiteY2" fmla="*/ 0 h 800362"/>
              <a:gd name="connsiteX3" fmla="*/ 267379 w 267379"/>
              <a:gd name="connsiteY3" fmla="*/ 383755 h 800362"/>
              <a:gd name="connsiteX4" fmla="*/ 111565 w 267379"/>
              <a:gd name="connsiteY4" fmla="*/ 800362 h 800362"/>
              <a:gd name="connsiteX0" fmla="*/ 121242 w 277056"/>
              <a:gd name="connsiteY0" fmla="*/ 800362 h 800362"/>
              <a:gd name="connsiteX1" fmla="*/ 309 w 277056"/>
              <a:gd name="connsiteY1" fmla="*/ 427558 h 800362"/>
              <a:gd name="connsiteX2" fmla="*/ 121242 w 277056"/>
              <a:gd name="connsiteY2" fmla="*/ 0 h 800362"/>
              <a:gd name="connsiteX3" fmla="*/ 277056 w 277056"/>
              <a:gd name="connsiteY3" fmla="*/ 383755 h 800362"/>
              <a:gd name="connsiteX4" fmla="*/ 121242 w 277056"/>
              <a:gd name="connsiteY4" fmla="*/ 800362 h 800362"/>
              <a:gd name="connsiteX0" fmla="*/ 121242 w 277056"/>
              <a:gd name="connsiteY0" fmla="*/ 800362 h 800362"/>
              <a:gd name="connsiteX1" fmla="*/ 309 w 277056"/>
              <a:gd name="connsiteY1" fmla="*/ 427558 h 800362"/>
              <a:gd name="connsiteX2" fmla="*/ 121242 w 277056"/>
              <a:gd name="connsiteY2" fmla="*/ 0 h 800362"/>
              <a:gd name="connsiteX3" fmla="*/ 277056 w 277056"/>
              <a:gd name="connsiteY3" fmla="*/ 389231 h 800362"/>
              <a:gd name="connsiteX4" fmla="*/ 121242 w 277056"/>
              <a:gd name="connsiteY4" fmla="*/ 800362 h 800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056" h="800362">
                <a:moveTo>
                  <a:pt x="121242" y="800362"/>
                </a:moveTo>
                <a:cubicBezTo>
                  <a:pt x="48065" y="647050"/>
                  <a:pt x="309" y="648572"/>
                  <a:pt x="309" y="427558"/>
                </a:cubicBezTo>
                <a:cubicBezTo>
                  <a:pt x="309" y="206544"/>
                  <a:pt x="-12165" y="120460"/>
                  <a:pt x="121242" y="0"/>
                </a:cubicBezTo>
                <a:cubicBezTo>
                  <a:pt x="186923" y="50666"/>
                  <a:pt x="277056" y="231781"/>
                  <a:pt x="277056" y="389231"/>
                </a:cubicBezTo>
                <a:cubicBezTo>
                  <a:pt x="277056" y="546681"/>
                  <a:pt x="192400" y="585432"/>
                  <a:pt x="121242" y="800362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B0D7CD39-8FFC-4C4D-AEA5-3C9885DAFF77}"/>
              </a:ext>
            </a:extLst>
          </p:cNvPr>
          <p:cNvSpPr/>
          <p:nvPr/>
        </p:nvSpPr>
        <p:spPr>
          <a:xfrm rot="700110">
            <a:off x="10011783" y="3482763"/>
            <a:ext cx="164092" cy="164092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619A9812-7CE8-E14F-A211-FFD9A0938487}"/>
              </a:ext>
            </a:extLst>
          </p:cNvPr>
          <p:cNvSpPr/>
          <p:nvPr/>
        </p:nvSpPr>
        <p:spPr>
          <a:xfrm rot="20925229">
            <a:off x="10510672" y="3480547"/>
            <a:ext cx="164092" cy="164092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9D8F40F1-EEF1-DF44-B54D-A5A662EB1458}"/>
              </a:ext>
            </a:extLst>
          </p:cNvPr>
          <p:cNvSpPr/>
          <p:nvPr/>
        </p:nvSpPr>
        <p:spPr>
          <a:xfrm>
            <a:off x="8921712" y="5332549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65E311-E161-FD40-8B6A-C5575DA5BD97}"/>
              </a:ext>
            </a:extLst>
          </p:cNvPr>
          <p:cNvGrpSpPr/>
          <p:nvPr/>
        </p:nvGrpSpPr>
        <p:grpSpPr>
          <a:xfrm>
            <a:off x="9100798" y="5402959"/>
            <a:ext cx="848993" cy="1123265"/>
            <a:chOff x="8399030" y="5756490"/>
            <a:chExt cx="673849" cy="891543"/>
          </a:xfrm>
        </p:grpSpPr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B6A69B25-E283-594F-9E09-E5FFACBF3165}"/>
                </a:ext>
              </a:extLst>
            </p:cNvPr>
            <p:cNvSpPr/>
            <p:nvPr/>
          </p:nvSpPr>
          <p:spPr>
            <a:xfrm>
              <a:off x="8399030" y="5756490"/>
              <a:ext cx="673849" cy="89154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2" name="Straight Connector 571">
              <a:extLst>
                <a:ext uri="{FF2B5EF4-FFF2-40B4-BE49-F238E27FC236}">
                  <a16:creationId xmlns:a16="http://schemas.microsoft.com/office/drawing/2014/main" id="{E6024BF0-B4FE-2C43-B59C-499A6B7D7164}"/>
                </a:ext>
              </a:extLst>
            </p:cNvPr>
            <p:cNvCxnSpPr>
              <a:cxnSpLocks/>
            </p:cNvCxnSpPr>
            <p:nvPr/>
          </p:nvCxnSpPr>
          <p:spPr>
            <a:xfrm>
              <a:off x="8496215" y="5861232"/>
              <a:ext cx="47109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572">
              <a:extLst>
                <a:ext uri="{FF2B5EF4-FFF2-40B4-BE49-F238E27FC236}">
                  <a16:creationId xmlns:a16="http://schemas.microsoft.com/office/drawing/2014/main" id="{6483FAEA-2777-D149-9CE1-6CA69F2677CA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596882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17E8F37E-139C-D448-83F0-1509DA2E35AC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04374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8BD64FB7-F4B2-4140-B84C-1ADFC58D3EE8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11865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5D0A6EB3-C387-994C-BFAF-A25EAA2AF080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19357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EDD869BE-1940-9546-91A8-A73265011273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26848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8749498C-D768-C545-BB2C-F8A130DA249E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28" y="634340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638">
              <a:extLst>
                <a:ext uri="{FF2B5EF4-FFF2-40B4-BE49-F238E27FC236}">
                  <a16:creationId xmlns:a16="http://schemas.microsoft.com/office/drawing/2014/main" id="{9A81DDFD-04FA-0940-82CB-ED3D73439981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19437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CB430757-1E9A-C547-97F1-95303D0EC818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26928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12F0EA93-7FAE-594D-A93F-74F73F256185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34420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24D40E6C-D6F4-B841-8130-CF056AD012AB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41911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8ABEFB41-9543-C145-ACCB-EBEED46A800D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49403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DC53E601-7A84-D543-B075-6E9F5F48B7B8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6" y="6568951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41F6848C-B754-334D-9A38-AE02CD53C384}"/>
                </a:ext>
              </a:extLst>
            </p:cNvPr>
            <p:cNvSpPr/>
            <p:nvPr/>
          </p:nvSpPr>
          <p:spPr>
            <a:xfrm>
              <a:off x="8761351" y="5953668"/>
              <a:ext cx="205956" cy="1801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7B048A82-1C2D-0F4C-90C8-C3A06CEA16DD}"/>
                </a:ext>
              </a:extLst>
            </p:cNvPr>
            <p:cNvSpPr/>
            <p:nvPr/>
          </p:nvSpPr>
          <p:spPr>
            <a:xfrm>
              <a:off x="8496220" y="6404596"/>
              <a:ext cx="205956" cy="1801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9DE1E9EE-D145-184F-9904-32C88364ACD7}"/>
                </a:ext>
              </a:extLst>
            </p:cNvPr>
            <p:cNvSpPr/>
            <p:nvPr/>
          </p:nvSpPr>
          <p:spPr>
            <a:xfrm>
              <a:off x="8791869" y="6011549"/>
              <a:ext cx="54034" cy="121628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ACC0F3FA-CC38-6340-9AD3-39E50A885FB7}"/>
                </a:ext>
              </a:extLst>
            </p:cNvPr>
            <p:cNvSpPr/>
            <p:nvPr/>
          </p:nvSpPr>
          <p:spPr>
            <a:xfrm>
              <a:off x="8873756" y="6058784"/>
              <a:ext cx="50859" cy="72864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57" name="Group 656">
              <a:extLst>
                <a:ext uri="{FF2B5EF4-FFF2-40B4-BE49-F238E27FC236}">
                  <a16:creationId xmlns:a16="http://schemas.microsoft.com/office/drawing/2014/main" id="{28BD72F5-E851-4741-9D6E-A09BB944430C}"/>
                </a:ext>
              </a:extLst>
            </p:cNvPr>
            <p:cNvGrpSpPr/>
            <p:nvPr/>
          </p:nvGrpSpPr>
          <p:grpSpPr>
            <a:xfrm>
              <a:off x="8558798" y="6436780"/>
              <a:ext cx="116581" cy="132641"/>
              <a:chOff x="7996008" y="5361761"/>
              <a:chExt cx="197081" cy="132641"/>
            </a:xfrm>
          </p:grpSpPr>
          <p:cxnSp>
            <p:nvCxnSpPr>
              <p:cNvPr id="658" name="Elbow Connector 657">
                <a:extLst>
                  <a:ext uri="{FF2B5EF4-FFF2-40B4-BE49-F238E27FC236}">
                    <a16:creationId xmlns:a16="http://schemas.microsoft.com/office/drawing/2014/main" id="{EE5BD64B-C1E6-1B4C-AB75-C466BAC06E4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9" name="Triangle 658">
                <a:extLst>
                  <a:ext uri="{FF2B5EF4-FFF2-40B4-BE49-F238E27FC236}">
                    <a16:creationId xmlns:a16="http://schemas.microsoft.com/office/drawing/2014/main" id="{0D80AC41-1528-3049-80EB-2E17B6DB8C8D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36" name="Group 735">
            <a:extLst>
              <a:ext uri="{FF2B5EF4-FFF2-40B4-BE49-F238E27FC236}">
                <a16:creationId xmlns:a16="http://schemas.microsoft.com/office/drawing/2014/main" id="{03BF0C69-91AD-144D-9768-FDE5B89D9455}"/>
              </a:ext>
            </a:extLst>
          </p:cNvPr>
          <p:cNvGrpSpPr/>
          <p:nvPr/>
        </p:nvGrpSpPr>
        <p:grpSpPr>
          <a:xfrm>
            <a:off x="9184920" y="5459109"/>
            <a:ext cx="848993" cy="1123265"/>
            <a:chOff x="8399030" y="5756490"/>
            <a:chExt cx="673849" cy="891543"/>
          </a:xfrm>
        </p:grpSpPr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07FDBD58-EB84-4244-B6FA-BB218AA6211C}"/>
                </a:ext>
              </a:extLst>
            </p:cNvPr>
            <p:cNvSpPr/>
            <p:nvPr/>
          </p:nvSpPr>
          <p:spPr>
            <a:xfrm>
              <a:off x="8399030" y="5756490"/>
              <a:ext cx="673849" cy="89154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4" name="Straight Connector 763">
              <a:extLst>
                <a:ext uri="{FF2B5EF4-FFF2-40B4-BE49-F238E27FC236}">
                  <a16:creationId xmlns:a16="http://schemas.microsoft.com/office/drawing/2014/main" id="{2985525B-9AF8-3241-ADB5-FC2ABC1A3041}"/>
                </a:ext>
              </a:extLst>
            </p:cNvPr>
            <p:cNvCxnSpPr>
              <a:cxnSpLocks/>
            </p:cNvCxnSpPr>
            <p:nvPr/>
          </p:nvCxnSpPr>
          <p:spPr>
            <a:xfrm>
              <a:off x="8496215" y="5861232"/>
              <a:ext cx="47109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764">
              <a:extLst>
                <a:ext uri="{FF2B5EF4-FFF2-40B4-BE49-F238E27FC236}">
                  <a16:creationId xmlns:a16="http://schemas.microsoft.com/office/drawing/2014/main" id="{2D72D943-F6D9-F749-AE1E-10EA8860CDF0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596882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769">
              <a:extLst>
                <a:ext uri="{FF2B5EF4-FFF2-40B4-BE49-F238E27FC236}">
                  <a16:creationId xmlns:a16="http://schemas.microsoft.com/office/drawing/2014/main" id="{A69FF889-58B5-4C42-93C4-922318BFE9F4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04374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803">
              <a:extLst>
                <a:ext uri="{FF2B5EF4-FFF2-40B4-BE49-F238E27FC236}">
                  <a16:creationId xmlns:a16="http://schemas.microsoft.com/office/drawing/2014/main" id="{D972E1B1-E838-654C-B752-B3EFC40274B7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11865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804">
              <a:extLst>
                <a:ext uri="{FF2B5EF4-FFF2-40B4-BE49-F238E27FC236}">
                  <a16:creationId xmlns:a16="http://schemas.microsoft.com/office/drawing/2014/main" id="{FAF86FA5-D690-3E4A-82DF-CBC4B99AE35F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19357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11D1CEF7-674A-A247-9468-2E3317DF82F9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26848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8D082DA4-2307-4F4B-AE77-45C4B273AD96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28" y="634340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808">
              <a:extLst>
                <a:ext uri="{FF2B5EF4-FFF2-40B4-BE49-F238E27FC236}">
                  <a16:creationId xmlns:a16="http://schemas.microsoft.com/office/drawing/2014/main" id="{4E8C82A6-F65F-494B-8611-66DE2E6907CA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19437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809">
              <a:extLst>
                <a:ext uri="{FF2B5EF4-FFF2-40B4-BE49-F238E27FC236}">
                  <a16:creationId xmlns:a16="http://schemas.microsoft.com/office/drawing/2014/main" id="{7F1DC44F-1A08-DE49-B2DD-32D7D8339BCF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26928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774821E6-3754-4D49-A1A5-4A534A2D4DCE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34420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811">
              <a:extLst>
                <a:ext uri="{FF2B5EF4-FFF2-40B4-BE49-F238E27FC236}">
                  <a16:creationId xmlns:a16="http://schemas.microsoft.com/office/drawing/2014/main" id="{71F7CE68-5A41-0247-B2C5-1BE61298486B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41911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3A06555B-0656-5841-8CB1-A4830BE264B5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49403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813">
              <a:extLst>
                <a:ext uri="{FF2B5EF4-FFF2-40B4-BE49-F238E27FC236}">
                  <a16:creationId xmlns:a16="http://schemas.microsoft.com/office/drawing/2014/main" id="{27EC3E46-C357-8D48-B39C-AE7A152B7862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6" y="6568951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5" name="Rectangle 814">
              <a:extLst>
                <a:ext uri="{FF2B5EF4-FFF2-40B4-BE49-F238E27FC236}">
                  <a16:creationId xmlns:a16="http://schemas.microsoft.com/office/drawing/2014/main" id="{06BF8F22-88D7-1A47-9048-6FDB1C9B0443}"/>
                </a:ext>
              </a:extLst>
            </p:cNvPr>
            <p:cNvSpPr/>
            <p:nvPr/>
          </p:nvSpPr>
          <p:spPr>
            <a:xfrm>
              <a:off x="8761351" y="5953668"/>
              <a:ext cx="205956" cy="1801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7C08B0FE-9B5A-C84C-80CC-D0879D73DB80}"/>
                </a:ext>
              </a:extLst>
            </p:cNvPr>
            <p:cNvSpPr/>
            <p:nvPr/>
          </p:nvSpPr>
          <p:spPr>
            <a:xfrm>
              <a:off x="8496220" y="6404596"/>
              <a:ext cx="205956" cy="1801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7" name="Rectangle 816">
              <a:extLst>
                <a:ext uri="{FF2B5EF4-FFF2-40B4-BE49-F238E27FC236}">
                  <a16:creationId xmlns:a16="http://schemas.microsoft.com/office/drawing/2014/main" id="{58EB3E6B-488D-8846-91AF-55CA1DDC1B7A}"/>
                </a:ext>
              </a:extLst>
            </p:cNvPr>
            <p:cNvSpPr/>
            <p:nvPr/>
          </p:nvSpPr>
          <p:spPr>
            <a:xfrm>
              <a:off x="8791869" y="6011549"/>
              <a:ext cx="54034" cy="121628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0BCCFAB5-A7B1-8647-BAA9-E9EE399B2C59}"/>
                </a:ext>
              </a:extLst>
            </p:cNvPr>
            <p:cNvSpPr/>
            <p:nvPr/>
          </p:nvSpPr>
          <p:spPr>
            <a:xfrm>
              <a:off x="8873756" y="6058784"/>
              <a:ext cx="50859" cy="72864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19" name="Group 818">
              <a:extLst>
                <a:ext uri="{FF2B5EF4-FFF2-40B4-BE49-F238E27FC236}">
                  <a16:creationId xmlns:a16="http://schemas.microsoft.com/office/drawing/2014/main" id="{AB5ED67E-F2D0-1F4E-935B-D26E64FF4C8B}"/>
                </a:ext>
              </a:extLst>
            </p:cNvPr>
            <p:cNvGrpSpPr/>
            <p:nvPr/>
          </p:nvGrpSpPr>
          <p:grpSpPr>
            <a:xfrm>
              <a:off x="8558798" y="6436780"/>
              <a:ext cx="116581" cy="132641"/>
              <a:chOff x="7996008" y="5361761"/>
              <a:chExt cx="197081" cy="132641"/>
            </a:xfrm>
          </p:grpSpPr>
          <p:cxnSp>
            <p:nvCxnSpPr>
              <p:cNvPr id="820" name="Elbow Connector 819">
                <a:extLst>
                  <a:ext uri="{FF2B5EF4-FFF2-40B4-BE49-F238E27FC236}">
                    <a16:creationId xmlns:a16="http://schemas.microsoft.com/office/drawing/2014/main" id="{BD7728B7-1207-F34C-AE8B-ADBA98FFC54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1" name="Triangle 820">
                <a:extLst>
                  <a:ext uri="{FF2B5EF4-FFF2-40B4-BE49-F238E27FC236}">
                    <a16:creationId xmlns:a16="http://schemas.microsoft.com/office/drawing/2014/main" id="{83BAA2D6-D813-B449-A1CE-128D552E61E9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A755A6-51ED-1F4B-B67C-328BD8BAB476}"/>
              </a:ext>
            </a:extLst>
          </p:cNvPr>
          <p:cNvGrpSpPr/>
          <p:nvPr/>
        </p:nvGrpSpPr>
        <p:grpSpPr>
          <a:xfrm>
            <a:off x="9234349" y="5512932"/>
            <a:ext cx="901483" cy="1158819"/>
            <a:chOff x="9740549" y="5662549"/>
            <a:chExt cx="715508" cy="919699"/>
          </a:xfrm>
        </p:grpSpPr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D1CD203A-E54B-7B4C-ADCC-6A92FA66063E}"/>
                </a:ext>
              </a:extLst>
            </p:cNvPr>
            <p:cNvSpPr/>
            <p:nvPr/>
          </p:nvSpPr>
          <p:spPr>
            <a:xfrm>
              <a:off x="9762758" y="5662549"/>
              <a:ext cx="673848" cy="89147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1EFFEB48-E3A6-3440-AEA8-5BAECC6C107E}"/>
                </a:ext>
              </a:extLst>
            </p:cNvPr>
            <p:cNvCxnSpPr>
              <a:cxnSpLocks/>
            </p:cNvCxnSpPr>
            <p:nvPr/>
          </p:nvCxnSpPr>
          <p:spPr>
            <a:xfrm>
              <a:off x="9865417" y="5748397"/>
              <a:ext cx="47109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548">
              <a:extLst>
                <a:ext uri="{FF2B5EF4-FFF2-40B4-BE49-F238E27FC236}">
                  <a16:creationId xmlns:a16="http://schemas.microsoft.com/office/drawing/2014/main" id="{3459E927-24F0-2645-8537-724697176103}"/>
                </a:ext>
              </a:extLst>
            </p:cNvPr>
            <p:cNvCxnSpPr>
              <a:cxnSpLocks/>
            </p:cNvCxnSpPr>
            <p:nvPr/>
          </p:nvCxnSpPr>
          <p:spPr>
            <a:xfrm>
              <a:off x="9848252" y="5818922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2BE4DDBD-11E6-A548-95DA-B7584C67C651}"/>
                </a:ext>
              </a:extLst>
            </p:cNvPr>
            <p:cNvCxnSpPr>
              <a:cxnSpLocks/>
            </p:cNvCxnSpPr>
            <p:nvPr/>
          </p:nvCxnSpPr>
          <p:spPr>
            <a:xfrm>
              <a:off x="9848252" y="5893832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550">
              <a:extLst>
                <a:ext uri="{FF2B5EF4-FFF2-40B4-BE49-F238E27FC236}">
                  <a16:creationId xmlns:a16="http://schemas.microsoft.com/office/drawing/2014/main" id="{4ABCD876-67DF-A341-A40A-12E4C82961E6}"/>
                </a:ext>
              </a:extLst>
            </p:cNvPr>
            <p:cNvCxnSpPr>
              <a:cxnSpLocks/>
            </p:cNvCxnSpPr>
            <p:nvPr/>
          </p:nvCxnSpPr>
          <p:spPr>
            <a:xfrm>
              <a:off x="9848252" y="5968742"/>
              <a:ext cx="14859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8A64EAE7-6B03-9747-A1A3-F131193D71C9}"/>
                </a:ext>
              </a:extLst>
            </p:cNvPr>
            <p:cNvCxnSpPr>
              <a:cxnSpLocks/>
            </p:cNvCxnSpPr>
            <p:nvPr/>
          </p:nvCxnSpPr>
          <p:spPr>
            <a:xfrm>
              <a:off x="9848252" y="6043652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554">
              <a:extLst>
                <a:ext uri="{FF2B5EF4-FFF2-40B4-BE49-F238E27FC236}">
                  <a16:creationId xmlns:a16="http://schemas.microsoft.com/office/drawing/2014/main" id="{2A73728F-0AAD-454B-991E-59F99E36E968}"/>
                </a:ext>
              </a:extLst>
            </p:cNvPr>
            <p:cNvCxnSpPr>
              <a:cxnSpLocks/>
            </p:cNvCxnSpPr>
            <p:nvPr/>
          </p:nvCxnSpPr>
          <p:spPr>
            <a:xfrm>
              <a:off x="10125073" y="6044452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23146DE2-A19C-6648-B702-B4105E01327E}"/>
                </a:ext>
              </a:extLst>
            </p:cNvPr>
            <p:cNvSpPr/>
            <p:nvPr/>
          </p:nvSpPr>
          <p:spPr>
            <a:xfrm>
              <a:off x="10125073" y="5803769"/>
              <a:ext cx="205955" cy="1801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32ED95CC-4718-954D-956D-8C1FCD6A11AD}"/>
                </a:ext>
              </a:extLst>
            </p:cNvPr>
            <p:cNvSpPr/>
            <p:nvPr/>
          </p:nvSpPr>
          <p:spPr>
            <a:xfrm>
              <a:off x="10155584" y="5861650"/>
              <a:ext cx="54034" cy="121620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F422F0C3-591F-AA47-B506-25AD9E813D60}"/>
                </a:ext>
              </a:extLst>
            </p:cNvPr>
            <p:cNvSpPr/>
            <p:nvPr/>
          </p:nvSpPr>
          <p:spPr>
            <a:xfrm>
              <a:off x="10237469" y="5908873"/>
              <a:ext cx="50859" cy="72859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76F974-0A18-9840-B6A4-53812E2F0200}"/>
                </a:ext>
              </a:extLst>
            </p:cNvPr>
            <p:cNvSpPr txBox="1"/>
            <p:nvPr/>
          </p:nvSpPr>
          <p:spPr>
            <a:xfrm>
              <a:off x="9740549" y="6169481"/>
              <a:ext cx="715508" cy="4127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PDF</a:t>
              </a:r>
            </a:p>
          </p:txBody>
        </p: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9F190FD7-37C6-714E-AC1E-9A2C02E1ABEE}"/>
                </a:ext>
              </a:extLst>
            </p:cNvPr>
            <p:cNvCxnSpPr>
              <a:cxnSpLocks/>
            </p:cNvCxnSpPr>
            <p:nvPr/>
          </p:nvCxnSpPr>
          <p:spPr>
            <a:xfrm>
              <a:off x="9850946" y="6121245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5ABF317A-ACD6-8647-9127-29BE199BD35E}"/>
                </a:ext>
              </a:extLst>
            </p:cNvPr>
            <p:cNvCxnSpPr>
              <a:cxnSpLocks/>
            </p:cNvCxnSpPr>
            <p:nvPr/>
          </p:nvCxnSpPr>
          <p:spPr>
            <a:xfrm>
              <a:off x="9850948" y="6196155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5ADC7D3F-83FB-8C44-9840-74D2AC8B8D41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788" y="6122057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14F7680C-FDAE-B84E-B691-2344B45DF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7803" y="6196561"/>
              <a:ext cx="109699" cy="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69D6D77-3CB7-384C-BBA6-FE66BC58D2D9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2460" y="-254600"/>
            <a:ext cx="2667000" cy="2654300"/>
          </a:xfrm>
          <a:prstGeom prst="rect">
            <a:avLst/>
          </a:prstGeom>
        </p:spPr>
      </p:pic>
      <p:sp>
        <p:nvSpPr>
          <p:cNvPr id="822" name="Rectangle 821">
            <a:extLst>
              <a:ext uri="{FF2B5EF4-FFF2-40B4-BE49-F238E27FC236}">
                <a16:creationId xmlns:a16="http://schemas.microsoft.com/office/drawing/2014/main" id="{38987CB5-C4B7-3242-BFA2-9F3D048DFF0B}"/>
              </a:ext>
            </a:extLst>
          </p:cNvPr>
          <p:cNvSpPr/>
          <p:nvPr/>
        </p:nvSpPr>
        <p:spPr>
          <a:xfrm>
            <a:off x="10496246" y="5332549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1261D28-A846-8C41-89BA-6A787D5D531B}"/>
              </a:ext>
            </a:extLst>
          </p:cNvPr>
          <p:cNvSpPr/>
          <p:nvPr/>
        </p:nvSpPr>
        <p:spPr>
          <a:xfrm>
            <a:off x="10612213" y="5466251"/>
            <a:ext cx="1136274" cy="1100804"/>
          </a:xfrm>
          <a:prstGeom prst="roundRect">
            <a:avLst>
              <a:gd name="adj" fmla="val 28755"/>
            </a:avLst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80742D43-C01B-6D44-93FD-FFEBC3E90C9C}"/>
              </a:ext>
            </a:extLst>
          </p:cNvPr>
          <p:cNvSpPr/>
          <p:nvPr/>
        </p:nvSpPr>
        <p:spPr>
          <a:xfrm rot="5400000">
            <a:off x="10963781" y="5798981"/>
            <a:ext cx="504999" cy="43534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0588753-0E1F-AB40-A568-94E37677BECF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211041" y="4030799"/>
            <a:ext cx="2590800" cy="26035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F634254-3F69-D84D-A252-DFEAFC70E7EF}"/>
              </a:ext>
            </a:extLst>
          </p:cNvPr>
          <p:cNvGrpSpPr/>
          <p:nvPr/>
        </p:nvGrpSpPr>
        <p:grpSpPr>
          <a:xfrm>
            <a:off x="8557341" y="575656"/>
            <a:ext cx="1302078" cy="1226250"/>
            <a:chOff x="8669047" y="373287"/>
            <a:chExt cx="2104010" cy="1981477"/>
          </a:xfrm>
        </p:grpSpPr>
        <p:pic>
          <p:nvPicPr>
            <p:cNvPr id="724" name="Picture 723">
              <a:extLst>
                <a:ext uri="{FF2B5EF4-FFF2-40B4-BE49-F238E27FC236}">
                  <a16:creationId xmlns:a16="http://schemas.microsoft.com/office/drawing/2014/main" id="{2E2E304F-0D3B-0047-86E9-1D02F912C2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r="75948"/>
            <a:stretch/>
          </p:blipFill>
          <p:spPr>
            <a:xfrm>
              <a:off x="8874063" y="373287"/>
              <a:ext cx="1671464" cy="1490814"/>
            </a:xfrm>
            <a:prstGeom prst="rect">
              <a:avLst/>
            </a:prstGeom>
          </p:spPr>
        </p:pic>
        <p:pic>
          <p:nvPicPr>
            <p:cNvPr id="725" name="Picture 724">
              <a:extLst>
                <a:ext uri="{FF2B5EF4-FFF2-40B4-BE49-F238E27FC236}">
                  <a16:creationId xmlns:a16="http://schemas.microsoft.com/office/drawing/2014/main" id="{DFB488F4-5771-864F-A37C-DBD4AF8F2C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26201"/>
            <a:stretch/>
          </p:blipFill>
          <p:spPr>
            <a:xfrm>
              <a:off x="8669047" y="1743158"/>
              <a:ext cx="2104010" cy="611606"/>
            </a:xfrm>
            <a:prstGeom prst="rect">
              <a:avLst/>
            </a:prstGeom>
          </p:spPr>
        </p:pic>
      </p:grpSp>
      <p:sp>
        <p:nvSpPr>
          <p:cNvPr id="731" name="Rectangle 730">
            <a:extLst>
              <a:ext uri="{FF2B5EF4-FFF2-40B4-BE49-F238E27FC236}">
                <a16:creationId xmlns:a16="http://schemas.microsoft.com/office/drawing/2014/main" id="{9495C03A-6ECE-9B49-8E66-C782126CE539}"/>
              </a:ext>
            </a:extLst>
          </p:cNvPr>
          <p:cNvSpPr/>
          <p:nvPr/>
        </p:nvSpPr>
        <p:spPr>
          <a:xfrm>
            <a:off x="8533623" y="498253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10CC72-3BC5-1349-B056-53754E12C89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122819" y="6107173"/>
            <a:ext cx="5308600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13368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Paulo Czarnewski</dc:creator>
  <cp:lastModifiedBy>Paulo Czarnewski</cp:lastModifiedBy>
  <cp:revision>40</cp:revision>
  <dcterms:created xsi:type="dcterms:W3CDTF">2021-08-16T15:06:29Z</dcterms:created>
  <dcterms:modified xsi:type="dcterms:W3CDTF">2021-09-03T11:09:27Z</dcterms:modified>
</cp:coreProperties>
</file>