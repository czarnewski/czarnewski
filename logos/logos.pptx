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95"/>
    <p:restoredTop sz="96405"/>
  </p:normalViewPr>
  <p:slideViewPr>
    <p:cSldViewPr snapToGrid="0" snapToObjects="1">
      <p:cViewPr>
        <p:scale>
          <a:sx n="42" d="100"/>
          <a:sy n="42" d="100"/>
        </p:scale>
        <p:origin x="4168" y="2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8/24/21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20" y="2358001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5803130" y="3252245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8250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32</cp:revision>
  <dcterms:created xsi:type="dcterms:W3CDTF">2021-08-16T15:06:29Z</dcterms:created>
  <dcterms:modified xsi:type="dcterms:W3CDTF">2021-08-25T11:10:47Z</dcterms:modified>
</cp:coreProperties>
</file>