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20"/>
    <p:restoredTop sz="96405"/>
  </p:normalViewPr>
  <p:slideViewPr>
    <p:cSldViewPr snapToGrid="0" snapToObjects="1">
      <p:cViewPr>
        <p:scale>
          <a:sx n="47" d="100"/>
          <a:sy n="47" d="100"/>
        </p:scale>
        <p:origin x="3376" y="2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9/3/21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1475689" y="-1916368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1273231" y="-1156548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2513544" y="-1167964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2628639" y="-1251185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8802614" y="2535199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757" y="430472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7339" y="385753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5062" y="384628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4413" y="377466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40117" y="393957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9224" y="374847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5616" y="469511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6427" y="446629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842" y="492393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70683" y="424907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842" y="492781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3410" y="372330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1181" y="369974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8113" y="369358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2474" y="369358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3290" y="369544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3251" y="429307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805" y="369272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1046" y="392485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9481" y="409026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9261" y="405085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5270" y="407463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2054" y="414857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9636" y="461302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950" y="46130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738" y="46130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9675" y="442434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990" y="442434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776" y="442137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4456" y="381444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1350709" y="-2050648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2600269" y="-1922538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1827775" y="-1701381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1360979" y="-1194355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1828979" y="-1028294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BBFD4A86-F8BB-214A-A146-7FEC120C801E}"/>
              </a:ext>
            </a:extLst>
          </p:cNvPr>
          <p:cNvGrpSpPr/>
          <p:nvPr/>
        </p:nvGrpSpPr>
        <p:grpSpPr>
          <a:xfrm>
            <a:off x="9687460" y="3296976"/>
            <a:ext cx="1322836" cy="1495710"/>
            <a:chOff x="9818170" y="3088909"/>
            <a:chExt cx="670592" cy="758227"/>
          </a:xfrm>
        </p:grpSpPr>
        <p:sp>
          <p:nvSpPr>
            <p:cNvPr id="535" name="Terminator 534">
              <a:extLst>
                <a:ext uri="{FF2B5EF4-FFF2-40B4-BE49-F238E27FC236}">
                  <a16:creationId xmlns:a16="http://schemas.microsoft.com/office/drawing/2014/main" id="{A5DB144E-E77B-F447-B0F0-43FFD899C04D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Terminator 539">
              <a:extLst>
                <a:ext uri="{FF2B5EF4-FFF2-40B4-BE49-F238E27FC236}">
                  <a16:creationId xmlns:a16="http://schemas.microsoft.com/office/drawing/2014/main" id="{786AC2C6-591B-3241-B0CA-5D66AA67805F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Delay 540">
              <a:extLst>
                <a:ext uri="{FF2B5EF4-FFF2-40B4-BE49-F238E27FC236}">
                  <a16:creationId xmlns:a16="http://schemas.microsoft.com/office/drawing/2014/main" id="{37D2DA66-A24E-E240-8C20-833386F126EC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5253E6BA-99DC-A44F-8EE8-8703B01A5D82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Moon 3">
            <a:extLst>
              <a:ext uri="{FF2B5EF4-FFF2-40B4-BE49-F238E27FC236}">
                <a16:creationId xmlns:a16="http://schemas.microsoft.com/office/drawing/2014/main" id="{ED463851-C602-7942-826F-6E7959971A51}"/>
              </a:ext>
            </a:extLst>
          </p:cNvPr>
          <p:cNvSpPr/>
          <p:nvPr/>
        </p:nvSpPr>
        <p:spPr>
          <a:xfrm rot="4725229" flipV="1">
            <a:off x="10507698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3" name="Moon 3">
            <a:extLst>
              <a:ext uri="{FF2B5EF4-FFF2-40B4-BE49-F238E27FC236}">
                <a16:creationId xmlns:a16="http://schemas.microsoft.com/office/drawing/2014/main" id="{0F282097-2EC0-054F-8D3A-36981066700D}"/>
              </a:ext>
            </a:extLst>
          </p:cNvPr>
          <p:cNvSpPr/>
          <p:nvPr/>
        </p:nvSpPr>
        <p:spPr>
          <a:xfrm rot="16900110" flipH="1" flipV="1">
            <a:off x="9990436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B0D7CD39-8FFC-4C4D-AEA5-3C9885DAFF77}"/>
              </a:ext>
            </a:extLst>
          </p:cNvPr>
          <p:cNvSpPr/>
          <p:nvPr/>
        </p:nvSpPr>
        <p:spPr>
          <a:xfrm rot="700110">
            <a:off x="10011783" y="3482763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Oval 544">
            <a:extLst>
              <a:ext uri="{FF2B5EF4-FFF2-40B4-BE49-F238E27FC236}">
                <a16:creationId xmlns:a16="http://schemas.microsoft.com/office/drawing/2014/main" id="{619A9812-7CE8-E14F-A211-FFD9A0938487}"/>
              </a:ext>
            </a:extLst>
          </p:cNvPr>
          <p:cNvSpPr/>
          <p:nvPr/>
        </p:nvSpPr>
        <p:spPr>
          <a:xfrm rot="20925229">
            <a:off x="10510672" y="3480547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8921712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9100798" y="5402959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9184920" y="5459109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9234349" y="5512932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69D6D77-3CB7-384C-BBA6-FE66BC58D2D9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72460" y="-254600"/>
            <a:ext cx="2667000" cy="2654300"/>
          </a:xfrm>
          <a:prstGeom prst="rect">
            <a:avLst/>
          </a:prstGeom>
        </p:spPr>
      </p:pic>
      <p:sp>
        <p:nvSpPr>
          <p:cNvPr id="822" name="Rectangle 821">
            <a:extLst>
              <a:ext uri="{FF2B5EF4-FFF2-40B4-BE49-F238E27FC236}">
                <a16:creationId xmlns:a16="http://schemas.microsoft.com/office/drawing/2014/main" id="{38987CB5-C4B7-3242-BFA2-9F3D048DFF0B}"/>
              </a:ext>
            </a:extLst>
          </p:cNvPr>
          <p:cNvSpPr/>
          <p:nvPr/>
        </p:nvSpPr>
        <p:spPr>
          <a:xfrm>
            <a:off x="10496246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1261D28-A846-8C41-89BA-6A787D5D531B}"/>
              </a:ext>
            </a:extLst>
          </p:cNvPr>
          <p:cNvSpPr/>
          <p:nvPr/>
        </p:nvSpPr>
        <p:spPr>
          <a:xfrm>
            <a:off x="10612213" y="5466251"/>
            <a:ext cx="1136274" cy="1100804"/>
          </a:xfrm>
          <a:prstGeom prst="roundRect">
            <a:avLst>
              <a:gd name="adj" fmla="val 28755"/>
            </a:avLst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80742D43-C01B-6D44-93FD-FFEBC3E90C9C}"/>
              </a:ext>
            </a:extLst>
          </p:cNvPr>
          <p:cNvSpPr/>
          <p:nvPr/>
        </p:nvSpPr>
        <p:spPr>
          <a:xfrm rot="5400000">
            <a:off x="10963781" y="5798981"/>
            <a:ext cx="504999" cy="43534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588753-0E1F-AB40-A568-94E37677BECF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211041" y="4030799"/>
            <a:ext cx="2590800" cy="26035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F634254-3F69-D84D-A252-DFEAFC70E7EF}"/>
              </a:ext>
            </a:extLst>
          </p:cNvPr>
          <p:cNvGrpSpPr/>
          <p:nvPr/>
        </p:nvGrpSpPr>
        <p:grpSpPr>
          <a:xfrm>
            <a:off x="8557341" y="575656"/>
            <a:ext cx="1302078" cy="1226250"/>
            <a:chOff x="8669047" y="373287"/>
            <a:chExt cx="2104010" cy="1981477"/>
          </a:xfrm>
        </p:grpSpPr>
        <p:pic>
          <p:nvPicPr>
            <p:cNvPr id="724" name="Picture 723">
              <a:extLst>
                <a:ext uri="{FF2B5EF4-FFF2-40B4-BE49-F238E27FC236}">
                  <a16:creationId xmlns:a16="http://schemas.microsoft.com/office/drawing/2014/main" id="{2E2E304F-0D3B-0047-86E9-1D02F912C2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r="75948"/>
            <a:stretch/>
          </p:blipFill>
          <p:spPr>
            <a:xfrm>
              <a:off x="8874063" y="373287"/>
              <a:ext cx="1671464" cy="1490814"/>
            </a:xfrm>
            <a:prstGeom prst="rect">
              <a:avLst/>
            </a:prstGeom>
          </p:spPr>
        </p:pic>
        <p:pic>
          <p:nvPicPr>
            <p:cNvPr id="725" name="Picture 724">
              <a:extLst>
                <a:ext uri="{FF2B5EF4-FFF2-40B4-BE49-F238E27FC236}">
                  <a16:creationId xmlns:a16="http://schemas.microsoft.com/office/drawing/2014/main" id="{DFB488F4-5771-864F-A37C-DBD4AF8F2C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6201"/>
            <a:stretch/>
          </p:blipFill>
          <p:spPr>
            <a:xfrm>
              <a:off x="8669047" y="1743158"/>
              <a:ext cx="2104010" cy="611606"/>
            </a:xfrm>
            <a:prstGeom prst="rect">
              <a:avLst/>
            </a:prstGeom>
          </p:spPr>
        </p:pic>
      </p:grpSp>
      <p:sp>
        <p:nvSpPr>
          <p:cNvPr id="731" name="Rectangle 730">
            <a:extLst>
              <a:ext uri="{FF2B5EF4-FFF2-40B4-BE49-F238E27FC236}">
                <a16:creationId xmlns:a16="http://schemas.microsoft.com/office/drawing/2014/main" id="{9495C03A-6ECE-9B49-8E66-C782126CE539}"/>
              </a:ext>
            </a:extLst>
          </p:cNvPr>
          <p:cNvSpPr/>
          <p:nvPr/>
        </p:nvSpPr>
        <p:spPr>
          <a:xfrm>
            <a:off x="8533623" y="49825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0CC72-3BC5-1349-B056-53754E12C89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22819" y="6107173"/>
            <a:ext cx="5308600" cy="5194300"/>
          </a:xfrm>
          <a:prstGeom prst="rect">
            <a:avLst/>
          </a:prstGeom>
        </p:spPr>
      </p:pic>
      <p:sp>
        <p:nvSpPr>
          <p:cNvPr id="835" name="Rectangle 834">
            <a:extLst>
              <a:ext uri="{FF2B5EF4-FFF2-40B4-BE49-F238E27FC236}">
                <a16:creationId xmlns:a16="http://schemas.microsoft.com/office/drawing/2014/main" id="{3D3DEC41-4E1A-1D47-86F5-A3ED6DEC39CA}"/>
              </a:ext>
            </a:extLst>
          </p:cNvPr>
          <p:cNvSpPr/>
          <p:nvPr/>
        </p:nvSpPr>
        <p:spPr>
          <a:xfrm>
            <a:off x="365040" y="525971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53D3FF4-26C0-2646-92D1-A5BD04B18AE1}"/>
              </a:ext>
            </a:extLst>
          </p:cNvPr>
          <p:cNvGrpSpPr/>
          <p:nvPr/>
        </p:nvGrpSpPr>
        <p:grpSpPr>
          <a:xfrm>
            <a:off x="428112" y="5524727"/>
            <a:ext cx="1213507" cy="861512"/>
            <a:chOff x="400986" y="5903794"/>
            <a:chExt cx="705900" cy="501144"/>
          </a:xfrm>
        </p:grpSpPr>
        <p:sp>
          <p:nvSpPr>
            <p:cNvPr id="830" name="Rounded Rectangle 829">
              <a:extLst>
                <a:ext uri="{FF2B5EF4-FFF2-40B4-BE49-F238E27FC236}">
                  <a16:creationId xmlns:a16="http://schemas.microsoft.com/office/drawing/2014/main" id="{22885AC6-07FA-154F-9D36-787CA9845D92}"/>
                </a:ext>
              </a:extLst>
            </p:cNvPr>
            <p:cNvSpPr/>
            <p:nvPr/>
          </p:nvSpPr>
          <p:spPr>
            <a:xfrm>
              <a:off x="405456" y="5916583"/>
              <a:ext cx="685496" cy="488355"/>
            </a:xfrm>
            <a:prstGeom prst="roundRect">
              <a:avLst>
                <a:gd name="adj" fmla="val 8642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Triangle 1">
              <a:extLst>
                <a:ext uri="{FF2B5EF4-FFF2-40B4-BE49-F238E27FC236}">
                  <a16:creationId xmlns:a16="http://schemas.microsoft.com/office/drawing/2014/main" id="{17C2E358-4B91-3E4F-A9D3-D43418C55FB4}"/>
                </a:ext>
              </a:extLst>
            </p:cNvPr>
            <p:cNvSpPr/>
            <p:nvPr/>
          </p:nvSpPr>
          <p:spPr>
            <a:xfrm flipV="1">
              <a:off x="400986" y="5903794"/>
              <a:ext cx="705900" cy="228444"/>
            </a:xfrm>
            <a:prstGeom prst="triangle">
              <a:avLst/>
            </a:prstGeom>
            <a:solidFill>
              <a:schemeClr val="tx1"/>
            </a:solidFill>
            <a:ln w="571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4C14341-BE05-EA4C-A852-DE109BC7B6ED}"/>
              </a:ext>
            </a:extLst>
          </p:cNvPr>
          <p:cNvSpPr txBox="1"/>
          <p:nvPr/>
        </p:nvSpPr>
        <p:spPr>
          <a:xfrm>
            <a:off x="355451" y="5677279"/>
            <a:ext cx="6896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@</a:t>
            </a:r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9108FEEA-59DB-3447-9C5F-9070B204BEFC}"/>
              </a:ext>
            </a:extLst>
          </p:cNvPr>
          <p:cNvSpPr/>
          <p:nvPr/>
        </p:nvSpPr>
        <p:spPr>
          <a:xfrm>
            <a:off x="1790486" y="525703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8" name="Group 837">
            <a:extLst>
              <a:ext uri="{FF2B5EF4-FFF2-40B4-BE49-F238E27FC236}">
                <a16:creationId xmlns:a16="http://schemas.microsoft.com/office/drawing/2014/main" id="{DEFA7076-B054-744D-972A-AF1FDA0BF954}"/>
              </a:ext>
            </a:extLst>
          </p:cNvPr>
          <p:cNvGrpSpPr/>
          <p:nvPr/>
        </p:nvGrpSpPr>
        <p:grpSpPr>
          <a:xfrm>
            <a:off x="1853558" y="5522045"/>
            <a:ext cx="1213507" cy="861512"/>
            <a:chOff x="400986" y="5903794"/>
            <a:chExt cx="705900" cy="501144"/>
          </a:xfrm>
        </p:grpSpPr>
        <p:sp>
          <p:nvSpPr>
            <p:cNvPr id="839" name="Rounded Rectangle 838">
              <a:extLst>
                <a:ext uri="{FF2B5EF4-FFF2-40B4-BE49-F238E27FC236}">
                  <a16:creationId xmlns:a16="http://schemas.microsoft.com/office/drawing/2014/main" id="{BFB9FC33-800A-7549-AA69-535B637B9B6E}"/>
                </a:ext>
              </a:extLst>
            </p:cNvPr>
            <p:cNvSpPr/>
            <p:nvPr/>
          </p:nvSpPr>
          <p:spPr>
            <a:xfrm>
              <a:off x="405456" y="5916583"/>
              <a:ext cx="685496" cy="488355"/>
            </a:xfrm>
            <a:prstGeom prst="roundRect">
              <a:avLst>
                <a:gd name="adj" fmla="val 8642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0" name="Triangle 839">
              <a:extLst>
                <a:ext uri="{FF2B5EF4-FFF2-40B4-BE49-F238E27FC236}">
                  <a16:creationId xmlns:a16="http://schemas.microsoft.com/office/drawing/2014/main" id="{61F51989-9B2D-F34B-98DE-BD4CE6F47098}"/>
                </a:ext>
              </a:extLst>
            </p:cNvPr>
            <p:cNvSpPr/>
            <p:nvPr/>
          </p:nvSpPr>
          <p:spPr>
            <a:xfrm flipV="1">
              <a:off x="400986" y="5903794"/>
              <a:ext cx="705900" cy="228444"/>
            </a:xfrm>
            <a:prstGeom prst="triangle">
              <a:avLst/>
            </a:prstGeom>
            <a:solidFill>
              <a:schemeClr val="tx1"/>
            </a:solidFill>
            <a:ln w="571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1" name="TextBox 840">
            <a:extLst>
              <a:ext uri="{FF2B5EF4-FFF2-40B4-BE49-F238E27FC236}">
                <a16:creationId xmlns:a16="http://schemas.microsoft.com/office/drawing/2014/main" id="{F5924D07-F55F-A54C-8CC4-DEF762FEE03E}"/>
              </a:ext>
            </a:extLst>
          </p:cNvPr>
          <p:cNvSpPr txBox="1"/>
          <p:nvPr/>
        </p:nvSpPr>
        <p:spPr>
          <a:xfrm>
            <a:off x="1780897" y="5674597"/>
            <a:ext cx="6896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@</a:t>
            </a:r>
          </a:p>
        </p:txBody>
      </p:sp>
      <p:sp>
        <p:nvSpPr>
          <p:cNvPr id="842" name="Rectangle 841">
            <a:extLst>
              <a:ext uri="{FF2B5EF4-FFF2-40B4-BE49-F238E27FC236}">
                <a16:creationId xmlns:a16="http://schemas.microsoft.com/office/drawing/2014/main" id="{5BDA479D-997D-4F44-8352-059C95997A15}"/>
              </a:ext>
            </a:extLst>
          </p:cNvPr>
          <p:cNvSpPr/>
          <p:nvPr/>
        </p:nvSpPr>
        <p:spPr>
          <a:xfrm>
            <a:off x="3214026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43" name="Group 842">
            <a:extLst>
              <a:ext uri="{FF2B5EF4-FFF2-40B4-BE49-F238E27FC236}">
                <a16:creationId xmlns:a16="http://schemas.microsoft.com/office/drawing/2014/main" id="{7FCAFDD6-A7E3-8A48-9D8B-12E8F79E16C3}"/>
              </a:ext>
            </a:extLst>
          </p:cNvPr>
          <p:cNvGrpSpPr/>
          <p:nvPr/>
        </p:nvGrpSpPr>
        <p:grpSpPr>
          <a:xfrm>
            <a:off x="3277098" y="5529982"/>
            <a:ext cx="1213507" cy="861512"/>
            <a:chOff x="400986" y="5903794"/>
            <a:chExt cx="705900" cy="501144"/>
          </a:xfrm>
        </p:grpSpPr>
        <p:sp>
          <p:nvSpPr>
            <p:cNvPr id="844" name="Rounded Rectangle 843">
              <a:extLst>
                <a:ext uri="{FF2B5EF4-FFF2-40B4-BE49-F238E27FC236}">
                  <a16:creationId xmlns:a16="http://schemas.microsoft.com/office/drawing/2014/main" id="{CD35B48A-2E8C-6848-AE68-021AF5F6CC67}"/>
                </a:ext>
              </a:extLst>
            </p:cNvPr>
            <p:cNvSpPr/>
            <p:nvPr/>
          </p:nvSpPr>
          <p:spPr>
            <a:xfrm>
              <a:off x="405456" y="5916583"/>
              <a:ext cx="685496" cy="488355"/>
            </a:xfrm>
            <a:prstGeom prst="roundRect">
              <a:avLst>
                <a:gd name="adj" fmla="val 8642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45" name="Triangle 844">
              <a:extLst>
                <a:ext uri="{FF2B5EF4-FFF2-40B4-BE49-F238E27FC236}">
                  <a16:creationId xmlns:a16="http://schemas.microsoft.com/office/drawing/2014/main" id="{C1C2E169-8192-FE4F-9AA2-87ABEA62E4C2}"/>
                </a:ext>
              </a:extLst>
            </p:cNvPr>
            <p:cNvSpPr/>
            <p:nvPr/>
          </p:nvSpPr>
          <p:spPr>
            <a:xfrm flipV="1">
              <a:off x="400986" y="5903794"/>
              <a:ext cx="705900" cy="228444"/>
            </a:xfrm>
            <a:prstGeom prst="triangle">
              <a:avLst/>
            </a:prstGeom>
            <a:solidFill>
              <a:schemeClr val="tx1"/>
            </a:solidFill>
            <a:ln w="571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6" name="TextBox 845">
            <a:extLst>
              <a:ext uri="{FF2B5EF4-FFF2-40B4-BE49-F238E27FC236}">
                <a16:creationId xmlns:a16="http://schemas.microsoft.com/office/drawing/2014/main" id="{02C81A68-86AE-6145-9FCD-8CC23D798867}"/>
              </a:ext>
            </a:extLst>
          </p:cNvPr>
          <p:cNvSpPr txBox="1"/>
          <p:nvPr/>
        </p:nvSpPr>
        <p:spPr>
          <a:xfrm>
            <a:off x="3204437" y="5682534"/>
            <a:ext cx="6896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@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913CA9-F5FF-794D-B468-5DDF947DFDDF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82900" y="-6435957"/>
            <a:ext cx="50800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14299</TotalTime>
  <Words>4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41</cp:revision>
  <dcterms:created xsi:type="dcterms:W3CDTF">2021-08-16T15:06:29Z</dcterms:created>
  <dcterms:modified xsi:type="dcterms:W3CDTF">2021-09-04T05:47:43Z</dcterms:modified>
</cp:coreProperties>
</file>