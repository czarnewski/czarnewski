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S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009"/>
    <p:restoredTop sz="96405"/>
  </p:normalViewPr>
  <p:slideViewPr>
    <p:cSldViewPr snapToGrid="0" snapToObjects="1">
      <p:cViewPr>
        <p:scale>
          <a:sx n="47" d="100"/>
          <a:sy n="47" d="100"/>
        </p:scale>
        <p:origin x="4808" y="23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B8F233-B146-524C-B496-2078F4AD10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F22ABC5-CE45-F846-A1B6-3A6518D387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2E23BE-067D-814B-B36F-0FB516A5B0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8/16/21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4FCA03-5DDE-9844-B9F9-5703466632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D47E43-EE1F-5942-8882-8A9D99100D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70029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982256-6E9F-1E49-A51C-4887EDACCA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6D97C4-19F0-124D-95A2-1C4D1C3F80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37C53E-C70E-7B49-9B7A-C57B07FD99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8/16/21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2C37D6-E7BA-2441-8460-9A364C227B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19C051-D252-DC48-BC06-6CFED41DAC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51912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A084FD-408D-EE41-B2DD-5993C06F45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23C57F-757A-894B-A015-BB0847BA0C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FE0CB6-CBBC-9441-81A1-8543A6FF75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8/16/21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BE2A71-01F2-2240-BE1B-71C4A56253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23F08E-3173-7947-8901-721103F8C6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27581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545B37-09BE-BC4A-9B32-14D659F4F1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EB483C-2BFD-BB45-94F6-C7F28ECE27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570A37-6BFC-8547-9467-75C19DBEF6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23957ED-DBFE-D54A-9839-DA25974430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8/16/21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21104AB-D96F-B34D-8B11-8F56ADB78C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5FF13FB-1FF2-E347-A7DB-AF184035F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42379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9EB250-B7E2-404B-9776-3A9C07496B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89102E-0877-9641-ADCF-69446C31EE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642FF8-EDCD-F04A-A209-4C28D3EA93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DF1C389-EAAC-364E-9EA7-C29A56154CF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D964D62-2CBC-D044-BC11-0247A0049C4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923046B-71C9-994A-AE57-75A2CB988F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8/16/21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5B0B86F-AE37-1542-9E35-1F3CBAFCA5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CA824CC-DF81-D94C-9E44-1F8911B1D2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6668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2FBA82-C524-2F4A-B5CA-3ACF7147B4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CC84651-AAB6-B849-9ECE-17B26211EB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8/16/21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10A2C21-75C0-604A-BFB3-8CC52DE38D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1F3C516-AC16-CD48-A88D-7DC12EC77C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48210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D06CEB5-AA67-5C4F-9BB4-2A4577F23F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8/16/21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90BAFBB-73AB-8849-B9F7-FFE24EEB8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EF29F4-B6E9-8B47-8488-4CD0D84442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23757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E49556-8237-2D43-A3EE-AC6B2D0729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8D625C-F31D-4F4E-A5AD-06F1ED6F91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4547653-895B-014B-ABB7-2BBEB372FB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0D2D1B-334D-5E44-806A-856500277B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8/16/21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34FE8C-A1E9-FA46-BACA-77DA750C58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A589C2-541C-2A4F-810C-D159C153B2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00141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8F0296-D7D0-A84E-8EF8-5DDEC15FEA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B692860-077B-C840-B3DA-32CCC39AE11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08011C-414D-0F4E-880F-F92206BF6EF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512217-3F89-BB4C-9602-075A7CE9D0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8/16/21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5717AF-F806-8041-B947-1AE10C8831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2C2B49-F953-A146-A68D-18C95F2EF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17785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88DC7E-6EAA-FC4A-9556-F0096DA88F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C6052DA-8B33-4545-937E-C2CECFEC97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57CA4E-0112-E24E-AB88-FE7B4274FD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8/16/21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4A0366-DAE9-BB4D-AC59-ED157F7DC7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310474-CE98-0F43-9CAB-6A629FC6CE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21562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E461627-1ED3-894B-9561-60AFAE4C65E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FA3CE96-0BCF-CB47-B50F-E4B469F7F2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1A5679-561B-0A48-8B88-92E9864E94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8/16/21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B5D5E7-EC19-4342-B8EE-4CE863F72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124BB8-006A-5E43-844C-79E0B27D55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94775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F080F47-9976-234F-8AD2-C3D2AC4216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739BC4-4B90-3244-BD0A-B9DB85C9C4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29E41E-9D2B-4A4C-A1E9-65317E30B32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6F93EB0-79FE-3A48-9677-781C433206CF}" type="datetimeFigureOut">
              <a:rPr lang="en-US" smtClean="0"/>
              <a:t>8/16/21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0A3D7B-7CBE-BA4B-A156-3117BFDF4B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627CAE-DC29-6243-9029-C54AB17ACB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7116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Rectangle 231">
            <a:extLst>
              <a:ext uri="{FF2B5EF4-FFF2-40B4-BE49-F238E27FC236}">
                <a16:creationId xmlns:a16="http://schemas.microsoft.com/office/drawing/2014/main" id="{F2AA727E-74F4-4441-B195-C830934599E5}"/>
              </a:ext>
            </a:extLst>
          </p:cNvPr>
          <p:cNvSpPr/>
          <p:nvPr/>
        </p:nvSpPr>
        <p:spPr>
          <a:xfrm>
            <a:off x="1465229" y="1614222"/>
            <a:ext cx="3335988" cy="151611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79" name="Group 178">
            <a:extLst>
              <a:ext uri="{FF2B5EF4-FFF2-40B4-BE49-F238E27FC236}">
                <a16:creationId xmlns:a16="http://schemas.microsoft.com/office/drawing/2014/main" id="{1C08F047-A3CE-224A-A17D-38BF50B5D046}"/>
              </a:ext>
            </a:extLst>
          </p:cNvPr>
          <p:cNvGrpSpPr/>
          <p:nvPr/>
        </p:nvGrpSpPr>
        <p:grpSpPr>
          <a:xfrm rot="1816045">
            <a:off x="6516601" y="4448964"/>
            <a:ext cx="673850" cy="891540"/>
            <a:chOff x="7855592" y="4677715"/>
            <a:chExt cx="673850" cy="891540"/>
          </a:xfrm>
        </p:grpSpPr>
        <p:sp>
          <p:nvSpPr>
            <p:cNvPr id="180" name="Rectangle 179">
              <a:extLst>
                <a:ext uri="{FF2B5EF4-FFF2-40B4-BE49-F238E27FC236}">
                  <a16:creationId xmlns:a16="http://schemas.microsoft.com/office/drawing/2014/main" id="{BDE14D0D-39AC-7F4F-8C66-AFD19513D0DC}"/>
                </a:ext>
              </a:extLst>
            </p:cNvPr>
            <p:cNvSpPr/>
            <p:nvPr/>
          </p:nvSpPr>
          <p:spPr>
            <a:xfrm>
              <a:off x="7855592" y="4677715"/>
              <a:ext cx="673850" cy="891540"/>
            </a:xfrm>
            <a:prstGeom prst="rect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81" name="Straight Connector 180">
              <a:extLst>
                <a:ext uri="{FF2B5EF4-FFF2-40B4-BE49-F238E27FC236}">
                  <a16:creationId xmlns:a16="http://schemas.microsoft.com/office/drawing/2014/main" id="{ADF1383E-F3B1-2647-9C39-6CBF3F2FCF71}"/>
                </a:ext>
              </a:extLst>
            </p:cNvPr>
            <p:cNvCxnSpPr>
              <a:cxnSpLocks/>
            </p:cNvCxnSpPr>
            <p:nvPr/>
          </p:nvCxnSpPr>
          <p:spPr>
            <a:xfrm rot="19783955">
              <a:off x="7972983" y="4707746"/>
              <a:ext cx="256042" cy="149423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2" name="Straight Connector 181">
              <a:extLst>
                <a:ext uri="{FF2B5EF4-FFF2-40B4-BE49-F238E27FC236}">
                  <a16:creationId xmlns:a16="http://schemas.microsoft.com/office/drawing/2014/main" id="{A1BB26CC-4E28-4947-9742-68155D90ECCB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489005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3" name="Straight Connector 182">
              <a:extLst>
                <a:ext uri="{FF2B5EF4-FFF2-40B4-BE49-F238E27FC236}">
                  <a16:creationId xmlns:a16="http://schemas.microsoft.com/office/drawing/2014/main" id="{80D993C7-AED1-C94B-9AC8-C605010D71D0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496496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4" name="Straight Connector 183">
              <a:extLst>
                <a:ext uri="{FF2B5EF4-FFF2-40B4-BE49-F238E27FC236}">
                  <a16:creationId xmlns:a16="http://schemas.microsoft.com/office/drawing/2014/main" id="{A8DAFE31-F8F0-154F-B2AE-2828645E7DE9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03988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5" name="Straight Connector 184">
              <a:extLst>
                <a:ext uri="{FF2B5EF4-FFF2-40B4-BE49-F238E27FC236}">
                  <a16:creationId xmlns:a16="http://schemas.microsoft.com/office/drawing/2014/main" id="{4E1298A0-CCA7-0543-9236-B39BE457320B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11479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6" name="Straight Connector 185">
              <a:extLst>
                <a:ext uri="{FF2B5EF4-FFF2-40B4-BE49-F238E27FC236}">
                  <a16:creationId xmlns:a16="http://schemas.microsoft.com/office/drawing/2014/main" id="{99DD4C52-3A8C-9D48-AD90-ECC9A67AF78B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18971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Straight Connector 186">
              <a:extLst>
                <a:ext uri="{FF2B5EF4-FFF2-40B4-BE49-F238E27FC236}">
                  <a16:creationId xmlns:a16="http://schemas.microsoft.com/office/drawing/2014/main" id="{075B57BE-69C8-8840-B99B-FBA66185E7AC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26462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Straight Connector 187">
              <a:extLst>
                <a:ext uri="{FF2B5EF4-FFF2-40B4-BE49-F238E27FC236}">
                  <a16:creationId xmlns:a16="http://schemas.microsoft.com/office/drawing/2014/main" id="{0E7B1573-CF5B-BF46-8534-18DBB6B3285A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11559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9" name="Straight Connector 188">
              <a:extLst>
                <a:ext uri="{FF2B5EF4-FFF2-40B4-BE49-F238E27FC236}">
                  <a16:creationId xmlns:a16="http://schemas.microsoft.com/office/drawing/2014/main" id="{063D766D-E6CA-0D4D-B0C0-27E98E670D30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19051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0" name="Straight Connector 189">
              <a:extLst>
                <a:ext uri="{FF2B5EF4-FFF2-40B4-BE49-F238E27FC236}">
                  <a16:creationId xmlns:a16="http://schemas.microsoft.com/office/drawing/2014/main" id="{E382CE91-17F8-B047-AC7E-CF98CF28525B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26542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1" name="Straight Connector 190">
              <a:extLst>
                <a:ext uri="{FF2B5EF4-FFF2-40B4-BE49-F238E27FC236}">
                  <a16:creationId xmlns:a16="http://schemas.microsoft.com/office/drawing/2014/main" id="{A4EB9D58-E2EA-904F-9847-F281A74C3449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34034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Straight Connector 191">
              <a:extLst>
                <a:ext uri="{FF2B5EF4-FFF2-40B4-BE49-F238E27FC236}">
                  <a16:creationId xmlns:a16="http://schemas.microsoft.com/office/drawing/2014/main" id="{0810B53F-904D-FA4D-AB3D-AB8F917FEDA9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41525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Straight Connector 192">
              <a:extLst>
                <a:ext uri="{FF2B5EF4-FFF2-40B4-BE49-F238E27FC236}">
                  <a16:creationId xmlns:a16="http://schemas.microsoft.com/office/drawing/2014/main" id="{3E004BE3-E042-4E4B-8D9C-3732F1A6DF98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490174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4" name="Rectangle 193">
              <a:extLst>
                <a:ext uri="{FF2B5EF4-FFF2-40B4-BE49-F238E27FC236}">
                  <a16:creationId xmlns:a16="http://schemas.microsoft.com/office/drawing/2014/main" id="{F4041E30-77F7-8549-892E-1D3AB0025EC3}"/>
                </a:ext>
              </a:extLst>
            </p:cNvPr>
            <p:cNvSpPr/>
            <p:nvPr/>
          </p:nvSpPr>
          <p:spPr>
            <a:xfrm>
              <a:off x="8217916" y="4874897"/>
              <a:ext cx="205956" cy="180141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5" name="Rectangle 194">
              <a:extLst>
                <a:ext uri="{FF2B5EF4-FFF2-40B4-BE49-F238E27FC236}">
                  <a16:creationId xmlns:a16="http://schemas.microsoft.com/office/drawing/2014/main" id="{03EF48A4-B941-FE4C-BD46-DFA951177DBF}"/>
                </a:ext>
              </a:extLst>
            </p:cNvPr>
            <p:cNvSpPr/>
            <p:nvPr/>
          </p:nvSpPr>
          <p:spPr>
            <a:xfrm>
              <a:off x="7952777" y="5325827"/>
              <a:ext cx="205956" cy="180141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6" name="Rectangle 195">
              <a:extLst>
                <a:ext uri="{FF2B5EF4-FFF2-40B4-BE49-F238E27FC236}">
                  <a16:creationId xmlns:a16="http://schemas.microsoft.com/office/drawing/2014/main" id="{928D2458-F10C-6A4A-809C-E67678C6D3BF}"/>
                </a:ext>
              </a:extLst>
            </p:cNvPr>
            <p:cNvSpPr/>
            <p:nvPr/>
          </p:nvSpPr>
          <p:spPr>
            <a:xfrm>
              <a:off x="8248427" y="4932781"/>
              <a:ext cx="54034" cy="121628"/>
            </a:xfrm>
            <a:prstGeom prst="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7" name="Rectangle 196">
              <a:extLst>
                <a:ext uri="{FF2B5EF4-FFF2-40B4-BE49-F238E27FC236}">
                  <a16:creationId xmlns:a16="http://schemas.microsoft.com/office/drawing/2014/main" id="{FA4D5AF4-7374-0D4D-8471-BD9D4B565FF6}"/>
                </a:ext>
              </a:extLst>
            </p:cNvPr>
            <p:cNvSpPr/>
            <p:nvPr/>
          </p:nvSpPr>
          <p:spPr>
            <a:xfrm>
              <a:off x="8330314" y="4980015"/>
              <a:ext cx="50859" cy="72864"/>
            </a:xfrm>
            <a:prstGeom prst="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98" name="Group 197">
              <a:extLst>
                <a:ext uri="{FF2B5EF4-FFF2-40B4-BE49-F238E27FC236}">
                  <a16:creationId xmlns:a16="http://schemas.microsoft.com/office/drawing/2014/main" id="{2A23DFE1-8447-B846-9F94-1D2AD134A8B6}"/>
                </a:ext>
              </a:extLst>
            </p:cNvPr>
            <p:cNvGrpSpPr/>
            <p:nvPr/>
          </p:nvGrpSpPr>
          <p:grpSpPr>
            <a:xfrm>
              <a:off x="8015345" y="5358023"/>
              <a:ext cx="116581" cy="132641"/>
              <a:chOff x="7996008" y="5361761"/>
              <a:chExt cx="197081" cy="132641"/>
            </a:xfrm>
          </p:grpSpPr>
          <p:cxnSp>
            <p:nvCxnSpPr>
              <p:cNvPr id="199" name="Elbow Connector 198">
                <a:extLst>
                  <a:ext uri="{FF2B5EF4-FFF2-40B4-BE49-F238E27FC236}">
                    <a16:creationId xmlns:a16="http://schemas.microsoft.com/office/drawing/2014/main" id="{AED0441D-64C8-CC46-80B9-7DCE8BDF9AF9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7996008" y="5400309"/>
                <a:ext cx="94093" cy="94093"/>
              </a:xfrm>
              <a:prstGeom prst="bentConnector3">
                <a:avLst>
                  <a:gd name="adj1" fmla="val 46626"/>
                </a:avLst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00" name="Triangle 199">
                <a:extLst>
                  <a:ext uri="{FF2B5EF4-FFF2-40B4-BE49-F238E27FC236}">
                    <a16:creationId xmlns:a16="http://schemas.microsoft.com/office/drawing/2014/main" id="{D02A0A68-F104-3A4C-A026-8CBF1B139B6F}"/>
                  </a:ext>
                </a:extLst>
              </p:cNvPr>
              <p:cNvSpPr/>
              <p:nvPr/>
            </p:nvSpPr>
            <p:spPr>
              <a:xfrm rot="2065313">
                <a:off x="8060122" y="5361761"/>
                <a:ext cx="132967" cy="58269"/>
              </a:xfrm>
              <a:prstGeom prst="triangle">
                <a:avLst/>
              </a:prstGeom>
              <a:solidFill>
                <a:schemeClr val="tx1"/>
              </a:solidFill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6D9DC763-4EE3-5541-9827-E7BBF07BF1FA}"/>
              </a:ext>
            </a:extLst>
          </p:cNvPr>
          <p:cNvGrpSpPr/>
          <p:nvPr/>
        </p:nvGrpSpPr>
        <p:grpSpPr>
          <a:xfrm>
            <a:off x="3298898" y="4405874"/>
            <a:ext cx="1168837" cy="1170320"/>
            <a:chOff x="3298208" y="4407789"/>
            <a:chExt cx="1253260" cy="1254851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FBF5369B-22EE-B049-8CE3-6DB51F1F65C3}"/>
                </a:ext>
              </a:extLst>
            </p:cNvPr>
            <p:cNvSpPr/>
            <p:nvPr/>
          </p:nvSpPr>
          <p:spPr>
            <a:xfrm>
              <a:off x="3711473" y="4441934"/>
              <a:ext cx="823947" cy="624181"/>
            </a:xfrm>
            <a:prstGeom prst="rect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CF8BC73F-9A3F-D94B-A878-689B5FE4E756}"/>
                </a:ext>
              </a:extLst>
            </p:cNvPr>
            <p:cNvGrpSpPr/>
            <p:nvPr/>
          </p:nvGrpSpPr>
          <p:grpSpPr>
            <a:xfrm>
              <a:off x="3350071" y="4407789"/>
              <a:ext cx="551797" cy="857181"/>
              <a:chOff x="1035799" y="2533121"/>
              <a:chExt cx="551797" cy="857181"/>
            </a:xfrm>
          </p:grpSpPr>
          <p:sp>
            <p:nvSpPr>
              <p:cNvPr id="33" name="Delay 32">
                <a:extLst>
                  <a:ext uri="{FF2B5EF4-FFF2-40B4-BE49-F238E27FC236}">
                    <a16:creationId xmlns:a16="http://schemas.microsoft.com/office/drawing/2014/main" id="{168B2134-FA55-BC43-8567-1E28D7B2CD96}"/>
                  </a:ext>
                </a:extLst>
              </p:cNvPr>
              <p:cNvSpPr/>
              <p:nvPr/>
            </p:nvSpPr>
            <p:spPr>
              <a:xfrm rot="16200000">
                <a:off x="1035799" y="2838505"/>
                <a:ext cx="551797" cy="551797"/>
              </a:xfrm>
              <a:prstGeom prst="flowChartDelay">
                <a:avLst/>
              </a:prstGeom>
              <a:solidFill>
                <a:schemeClr val="tx1"/>
              </a:solidFill>
              <a:ln w="381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5D4E5A4D-FC9B-3641-99EF-78DAAE2C223D}"/>
                  </a:ext>
                </a:extLst>
              </p:cNvPr>
              <p:cNvSpPr/>
              <p:nvPr/>
            </p:nvSpPr>
            <p:spPr>
              <a:xfrm>
                <a:off x="1143457" y="2533121"/>
                <a:ext cx="339635" cy="339635"/>
              </a:xfrm>
              <a:prstGeom prst="ellipse">
                <a:avLst/>
              </a:prstGeom>
              <a:solidFill>
                <a:schemeClr val="tx1"/>
              </a:solidFill>
              <a:ln w="381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0" name="Delay 39">
              <a:extLst>
                <a:ext uri="{FF2B5EF4-FFF2-40B4-BE49-F238E27FC236}">
                  <a16:creationId xmlns:a16="http://schemas.microsoft.com/office/drawing/2014/main" id="{66F75C1B-0B7E-4646-B740-0695FF620DFE}"/>
                </a:ext>
              </a:extLst>
            </p:cNvPr>
            <p:cNvSpPr/>
            <p:nvPr/>
          </p:nvSpPr>
          <p:spPr>
            <a:xfrm rot="16200000">
              <a:off x="3298208" y="5264055"/>
              <a:ext cx="398585" cy="398585"/>
            </a:xfrm>
            <a:prstGeom prst="flowChartDelay">
              <a:avLst/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Delay 40">
              <a:extLst>
                <a:ext uri="{FF2B5EF4-FFF2-40B4-BE49-F238E27FC236}">
                  <a16:creationId xmlns:a16="http://schemas.microsoft.com/office/drawing/2014/main" id="{9E0194DD-4109-404C-B7EE-7F88CBD6A66A}"/>
                </a:ext>
              </a:extLst>
            </p:cNvPr>
            <p:cNvSpPr/>
            <p:nvPr/>
          </p:nvSpPr>
          <p:spPr>
            <a:xfrm rot="16200000">
              <a:off x="3730653" y="5264054"/>
              <a:ext cx="398585" cy="398585"/>
            </a:xfrm>
            <a:prstGeom prst="flowChartDelay">
              <a:avLst/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Delay 41">
              <a:extLst>
                <a:ext uri="{FF2B5EF4-FFF2-40B4-BE49-F238E27FC236}">
                  <a16:creationId xmlns:a16="http://schemas.microsoft.com/office/drawing/2014/main" id="{0B2BAC40-A922-284A-B6FF-3083EA7042ED}"/>
                </a:ext>
              </a:extLst>
            </p:cNvPr>
            <p:cNvSpPr/>
            <p:nvPr/>
          </p:nvSpPr>
          <p:spPr>
            <a:xfrm rot="16200000">
              <a:off x="4152883" y="5264054"/>
              <a:ext cx="398585" cy="398585"/>
            </a:xfrm>
            <a:prstGeom prst="flowChartDelay">
              <a:avLst/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D47AFFCD-4F10-B143-A29C-799F0B114EA9}"/>
                </a:ext>
              </a:extLst>
            </p:cNvPr>
            <p:cNvSpPr/>
            <p:nvPr/>
          </p:nvSpPr>
          <p:spPr>
            <a:xfrm>
              <a:off x="3373306" y="5061746"/>
              <a:ext cx="248389" cy="248388"/>
            </a:xfrm>
            <a:prstGeom prst="ellipse">
              <a:avLst/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07C07DE2-4692-8842-98C8-2C01B7772A87}"/>
                </a:ext>
              </a:extLst>
            </p:cNvPr>
            <p:cNvSpPr/>
            <p:nvPr/>
          </p:nvSpPr>
          <p:spPr>
            <a:xfrm>
              <a:off x="3805751" y="5061745"/>
              <a:ext cx="248389" cy="248388"/>
            </a:xfrm>
            <a:prstGeom prst="ellipse">
              <a:avLst/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FFBC56A2-D376-6743-A2C5-AEA160DA7C8C}"/>
                </a:ext>
              </a:extLst>
            </p:cNvPr>
            <p:cNvSpPr/>
            <p:nvPr/>
          </p:nvSpPr>
          <p:spPr>
            <a:xfrm>
              <a:off x="4227980" y="5058558"/>
              <a:ext cx="248389" cy="248388"/>
            </a:xfrm>
            <a:prstGeom prst="ellipse">
              <a:avLst/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2FBE8AF7-AE82-6145-A38D-F87A89F3F774}"/>
              </a:ext>
            </a:extLst>
          </p:cNvPr>
          <p:cNvGrpSpPr/>
          <p:nvPr/>
        </p:nvGrpSpPr>
        <p:grpSpPr>
          <a:xfrm>
            <a:off x="4643675" y="4366093"/>
            <a:ext cx="1229558" cy="722370"/>
            <a:chOff x="4681233" y="4518900"/>
            <a:chExt cx="1364624" cy="801721"/>
          </a:xfrm>
        </p:grpSpPr>
        <p:sp>
          <p:nvSpPr>
            <p:cNvPr id="49" name="Delay 48">
              <a:extLst>
                <a:ext uri="{FF2B5EF4-FFF2-40B4-BE49-F238E27FC236}">
                  <a16:creationId xmlns:a16="http://schemas.microsoft.com/office/drawing/2014/main" id="{7E694862-E883-014F-9255-800CB81E4807}"/>
                </a:ext>
              </a:extLst>
            </p:cNvPr>
            <p:cNvSpPr/>
            <p:nvPr/>
          </p:nvSpPr>
          <p:spPr>
            <a:xfrm rot="5400000">
              <a:off x="5163855" y="4775998"/>
              <a:ext cx="398585" cy="690662"/>
            </a:xfrm>
            <a:prstGeom prst="flowChartDelay">
              <a:avLst/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8" name="Diamond 47">
              <a:extLst>
                <a:ext uri="{FF2B5EF4-FFF2-40B4-BE49-F238E27FC236}">
                  <a16:creationId xmlns:a16="http://schemas.microsoft.com/office/drawing/2014/main" id="{DD67562F-4D7A-FF40-80CF-819372F11E52}"/>
                </a:ext>
              </a:extLst>
            </p:cNvPr>
            <p:cNvSpPr/>
            <p:nvPr/>
          </p:nvSpPr>
          <p:spPr>
            <a:xfrm>
              <a:off x="4681233" y="4518900"/>
              <a:ext cx="1364624" cy="595073"/>
            </a:xfrm>
            <a:prstGeom prst="diamond">
              <a:avLst/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Freeform 49">
              <a:extLst>
                <a:ext uri="{FF2B5EF4-FFF2-40B4-BE49-F238E27FC236}">
                  <a16:creationId xmlns:a16="http://schemas.microsoft.com/office/drawing/2014/main" id="{6A2BFCE9-B373-B249-9C52-A6E5F30897FB}"/>
                </a:ext>
              </a:extLst>
            </p:cNvPr>
            <p:cNvSpPr/>
            <p:nvPr/>
          </p:nvSpPr>
          <p:spPr>
            <a:xfrm>
              <a:off x="4810895" y="4835402"/>
              <a:ext cx="90373" cy="165722"/>
            </a:xfrm>
            <a:custGeom>
              <a:avLst/>
              <a:gdLst>
                <a:gd name="connsiteX0" fmla="*/ 120072 w 120072"/>
                <a:gd name="connsiteY0" fmla="*/ 0 h 101600"/>
                <a:gd name="connsiteX1" fmla="*/ 0 w 120072"/>
                <a:gd name="connsiteY1" fmla="*/ 101600 h 101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0072" h="101600">
                  <a:moveTo>
                    <a:pt x="120072" y="0"/>
                  </a:moveTo>
                  <a:cubicBezTo>
                    <a:pt x="70811" y="26169"/>
                    <a:pt x="21551" y="52339"/>
                    <a:pt x="0" y="101600"/>
                  </a:cubicBezTo>
                </a:path>
              </a:pathLst>
            </a:cu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Teardrop 50">
              <a:extLst>
                <a:ext uri="{FF2B5EF4-FFF2-40B4-BE49-F238E27FC236}">
                  <a16:creationId xmlns:a16="http://schemas.microsoft.com/office/drawing/2014/main" id="{DE589225-F4B7-FF4E-B506-272FEE1DEC3D}"/>
                </a:ext>
              </a:extLst>
            </p:cNvPr>
            <p:cNvSpPr/>
            <p:nvPr/>
          </p:nvSpPr>
          <p:spPr>
            <a:xfrm rot="18900000">
              <a:off x="4763376" y="4980344"/>
              <a:ext cx="114880" cy="114880"/>
            </a:xfrm>
            <a:prstGeom prst="teardrop">
              <a:avLst>
                <a:gd name="adj" fmla="val 7646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Triangle 51">
              <a:extLst>
                <a:ext uri="{FF2B5EF4-FFF2-40B4-BE49-F238E27FC236}">
                  <a16:creationId xmlns:a16="http://schemas.microsoft.com/office/drawing/2014/main" id="{368E8BBD-6760-064F-9A44-CAFA31F00CF5}"/>
                </a:ext>
              </a:extLst>
            </p:cNvPr>
            <p:cNvSpPr/>
            <p:nvPr/>
          </p:nvSpPr>
          <p:spPr>
            <a:xfrm>
              <a:off x="4760753" y="5009245"/>
              <a:ext cx="120072" cy="187394"/>
            </a:xfrm>
            <a:prstGeom prst="triangl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63DA4783-9604-9041-B75D-84FD89E9315F}"/>
              </a:ext>
            </a:extLst>
          </p:cNvPr>
          <p:cNvGrpSpPr/>
          <p:nvPr/>
        </p:nvGrpSpPr>
        <p:grpSpPr>
          <a:xfrm>
            <a:off x="1939379" y="4531006"/>
            <a:ext cx="1128168" cy="902416"/>
            <a:chOff x="1877750" y="4461886"/>
            <a:chExt cx="1424354" cy="1139334"/>
          </a:xfrm>
        </p:grpSpPr>
        <p:sp>
          <p:nvSpPr>
            <p:cNvPr id="56" name="Rounded Rectangle 55">
              <a:extLst>
                <a:ext uri="{FF2B5EF4-FFF2-40B4-BE49-F238E27FC236}">
                  <a16:creationId xmlns:a16="http://schemas.microsoft.com/office/drawing/2014/main" id="{9536203F-1338-7947-9837-CA1DCA967DE7}"/>
                </a:ext>
              </a:extLst>
            </p:cNvPr>
            <p:cNvSpPr/>
            <p:nvPr/>
          </p:nvSpPr>
          <p:spPr>
            <a:xfrm>
              <a:off x="2420022" y="4461886"/>
              <a:ext cx="339809" cy="205154"/>
            </a:xfrm>
            <a:prstGeom prst="roundRect">
              <a:avLst>
                <a:gd name="adj" fmla="val 15794"/>
              </a:avLst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Rounded Rectangle 52">
              <a:extLst>
                <a:ext uri="{FF2B5EF4-FFF2-40B4-BE49-F238E27FC236}">
                  <a16:creationId xmlns:a16="http://schemas.microsoft.com/office/drawing/2014/main" id="{61A56A6A-A176-304B-AB8E-12D33EF95358}"/>
                </a:ext>
              </a:extLst>
            </p:cNvPr>
            <p:cNvSpPr/>
            <p:nvPr/>
          </p:nvSpPr>
          <p:spPr>
            <a:xfrm>
              <a:off x="1917315" y="4594501"/>
              <a:ext cx="1345224" cy="1006719"/>
            </a:xfrm>
            <a:prstGeom prst="roundRect">
              <a:avLst>
                <a:gd name="adj" fmla="val 15794"/>
              </a:avLst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ounded Rectangle 53">
              <a:extLst>
                <a:ext uri="{FF2B5EF4-FFF2-40B4-BE49-F238E27FC236}">
                  <a16:creationId xmlns:a16="http://schemas.microsoft.com/office/drawing/2014/main" id="{EB2D252D-D4AE-D745-B191-F7B6D9E9F37C}"/>
                </a:ext>
              </a:extLst>
            </p:cNvPr>
            <p:cNvSpPr/>
            <p:nvPr/>
          </p:nvSpPr>
          <p:spPr>
            <a:xfrm>
              <a:off x="1877750" y="4594502"/>
              <a:ext cx="1424354" cy="523142"/>
            </a:xfrm>
            <a:prstGeom prst="roundRect">
              <a:avLst>
                <a:gd name="adj" fmla="val 15794"/>
              </a:avLst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ounded Rectangle 54">
              <a:extLst>
                <a:ext uri="{FF2B5EF4-FFF2-40B4-BE49-F238E27FC236}">
                  <a16:creationId xmlns:a16="http://schemas.microsoft.com/office/drawing/2014/main" id="{7A27E9AF-FC10-384B-855D-00E95D7446E4}"/>
                </a:ext>
              </a:extLst>
            </p:cNvPr>
            <p:cNvSpPr/>
            <p:nvPr/>
          </p:nvSpPr>
          <p:spPr>
            <a:xfrm>
              <a:off x="2510956" y="5015067"/>
              <a:ext cx="157942" cy="205154"/>
            </a:xfrm>
            <a:prstGeom prst="roundRect">
              <a:avLst>
                <a:gd name="adj" fmla="val 15794"/>
              </a:avLst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FF1BA1A0-5EBE-2C4A-9F7C-6B8880828D00}"/>
              </a:ext>
            </a:extLst>
          </p:cNvPr>
          <p:cNvGrpSpPr/>
          <p:nvPr/>
        </p:nvGrpSpPr>
        <p:grpSpPr>
          <a:xfrm>
            <a:off x="808486" y="4339907"/>
            <a:ext cx="551797" cy="857181"/>
            <a:chOff x="1035799" y="2533121"/>
            <a:chExt cx="551797" cy="857181"/>
          </a:xfrm>
        </p:grpSpPr>
        <p:sp>
          <p:nvSpPr>
            <p:cNvPr id="58" name="Delay 57">
              <a:extLst>
                <a:ext uri="{FF2B5EF4-FFF2-40B4-BE49-F238E27FC236}">
                  <a16:creationId xmlns:a16="http://schemas.microsoft.com/office/drawing/2014/main" id="{CB38276A-2A89-414B-8242-77D3E4D3CF1C}"/>
                </a:ext>
              </a:extLst>
            </p:cNvPr>
            <p:cNvSpPr/>
            <p:nvPr/>
          </p:nvSpPr>
          <p:spPr>
            <a:xfrm rot="16200000">
              <a:off x="1035799" y="2838505"/>
              <a:ext cx="551797" cy="551797"/>
            </a:xfrm>
            <a:prstGeom prst="flowChartDelay">
              <a:avLst/>
            </a:prstGeom>
            <a:solidFill>
              <a:schemeClr val="tx1"/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9" name="Oval 58">
              <a:extLst>
                <a:ext uri="{FF2B5EF4-FFF2-40B4-BE49-F238E27FC236}">
                  <a16:creationId xmlns:a16="http://schemas.microsoft.com/office/drawing/2014/main" id="{A6A1CFAE-058A-5949-B0A3-A8C0B0304194}"/>
                </a:ext>
              </a:extLst>
            </p:cNvPr>
            <p:cNvSpPr/>
            <p:nvPr/>
          </p:nvSpPr>
          <p:spPr>
            <a:xfrm>
              <a:off x="1143457" y="2533121"/>
              <a:ext cx="339635" cy="339635"/>
            </a:xfrm>
            <a:prstGeom prst="ellipse">
              <a:avLst/>
            </a:prstGeom>
            <a:solidFill>
              <a:schemeClr val="tx1"/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0" name="Half-frame 69">
            <a:extLst>
              <a:ext uri="{FF2B5EF4-FFF2-40B4-BE49-F238E27FC236}">
                <a16:creationId xmlns:a16="http://schemas.microsoft.com/office/drawing/2014/main" id="{A8CB2DA5-8EF5-864A-9241-E33F96D90446}"/>
              </a:ext>
            </a:extLst>
          </p:cNvPr>
          <p:cNvSpPr/>
          <p:nvPr/>
        </p:nvSpPr>
        <p:spPr>
          <a:xfrm>
            <a:off x="1244878" y="5286545"/>
            <a:ext cx="257973" cy="257973"/>
          </a:xfrm>
          <a:prstGeom prst="halfFrame">
            <a:avLst>
              <a:gd name="adj1" fmla="val 0"/>
              <a:gd name="adj2" fmla="val 0"/>
            </a:avLst>
          </a:prstGeom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1" name="Half-frame 70">
            <a:extLst>
              <a:ext uri="{FF2B5EF4-FFF2-40B4-BE49-F238E27FC236}">
                <a16:creationId xmlns:a16="http://schemas.microsoft.com/office/drawing/2014/main" id="{28D38314-E9AA-314A-9322-AAB9BEB470B6}"/>
              </a:ext>
            </a:extLst>
          </p:cNvPr>
          <p:cNvSpPr/>
          <p:nvPr/>
        </p:nvSpPr>
        <p:spPr>
          <a:xfrm>
            <a:off x="1475689" y="5057725"/>
            <a:ext cx="228820" cy="228820"/>
          </a:xfrm>
          <a:prstGeom prst="halfFrame">
            <a:avLst>
              <a:gd name="adj1" fmla="val 0"/>
              <a:gd name="adj2" fmla="val 0"/>
            </a:avLst>
          </a:prstGeom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762A2FAF-4ECF-2E4A-9BED-ACCC79D65D39}"/>
              </a:ext>
            </a:extLst>
          </p:cNvPr>
          <p:cNvCxnSpPr/>
          <p:nvPr/>
        </p:nvCxnSpPr>
        <p:spPr>
          <a:xfrm flipH="1">
            <a:off x="988104" y="5515365"/>
            <a:ext cx="256776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3" name="Group 82">
            <a:extLst>
              <a:ext uri="{FF2B5EF4-FFF2-40B4-BE49-F238E27FC236}">
                <a16:creationId xmlns:a16="http://schemas.microsoft.com/office/drawing/2014/main" id="{73028659-606B-6541-8EB8-0C1914D15A68}"/>
              </a:ext>
            </a:extLst>
          </p:cNvPr>
          <p:cNvGrpSpPr/>
          <p:nvPr/>
        </p:nvGrpSpPr>
        <p:grpSpPr>
          <a:xfrm>
            <a:off x="469945" y="4840506"/>
            <a:ext cx="690948" cy="561478"/>
            <a:chOff x="2087261" y="4870399"/>
            <a:chExt cx="1424354" cy="1157458"/>
          </a:xfrm>
        </p:grpSpPr>
        <p:sp>
          <p:nvSpPr>
            <p:cNvPr id="79" name="Rounded Rectangle 78">
              <a:extLst>
                <a:ext uri="{FF2B5EF4-FFF2-40B4-BE49-F238E27FC236}">
                  <a16:creationId xmlns:a16="http://schemas.microsoft.com/office/drawing/2014/main" id="{074D1C17-FF6F-D841-B446-1362EA766735}"/>
                </a:ext>
              </a:extLst>
            </p:cNvPr>
            <p:cNvSpPr/>
            <p:nvPr/>
          </p:nvSpPr>
          <p:spPr>
            <a:xfrm>
              <a:off x="2629533" y="4870399"/>
              <a:ext cx="339809" cy="205153"/>
            </a:xfrm>
            <a:prstGeom prst="roundRect">
              <a:avLst>
                <a:gd name="adj" fmla="val 15794"/>
              </a:avLst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Rounded Rectangle 79">
              <a:extLst>
                <a:ext uri="{FF2B5EF4-FFF2-40B4-BE49-F238E27FC236}">
                  <a16:creationId xmlns:a16="http://schemas.microsoft.com/office/drawing/2014/main" id="{E83F0411-A041-4B47-9A27-67CB7BE7D46E}"/>
                </a:ext>
              </a:extLst>
            </p:cNvPr>
            <p:cNvSpPr/>
            <p:nvPr/>
          </p:nvSpPr>
          <p:spPr>
            <a:xfrm>
              <a:off x="2136227" y="5021138"/>
              <a:ext cx="1345223" cy="1006719"/>
            </a:xfrm>
            <a:prstGeom prst="roundRect">
              <a:avLst>
                <a:gd name="adj" fmla="val 15794"/>
              </a:avLst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1" name="Rounded Rectangle 80">
              <a:extLst>
                <a:ext uri="{FF2B5EF4-FFF2-40B4-BE49-F238E27FC236}">
                  <a16:creationId xmlns:a16="http://schemas.microsoft.com/office/drawing/2014/main" id="{0FCD291F-1705-1E41-AE13-F1C8A46A3A50}"/>
                </a:ext>
              </a:extLst>
            </p:cNvPr>
            <p:cNvSpPr/>
            <p:nvPr/>
          </p:nvSpPr>
          <p:spPr>
            <a:xfrm>
              <a:off x="2087261" y="5021139"/>
              <a:ext cx="1424354" cy="523142"/>
            </a:xfrm>
            <a:prstGeom prst="roundRect">
              <a:avLst>
                <a:gd name="adj" fmla="val 15794"/>
              </a:avLst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Rounded Rectangle 81">
              <a:extLst>
                <a:ext uri="{FF2B5EF4-FFF2-40B4-BE49-F238E27FC236}">
                  <a16:creationId xmlns:a16="http://schemas.microsoft.com/office/drawing/2014/main" id="{7E3DAD7A-E605-5A44-BC95-76E9E74AC53F}"/>
                </a:ext>
              </a:extLst>
            </p:cNvPr>
            <p:cNvSpPr/>
            <p:nvPr/>
          </p:nvSpPr>
          <p:spPr>
            <a:xfrm>
              <a:off x="2674844" y="5441705"/>
              <a:ext cx="248877" cy="235191"/>
            </a:xfrm>
            <a:prstGeom prst="roundRect">
              <a:avLst>
                <a:gd name="adj" fmla="val 15794"/>
              </a:avLst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B220FD5D-3B4C-0F40-A860-F1960E728419}"/>
              </a:ext>
            </a:extLst>
          </p:cNvPr>
          <p:cNvCxnSpPr/>
          <p:nvPr/>
        </p:nvCxnSpPr>
        <p:spPr>
          <a:xfrm flipH="1">
            <a:off x="988104" y="5519240"/>
            <a:ext cx="256776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Right Arrow 90">
            <a:extLst>
              <a:ext uri="{FF2B5EF4-FFF2-40B4-BE49-F238E27FC236}">
                <a16:creationId xmlns:a16="http://schemas.microsoft.com/office/drawing/2014/main" id="{04C3A269-08AD-C240-84E8-CC0F8897EEB4}"/>
              </a:ext>
            </a:extLst>
          </p:cNvPr>
          <p:cNvSpPr/>
          <p:nvPr/>
        </p:nvSpPr>
        <p:spPr>
          <a:xfrm rot="18900000">
            <a:off x="1292672" y="4314734"/>
            <a:ext cx="504010" cy="458757"/>
          </a:xfrm>
          <a:prstGeom prst="rightArrow">
            <a:avLst/>
          </a:prstGeom>
          <a:solidFill>
            <a:schemeClr val="tx1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76A8F2A3-DF9C-AC4D-80FE-3EC2E89B1F20}"/>
              </a:ext>
            </a:extLst>
          </p:cNvPr>
          <p:cNvSpPr/>
          <p:nvPr/>
        </p:nvSpPr>
        <p:spPr>
          <a:xfrm>
            <a:off x="3230443" y="4291178"/>
            <a:ext cx="1345225" cy="134522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7FA1619B-6AD9-F346-AD1E-22243005EB5A}"/>
              </a:ext>
            </a:extLst>
          </p:cNvPr>
          <p:cNvSpPr/>
          <p:nvPr/>
        </p:nvSpPr>
        <p:spPr>
          <a:xfrm>
            <a:off x="427375" y="4285015"/>
            <a:ext cx="1345224" cy="134522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9081FDF5-C7D8-FA4B-BD9C-4CEB9F235081}"/>
              </a:ext>
            </a:extLst>
          </p:cNvPr>
          <p:cNvSpPr/>
          <p:nvPr/>
        </p:nvSpPr>
        <p:spPr>
          <a:xfrm>
            <a:off x="4611736" y="4285016"/>
            <a:ext cx="1368208" cy="13682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9A4D3E4F-644D-8F46-9037-06A75B093F6C}"/>
              </a:ext>
            </a:extLst>
          </p:cNvPr>
          <p:cNvSpPr/>
          <p:nvPr/>
        </p:nvSpPr>
        <p:spPr>
          <a:xfrm>
            <a:off x="1822552" y="4286875"/>
            <a:ext cx="1345224" cy="134522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4E41C3DE-38D0-764C-B2BC-568076B0FD18}"/>
              </a:ext>
            </a:extLst>
          </p:cNvPr>
          <p:cNvGrpSpPr/>
          <p:nvPr/>
        </p:nvGrpSpPr>
        <p:grpSpPr>
          <a:xfrm>
            <a:off x="4902513" y="4884503"/>
            <a:ext cx="993189" cy="696964"/>
            <a:chOff x="2842584" y="2506717"/>
            <a:chExt cx="1081005" cy="758588"/>
          </a:xfrm>
        </p:grpSpPr>
        <p:grpSp>
          <p:nvGrpSpPr>
            <p:cNvPr id="108" name="Group 107">
              <a:extLst>
                <a:ext uri="{FF2B5EF4-FFF2-40B4-BE49-F238E27FC236}">
                  <a16:creationId xmlns:a16="http://schemas.microsoft.com/office/drawing/2014/main" id="{5A07A32E-5AFB-784C-8F73-68094078A576}"/>
                </a:ext>
              </a:extLst>
            </p:cNvPr>
            <p:cNvGrpSpPr/>
            <p:nvPr/>
          </p:nvGrpSpPr>
          <p:grpSpPr>
            <a:xfrm>
              <a:off x="2842584" y="2506717"/>
              <a:ext cx="1081005" cy="758588"/>
              <a:chOff x="2631798" y="2358799"/>
              <a:chExt cx="1291792" cy="906506"/>
            </a:xfrm>
          </p:grpSpPr>
          <p:grpSp>
            <p:nvGrpSpPr>
              <p:cNvPr id="105" name="Group 104">
                <a:extLst>
                  <a:ext uri="{FF2B5EF4-FFF2-40B4-BE49-F238E27FC236}">
                    <a16:creationId xmlns:a16="http://schemas.microsoft.com/office/drawing/2014/main" id="{2A6370FC-0DDA-7844-BEC6-B0B97D26D5EE}"/>
                  </a:ext>
                </a:extLst>
              </p:cNvPr>
              <p:cNvGrpSpPr/>
              <p:nvPr/>
            </p:nvGrpSpPr>
            <p:grpSpPr>
              <a:xfrm rot="3722404">
                <a:off x="3129039" y="2175642"/>
                <a:ext cx="314856" cy="1253359"/>
                <a:chOff x="3129038" y="2175641"/>
                <a:chExt cx="314856" cy="1253359"/>
              </a:xfrm>
            </p:grpSpPr>
            <p:sp>
              <p:nvSpPr>
                <p:cNvPr id="102" name="Collate 101">
                  <a:extLst>
                    <a:ext uri="{FF2B5EF4-FFF2-40B4-BE49-F238E27FC236}">
                      <a16:creationId xmlns:a16="http://schemas.microsoft.com/office/drawing/2014/main" id="{661F530F-7883-0A4C-AD05-FAB015117213}"/>
                    </a:ext>
                  </a:extLst>
                </p:cNvPr>
                <p:cNvSpPr/>
                <p:nvPr/>
              </p:nvSpPr>
              <p:spPr>
                <a:xfrm>
                  <a:off x="3129038" y="2175641"/>
                  <a:ext cx="314856" cy="1253359"/>
                </a:xfrm>
                <a:prstGeom prst="flowChartCollat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03" name="Rectangle 102">
                  <a:extLst>
                    <a:ext uri="{FF2B5EF4-FFF2-40B4-BE49-F238E27FC236}">
                      <a16:creationId xmlns:a16="http://schemas.microsoft.com/office/drawing/2014/main" id="{73BC6E09-02C3-1C41-B936-DB5DBEFC4537}"/>
                    </a:ext>
                  </a:extLst>
                </p:cNvPr>
                <p:cNvSpPr/>
                <p:nvPr/>
              </p:nvSpPr>
              <p:spPr>
                <a:xfrm>
                  <a:off x="3181123" y="2388476"/>
                  <a:ext cx="210686" cy="835572"/>
                </a:xfrm>
                <a:prstGeom prst="rect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06" name="Oval 105">
                <a:extLst>
                  <a:ext uri="{FF2B5EF4-FFF2-40B4-BE49-F238E27FC236}">
                    <a16:creationId xmlns:a16="http://schemas.microsoft.com/office/drawing/2014/main" id="{9810922E-C46E-3547-9F7A-9ADB4D3C8374}"/>
                  </a:ext>
                </a:extLst>
              </p:cNvPr>
              <p:cNvSpPr/>
              <p:nvPr/>
            </p:nvSpPr>
            <p:spPr>
              <a:xfrm rot="20088744">
                <a:off x="2631798" y="2952420"/>
                <a:ext cx="194163" cy="312885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7" name="Oval 106">
                <a:extLst>
                  <a:ext uri="{FF2B5EF4-FFF2-40B4-BE49-F238E27FC236}">
                    <a16:creationId xmlns:a16="http://schemas.microsoft.com/office/drawing/2014/main" id="{48B599CE-89D3-B244-9ADE-EF843F037873}"/>
                  </a:ext>
                </a:extLst>
              </p:cNvPr>
              <p:cNvSpPr/>
              <p:nvPr/>
            </p:nvSpPr>
            <p:spPr>
              <a:xfrm rot="20088744">
                <a:off x="3729427" y="2358799"/>
                <a:ext cx="194163" cy="312885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09" name="Arc 108">
              <a:extLst>
                <a:ext uri="{FF2B5EF4-FFF2-40B4-BE49-F238E27FC236}">
                  <a16:creationId xmlns:a16="http://schemas.microsoft.com/office/drawing/2014/main" id="{61FFE0E6-6C8A-BA4C-B236-FA3C88E4D083}"/>
                </a:ext>
              </a:extLst>
            </p:cNvPr>
            <p:cNvSpPr/>
            <p:nvPr/>
          </p:nvSpPr>
          <p:spPr>
            <a:xfrm>
              <a:off x="3213207" y="2806066"/>
              <a:ext cx="213031" cy="213031"/>
            </a:xfrm>
            <a:prstGeom prst="arc">
              <a:avLst>
                <a:gd name="adj1" fmla="val 14395500"/>
                <a:gd name="adj2" fmla="val 3697690"/>
              </a:avLst>
            </a:prstGeom>
            <a:ln w="381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11" name="Rectangle 110">
            <a:extLst>
              <a:ext uri="{FF2B5EF4-FFF2-40B4-BE49-F238E27FC236}">
                <a16:creationId xmlns:a16="http://schemas.microsoft.com/office/drawing/2014/main" id="{EEF99BD1-CA01-F645-9936-57688BE9DB83}"/>
              </a:ext>
            </a:extLst>
          </p:cNvPr>
          <p:cNvSpPr/>
          <p:nvPr/>
        </p:nvSpPr>
        <p:spPr>
          <a:xfrm>
            <a:off x="6060067" y="4284150"/>
            <a:ext cx="1368208" cy="13682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C424D6E9-E349-3A4E-8325-7874711323F7}"/>
              </a:ext>
            </a:extLst>
          </p:cNvPr>
          <p:cNvGrpSpPr/>
          <p:nvPr/>
        </p:nvGrpSpPr>
        <p:grpSpPr>
          <a:xfrm>
            <a:off x="7855592" y="4677715"/>
            <a:ext cx="673850" cy="891540"/>
            <a:chOff x="7855592" y="4677715"/>
            <a:chExt cx="673850" cy="891540"/>
          </a:xfrm>
        </p:grpSpPr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A64F285C-C839-CB47-8E0F-D6E581D40CAD}"/>
                </a:ext>
              </a:extLst>
            </p:cNvPr>
            <p:cNvSpPr/>
            <p:nvPr/>
          </p:nvSpPr>
          <p:spPr>
            <a:xfrm>
              <a:off x="7855592" y="4677715"/>
              <a:ext cx="673850" cy="891540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FF1F8AD3-1CBF-3744-93FC-291F50F3A7DB}"/>
                </a:ext>
              </a:extLst>
            </p:cNvPr>
            <p:cNvCxnSpPr>
              <a:cxnSpLocks/>
            </p:cNvCxnSpPr>
            <p:nvPr/>
          </p:nvCxnSpPr>
          <p:spPr>
            <a:xfrm>
              <a:off x="7952777" y="4782458"/>
              <a:ext cx="471095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Straight Connector 122">
              <a:extLst>
                <a:ext uri="{FF2B5EF4-FFF2-40B4-BE49-F238E27FC236}">
                  <a16:creationId xmlns:a16="http://schemas.microsoft.com/office/drawing/2014/main" id="{9B911AB5-92D0-2149-A6F8-6E25A3B3A8E4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4890053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Straight Connector 124">
              <a:extLst>
                <a:ext uri="{FF2B5EF4-FFF2-40B4-BE49-F238E27FC236}">
                  <a16:creationId xmlns:a16="http://schemas.microsoft.com/office/drawing/2014/main" id="{00F51581-3D77-D047-9F47-D1A2953E039E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4964968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id="{4C58C0D1-EF2E-EB4B-8E23-CDC229BA983C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039883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Straight Connector 126">
              <a:extLst>
                <a:ext uri="{FF2B5EF4-FFF2-40B4-BE49-F238E27FC236}">
                  <a16:creationId xmlns:a16="http://schemas.microsoft.com/office/drawing/2014/main" id="{69AB466C-FAB6-AA47-82D2-8AB0CD08D2CA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114798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B50D02B8-EEB1-AF4B-AAF9-0E87286CB596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189713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Straight Connector 128">
              <a:extLst>
                <a:ext uri="{FF2B5EF4-FFF2-40B4-BE49-F238E27FC236}">
                  <a16:creationId xmlns:a16="http://schemas.microsoft.com/office/drawing/2014/main" id="{E16C3966-9D8E-384D-9396-81BCBFF78811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264628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Straight Connector 135">
              <a:extLst>
                <a:ext uri="{FF2B5EF4-FFF2-40B4-BE49-F238E27FC236}">
                  <a16:creationId xmlns:a16="http://schemas.microsoft.com/office/drawing/2014/main" id="{74CCDEF2-8DFE-8E43-BF82-8A7EB5D3268C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115598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Straight Connector 136">
              <a:extLst>
                <a:ext uri="{FF2B5EF4-FFF2-40B4-BE49-F238E27FC236}">
                  <a16:creationId xmlns:a16="http://schemas.microsoft.com/office/drawing/2014/main" id="{2729DECF-752C-B84F-A2B7-59D556CC5E4C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190513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2817F6B0-B189-C944-A216-6398E27259F3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265428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Straight Connector 138">
              <a:extLst>
                <a:ext uri="{FF2B5EF4-FFF2-40B4-BE49-F238E27FC236}">
                  <a16:creationId xmlns:a16="http://schemas.microsoft.com/office/drawing/2014/main" id="{133E53A0-5929-FD46-8E67-C57CEA9D6739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340343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D5EA8D9A-1C50-8048-9EA6-8E6EB836E182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415258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Straight Connector 140">
              <a:extLst>
                <a:ext uri="{FF2B5EF4-FFF2-40B4-BE49-F238E27FC236}">
                  <a16:creationId xmlns:a16="http://schemas.microsoft.com/office/drawing/2014/main" id="{F700C179-0E1E-AD4A-B377-7153F24D73D6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490174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id="{6CA81183-7EDC-7D41-88D5-A21F2BCBB9FC}"/>
                </a:ext>
              </a:extLst>
            </p:cNvPr>
            <p:cNvSpPr/>
            <p:nvPr/>
          </p:nvSpPr>
          <p:spPr>
            <a:xfrm>
              <a:off x="8217916" y="4874897"/>
              <a:ext cx="205956" cy="18014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3" name="Rectangle 142">
              <a:extLst>
                <a:ext uri="{FF2B5EF4-FFF2-40B4-BE49-F238E27FC236}">
                  <a16:creationId xmlns:a16="http://schemas.microsoft.com/office/drawing/2014/main" id="{396CB774-52F3-284F-84CA-61EFCF3D3764}"/>
                </a:ext>
              </a:extLst>
            </p:cNvPr>
            <p:cNvSpPr/>
            <p:nvPr/>
          </p:nvSpPr>
          <p:spPr>
            <a:xfrm>
              <a:off x="7952777" y="5325827"/>
              <a:ext cx="205956" cy="18014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4" name="Rectangle 143">
              <a:extLst>
                <a:ext uri="{FF2B5EF4-FFF2-40B4-BE49-F238E27FC236}">
                  <a16:creationId xmlns:a16="http://schemas.microsoft.com/office/drawing/2014/main" id="{7BD4DD0C-3234-1149-AD45-F64A97771EDA}"/>
                </a:ext>
              </a:extLst>
            </p:cNvPr>
            <p:cNvSpPr/>
            <p:nvPr/>
          </p:nvSpPr>
          <p:spPr>
            <a:xfrm>
              <a:off x="8248427" y="4932781"/>
              <a:ext cx="54034" cy="121628"/>
            </a:xfrm>
            <a:prstGeom prst="rect">
              <a:avLst/>
            </a:prstGeom>
            <a:solidFill>
              <a:schemeClr val="tx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5" name="Rectangle 144">
              <a:extLst>
                <a:ext uri="{FF2B5EF4-FFF2-40B4-BE49-F238E27FC236}">
                  <a16:creationId xmlns:a16="http://schemas.microsoft.com/office/drawing/2014/main" id="{0CF1BF9F-7D32-054C-9A4C-3B2DA97372DB}"/>
                </a:ext>
              </a:extLst>
            </p:cNvPr>
            <p:cNvSpPr/>
            <p:nvPr/>
          </p:nvSpPr>
          <p:spPr>
            <a:xfrm>
              <a:off x="8330314" y="4980015"/>
              <a:ext cx="50859" cy="72864"/>
            </a:xfrm>
            <a:prstGeom prst="rect">
              <a:avLst/>
            </a:prstGeom>
            <a:solidFill>
              <a:schemeClr val="tx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55" name="Group 154">
              <a:extLst>
                <a:ext uri="{FF2B5EF4-FFF2-40B4-BE49-F238E27FC236}">
                  <a16:creationId xmlns:a16="http://schemas.microsoft.com/office/drawing/2014/main" id="{953F4C46-7D73-9441-925E-31C27531BD01}"/>
                </a:ext>
              </a:extLst>
            </p:cNvPr>
            <p:cNvGrpSpPr/>
            <p:nvPr/>
          </p:nvGrpSpPr>
          <p:grpSpPr>
            <a:xfrm>
              <a:off x="8015345" y="5358023"/>
              <a:ext cx="116581" cy="132641"/>
              <a:chOff x="7996008" y="5361761"/>
              <a:chExt cx="197081" cy="132641"/>
            </a:xfrm>
          </p:grpSpPr>
          <p:cxnSp>
            <p:nvCxnSpPr>
              <p:cNvPr id="150" name="Elbow Connector 149">
                <a:extLst>
                  <a:ext uri="{FF2B5EF4-FFF2-40B4-BE49-F238E27FC236}">
                    <a16:creationId xmlns:a16="http://schemas.microsoft.com/office/drawing/2014/main" id="{3CF7FBB3-FD18-C247-B9BB-C7E14A6C0F43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7996008" y="5400309"/>
                <a:ext cx="94093" cy="94093"/>
              </a:xfrm>
              <a:prstGeom prst="bentConnector3">
                <a:avLst>
                  <a:gd name="adj1" fmla="val 46626"/>
                </a:avLst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3" name="Triangle 152">
                <a:extLst>
                  <a:ext uri="{FF2B5EF4-FFF2-40B4-BE49-F238E27FC236}">
                    <a16:creationId xmlns:a16="http://schemas.microsoft.com/office/drawing/2014/main" id="{7353DB9B-C0C6-4946-A7CA-78161BA97B96}"/>
                  </a:ext>
                </a:extLst>
              </p:cNvPr>
              <p:cNvSpPr/>
              <p:nvPr/>
            </p:nvSpPr>
            <p:spPr>
              <a:xfrm rot="2065313">
                <a:off x="8060122" y="5361761"/>
                <a:ext cx="132967" cy="58269"/>
              </a:xfrm>
              <a:prstGeom prst="triangl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57" name="Group 156">
            <a:extLst>
              <a:ext uri="{FF2B5EF4-FFF2-40B4-BE49-F238E27FC236}">
                <a16:creationId xmlns:a16="http://schemas.microsoft.com/office/drawing/2014/main" id="{15DEBC26-A9BE-2146-83F0-E8A26B2AB0A2}"/>
              </a:ext>
            </a:extLst>
          </p:cNvPr>
          <p:cNvGrpSpPr/>
          <p:nvPr/>
        </p:nvGrpSpPr>
        <p:grpSpPr>
          <a:xfrm rot="20588204">
            <a:off x="6230308" y="4516289"/>
            <a:ext cx="673850" cy="891540"/>
            <a:chOff x="7855592" y="4677715"/>
            <a:chExt cx="673850" cy="891540"/>
          </a:xfrm>
        </p:grpSpPr>
        <p:sp>
          <p:nvSpPr>
            <p:cNvPr id="158" name="Rectangle 157">
              <a:extLst>
                <a:ext uri="{FF2B5EF4-FFF2-40B4-BE49-F238E27FC236}">
                  <a16:creationId xmlns:a16="http://schemas.microsoft.com/office/drawing/2014/main" id="{192ADA7C-E231-C64E-BA02-3D5FC6912E35}"/>
                </a:ext>
              </a:extLst>
            </p:cNvPr>
            <p:cNvSpPr/>
            <p:nvPr/>
          </p:nvSpPr>
          <p:spPr>
            <a:xfrm>
              <a:off x="7855592" y="4677715"/>
              <a:ext cx="673850" cy="891540"/>
            </a:xfrm>
            <a:prstGeom prst="rect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59" name="Straight Connector 158">
              <a:extLst>
                <a:ext uri="{FF2B5EF4-FFF2-40B4-BE49-F238E27FC236}">
                  <a16:creationId xmlns:a16="http://schemas.microsoft.com/office/drawing/2014/main" id="{B385DFC5-8F2A-DF4C-AA23-6B5AEE260F20}"/>
                </a:ext>
              </a:extLst>
            </p:cNvPr>
            <p:cNvCxnSpPr>
              <a:cxnSpLocks/>
            </p:cNvCxnSpPr>
            <p:nvPr/>
          </p:nvCxnSpPr>
          <p:spPr>
            <a:xfrm>
              <a:off x="7948895" y="4759723"/>
              <a:ext cx="471095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0" name="Straight Connector 159">
              <a:extLst>
                <a:ext uri="{FF2B5EF4-FFF2-40B4-BE49-F238E27FC236}">
                  <a16:creationId xmlns:a16="http://schemas.microsoft.com/office/drawing/2014/main" id="{715A6306-43CD-EB44-B60F-8D515F55FF7D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489005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Straight Connector 160">
              <a:extLst>
                <a:ext uri="{FF2B5EF4-FFF2-40B4-BE49-F238E27FC236}">
                  <a16:creationId xmlns:a16="http://schemas.microsoft.com/office/drawing/2014/main" id="{08E97D16-9BD9-ED4A-A432-D1B48081CA4E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496496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2" name="Straight Connector 161">
              <a:extLst>
                <a:ext uri="{FF2B5EF4-FFF2-40B4-BE49-F238E27FC236}">
                  <a16:creationId xmlns:a16="http://schemas.microsoft.com/office/drawing/2014/main" id="{01159C56-F0FA-D54B-B0C7-A686DF68F648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03988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Straight Connector 162">
              <a:extLst>
                <a:ext uri="{FF2B5EF4-FFF2-40B4-BE49-F238E27FC236}">
                  <a16:creationId xmlns:a16="http://schemas.microsoft.com/office/drawing/2014/main" id="{1A0C639D-6761-5542-B279-89A997186B33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11479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Straight Connector 163">
              <a:extLst>
                <a:ext uri="{FF2B5EF4-FFF2-40B4-BE49-F238E27FC236}">
                  <a16:creationId xmlns:a16="http://schemas.microsoft.com/office/drawing/2014/main" id="{476D7F9B-9783-6A48-AD78-6FA723A50E98}"/>
                </a:ext>
              </a:extLst>
            </p:cNvPr>
            <p:cNvCxnSpPr>
              <a:cxnSpLocks/>
            </p:cNvCxnSpPr>
            <p:nvPr/>
          </p:nvCxnSpPr>
          <p:spPr>
            <a:xfrm rot="1011796" flipV="1">
              <a:off x="7943276" y="5174990"/>
              <a:ext cx="97137" cy="2944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Straight Connector 164">
              <a:extLst>
                <a:ext uri="{FF2B5EF4-FFF2-40B4-BE49-F238E27FC236}">
                  <a16:creationId xmlns:a16="http://schemas.microsoft.com/office/drawing/2014/main" id="{A8FB6FF0-C860-CA4B-8D15-E355C8E955D0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26462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6" name="Straight Connector 165">
              <a:extLst>
                <a:ext uri="{FF2B5EF4-FFF2-40B4-BE49-F238E27FC236}">
                  <a16:creationId xmlns:a16="http://schemas.microsoft.com/office/drawing/2014/main" id="{CD00AB9C-7F6F-4E4A-8263-B5DE350A23E2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11559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7" name="Straight Connector 166">
              <a:extLst>
                <a:ext uri="{FF2B5EF4-FFF2-40B4-BE49-F238E27FC236}">
                  <a16:creationId xmlns:a16="http://schemas.microsoft.com/office/drawing/2014/main" id="{FBAE3374-1742-814E-A588-A26A05FDFCEA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19051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8" name="Straight Connector 167">
              <a:extLst>
                <a:ext uri="{FF2B5EF4-FFF2-40B4-BE49-F238E27FC236}">
                  <a16:creationId xmlns:a16="http://schemas.microsoft.com/office/drawing/2014/main" id="{093DE8CF-D79A-5243-9BC4-C53E2E1DC7B7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26542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9" name="Straight Connector 168">
              <a:extLst>
                <a:ext uri="{FF2B5EF4-FFF2-40B4-BE49-F238E27FC236}">
                  <a16:creationId xmlns:a16="http://schemas.microsoft.com/office/drawing/2014/main" id="{2A759364-9826-3F44-8B7B-8475642A98E6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34034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0" name="Straight Connector 169">
              <a:extLst>
                <a:ext uri="{FF2B5EF4-FFF2-40B4-BE49-F238E27FC236}">
                  <a16:creationId xmlns:a16="http://schemas.microsoft.com/office/drawing/2014/main" id="{945EDD06-ECD3-4841-81E2-4998FFD0DF8C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41525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Straight Connector 170">
              <a:extLst>
                <a:ext uri="{FF2B5EF4-FFF2-40B4-BE49-F238E27FC236}">
                  <a16:creationId xmlns:a16="http://schemas.microsoft.com/office/drawing/2014/main" id="{7C1E5062-0572-2B4D-883B-A81FB99C491E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490174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2" name="Rectangle 171">
              <a:extLst>
                <a:ext uri="{FF2B5EF4-FFF2-40B4-BE49-F238E27FC236}">
                  <a16:creationId xmlns:a16="http://schemas.microsoft.com/office/drawing/2014/main" id="{43ADD045-1F8E-9148-B7D8-2A5614A2B6B2}"/>
                </a:ext>
              </a:extLst>
            </p:cNvPr>
            <p:cNvSpPr/>
            <p:nvPr/>
          </p:nvSpPr>
          <p:spPr>
            <a:xfrm>
              <a:off x="8217916" y="4874897"/>
              <a:ext cx="205956" cy="180141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3" name="Rectangle 172">
              <a:extLst>
                <a:ext uri="{FF2B5EF4-FFF2-40B4-BE49-F238E27FC236}">
                  <a16:creationId xmlns:a16="http://schemas.microsoft.com/office/drawing/2014/main" id="{04AE6B6F-5437-3E42-B729-8648654A473E}"/>
                </a:ext>
              </a:extLst>
            </p:cNvPr>
            <p:cNvSpPr/>
            <p:nvPr/>
          </p:nvSpPr>
          <p:spPr>
            <a:xfrm>
              <a:off x="7952777" y="5325827"/>
              <a:ext cx="205956" cy="180141"/>
            </a:xfrm>
            <a:prstGeom prst="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4" name="Rectangle 173">
              <a:extLst>
                <a:ext uri="{FF2B5EF4-FFF2-40B4-BE49-F238E27FC236}">
                  <a16:creationId xmlns:a16="http://schemas.microsoft.com/office/drawing/2014/main" id="{1E74A1D9-61A9-8845-8DA9-63A93A1FA210}"/>
                </a:ext>
              </a:extLst>
            </p:cNvPr>
            <p:cNvSpPr/>
            <p:nvPr/>
          </p:nvSpPr>
          <p:spPr>
            <a:xfrm>
              <a:off x="8248427" y="4932781"/>
              <a:ext cx="54034" cy="121628"/>
            </a:xfrm>
            <a:prstGeom prst="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5" name="Rectangle 174">
              <a:extLst>
                <a:ext uri="{FF2B5EF4-FFF2-40B4-BE49-F238E27FC236}">
                  <a16:creationId xmlns:a16="http://schemas.microsoft.com/office/drawing/2014/main" id="{A6CB183A-FBBB-7F4B-8F76-4C4E9DDB5E37}"/>
                </a:ext>
              </a:extLst>
            </p:cNvPr>
            <p:cNvSpPr/>
            <p:nvPr/>
          </p:nvSpPr>
          <p:spPr>
            <a:xfrm>
              <a:off x="8330314" y="4980015"/>
              <a:ext cx="50859" cy="72864"/>
            </a:xfrm>
            <a:prstGeom prst="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76" name="Group 175">
              <a:extLst>
                <a:ext uri="{FF2B5EF4-FFF2-40B4-BE49-F238E27FC236}">
                  <a16:creationId xmlns:a16="http://schemas.microsoft.com/office/drawing/2014/main" id="{8791E0FF-B843-9446-B19E-1A764DE33D20}"/>
                </a:ext>
              </a:extLst>
            </p:cNvPr>
            <p:cNvGrpSpPr/>
            <p:nvPr/>
          </p:nvGrpSpPr>
          <p:grpSpPr>
            <a:xfrm>
              <a:off x="8015345" y="5358023"/>
              <a:ext cx="116581" cy="132641"/>
              <a:chOff x="7996008" y="5361761"/>
              <a:chExt cx="197081" cy="132641"/>
            </a:xfrm>
          </p:grpSpPr>
          <p:cxnSp>
            <p:nvCxnSpPr>
              <p:cNvPr id="177" name="Elbow Connector 176">
                <a:extLst>
                  <a:ext uri="{FF2B5EF4-FFF2-40B4-BE49-F238E27FC236}">
                    <a16:creationId xmlns:a16="http://schemas.microsoft.com/office/drawing/2014/main" id="{2EFF116E-6231-D546-A26C-CC78FF7097EC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7996008" y="5400309"/>
                <a:ext cx="94093" cy="94093"/>
              </a:xfrm>
              <a:prstGeom prst="bentConnector3">
                <a:avLst>
                  <a:gd name="adj1" fmla="val 46626"/>
                </a:avLst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8" name="Triangle 177">
                <a:extLst>
                  <a:ext uri="{FF2B5EF4-FFF2-40B4-BE49-F238E27FC236}">
                    <a16:creationId xmlns:a16="http://schemas.microsoft.com/office/drawing/2014/main" id="{13288417-1166-F343-806D-0E149C508592}"/>
                  </a:ext>
                </a:extLst>
              </p:cNvPr>
              <p:cNvSpPr/>
              <p:nvPr/>
            </p:nvSpPr>
            <p:spPr>
              <a:xfrm rot="2065313">
                <a:off x="8060122" y="5361761"/>
                <a:ext cx="132967" cy="58269"/>
              </a:xfrm>
              <a:prstGeom prst="triangle">
                <a:avLst/>
              </a:prstGeom>
              <a:solidFill>
                <a:schemeClr val="tx1"/>
              </a:solidFill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01" name="Group 200">
            <a:extLst>
              <a:ext uri="{FF2B5EF4-FFF2-40B4-BE49-F238E27FC236}">
                <a16:creationId xmlns:a16="http://schemas.microsoft.com/office/drawing/2014/main" id="{B5415F73-3B2E-D548-8165-4AFA319600C3}"/>
              </a:ext>
            </a:extLst>
          </p:cNvPr>
          <p:cNvGrpSpPr/>
          <p:nvPr/>
        </p:nvGrpSpPr>
        <p:grpSpPr>
          <a:xfrm>
            <a:off x="6468743" y="4681697"/>
            <a:ext cx="673850" cy="891540"/>
            <a:chOff x="7855592" y="4677715"/>
            <a:chExt cx="673850" cy="891540"/>
          </a:xfrm>
        </p:grpSpPr>
        <p:sp>
          <p:nvSpPr>
            <p:cNvPr id="202" name="Rectangle 201">
              <a:extLst>
                <a:ext uri="{FF2B5EF4-FFF2-40B4-BE49-F238E27FC236}">
                  <a16:creationId xmlns:a16="http://schemas.microsoft.com/office/drawing/2014/main" id="{42F319F5-DDD1-2D40-85D2-4C65A5138711}"/>
                </a:ext>
              </a:extLst>
            </p:cNvPr>
            <p:cNvSpPr/>
            <p:nvPr/>
          </p:nvSpPr>
          <p:spPr>
            <a:xfrm>
              <a:off x="7855592" y="4677715"/>
              <a:ext cx="673850" cy="891540"/>
            </a:xfrm>
            <a:prstGeom prst="rect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03" name="Straight Connector 202">
              <a:extLst>
                <a:ext uri="{FF2B5EF4-FFF2-40B4-BE49-F238E27FC236}">
                  <a16:creationId xmlns:a16="http://schemas.microsoft.com/office/drawing/2014/main" id="{25686F15-7E96-2746-A2AD-D7E91D6EB408}"/>
                </a:ext>
              </a:extLst>
            </p:cNvPr>
            <p:cNvCxnSpPr>
              <a:cxnSpLocks/>
            </p:cNvCxnSpPr>
            <p:nvPr/>
          </p:nvCxnSpPr>
          <p:spPr>
            <a:xfrm>
              <a:off x="7952777" y="4782458"/>
              <a:ext cx="471095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Straight Connector 203">
              <a:extLst>
                <a:ext uri="{FF2B5EF4-FFF2-40B4-BE49-F238E27FC236}">
                  <a16:creationId xmlns:a16="http://schemas.microsoft.com/office/drawing/2014/main" id="{39C441E7-03BB-0543-A974-5408DF68DF66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489005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Straight Connector 204">
              <a:extLst>
                <a:ext uri="{FF2B5EF4-FFF2-40B4-BE49-F238E27FC236}">
                  <a16:creationId xmlns:a16="http://schemas.microsoft.com/office/drawing/2014/main" id="{7C3880A5-C957-3B49-BD8B-A10BBCA63478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496496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Straight Connector 205">
              <a:extLst>
                <a:ext uri="{FF2B5EF4-FFF2-40B4-BE49-F238E27FC236}">
                  <a16:creationId xmlns:a16="http://schemas.microsoft.com/office/drawing/2014/main" id="{1126506E-F698-3348-A34A-F5A3FD05D5FF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03988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" name="Straight Connector 206">
              <a:extLst>
                <a:ext uri="{FF2B5EF4-FFF2-40B4-BE49-F238E27FC236}">
                  <a16:creationId xmlns:a16="http://schemas.microsoft.com/office/drawing/2014/main" id="{4AB6CA4D-C397-C040-ADF8-9AA9401A6E0B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114798"/>
              <a:ext cx="11982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Straight Connector 207">
              <a:extLst>
                <a:ext uri="{FF2B5EF4-FFF2-40B4-BE49-F238E27FC236}">
                  <a16:creationId xmlns:a16="http://schemas.microsoft.com/office/drawing/2014/main" id="{912F5EAF-4477-704D-ACA0-5EC090EC2922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18971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Straight Connector 208">
              <a:extLst>
                <a:ext uri="{FF2B5EF4-FFF2-40B4-BE49-F238E27FC236}">
                  <a16:creationId xmlns:a16="http://schemas.microsoft.com/office/drawing/2014/main" id="{8AA02CA0-F68F-AA40-BD00-0474F9C022AC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26462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0" name="Straight Connector 209">
              <a:extLst>
                <a:ext uri="{FF2B5EF4-FFF2-40B4-BE49-F238E27FC236}">
                  <a16:creationId xmlns:a16="http://schemas.microsoft.com/office/drawing/2014/main" id="{588ADB95-A573-7E4F-B46E-9358A0A62B14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11559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1" name="Straight Connector 210">
              <a:extLst>
                <a:ext uri="{FF2B5EF4-FFF2-40B4-BE49-F238E27FC236}">
                  <a16:creationId xmlns:a16="http://schemas.microsoft.com/office/drawing/2014/main" id="{D85649C7-DC58-F94A-8FC1-C3CCDDE364CD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19051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2" name="Straight Connector 211">
              <a:extLst>
                <a:ext uri="{FF2B5EF4-FFF2-40B4-BE49-F238E27FC236}">
                  <a16:creationId xmlns:a16="http://schemas.microsoft.com/office/drawing/2014/main" id="{14C44253-8F3D-8547-B6A6-5184901D36D4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265428"/>
              <a:ext cx="102978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3" name="Straight Connector 212">
              <a:extLst>
                <a:ext uri="{FF2B5EF4-FFF2-40B4-BE49-F238E27FC236}">
                  <a16:creationId xmlns:a16="http://schemas.microsoft.com/office/drawing/2014/main" id="{CC484164-1EF6-CC46-8159-60958EDD5851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34034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4" name="Straight Connector 213">
              <a:extLst>
                <a:ext uri="{FF2B5EF4-FFF2-40B4-BE49-F238E27FC236}">
                  <a16:creationId xmlns:a16="http://schemas.microsoft.com/office/drawing/2014/main" id="{7945BC97-9FF1-2546-A6A2-A44F0408AC09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41525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Straight Connector 214">
              <a:extLst>
                <a:ext uri="{FF2B5EF4-FFF2-40B4-BE49-F238E27FC236}">
                  <a16:creationId xmlns:a16="http://schemas.microsoft.com/office/drawing/2014/main" id="{B34DD994-80CE-4343-AF3E-BF38146B6D46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490174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6" name="Rectangle 215">
              <a:extLst>
                <a:ext uri="{FF2B5EF4-FFF2-40B4-BE49-F238E27FC236}">
                  <a16:creationId xmlns:a16="http://schemas.microsoft.com/office/drawing/2014/main" id="{A69BCDF7-D2E8-C641-B102-EE4D1BAFEA17}"/>
                </a:ext>
              </a:extLst>
            </p:cNvPr>
            <p:cNvSpPr/>
            <p:nvPr/>
          </p:nvSpPr>
          <p:spPr>
            <a:xfrm>
              <a:off x="8217916" y="4874897"/>
              <a:ext cx="205956" cy="180141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7" name="Rectangle 216">
              <a:extLst>
                <a:ext uri="{FF2B5EF4-FFF2-40B4-BE49-F238E27FC236}">
                  <a16:creationId xmlns:a16="http://schemas.microsoft.com/office/drawing/2014/main" id="{9A096E91-D1AD-464D-B6FE-10148FDAEAD1}"/>
                </a:ext>
              </a:extLst>
            </p:cNvPr>
            <p:cNvSpPr/>
            <p:nvPr/>
          </p:nvSpPr>
          <p:spPr>
            <a:xfrm>
              <a:off x="7952777" y="5325827"/>
              <a:ext cx="205956" cy="180141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8" name="Rectangle 217">
              <a:extLst>
                <a:ext uri="{FF2B5EF4-FFF2-40B4-BE49-F238E27FC236}">
                  <a16:creationId xmlns:a16="http://schemas.microsoft.com/office/drawing/2014/main" id="{79CD40E0-DBC3-E14C-844A-921C07DE2A3A}"/>
                </a:ext>
              </a:extLst>
            </p:cNvPr>
            <p:cNvSpPr/>
            <p:nvPr/>
          </p:nvSpPr>
          <p:spPr>
            <a:xfrm>
              <a:off x="8258294" y="4932781"/>
              <a:ext cx="54034" cy="121628"/>
            </a:xfrm>
            <a:prstGeom prst="rect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9" name="Rectangle 218">
              <a:extLst>
                <a:ext uri="{FF2B5EF4-FFF2-40B4-BE49-F238E27FC236}">
                  <a16:creationId xmlns:a16="http://schemas.microsoft.com/office/drawing/2014/main" id="{3190D710-8D0F-DF4E-894D-AD692C81D3F0}"/>
                </a:ext>
              </a:extLst>
            </p:cNvPr>
            <p:cNvSpPr/>
            <p:nvPr/>
          </p:nvSpPr>
          <p:spPr>
            <a:xfrm>
              <a:off x="8333603" y="4980015"/>
              <a:ext cx="50859" cy="72864"/>
            </a:xfrm>
            <a:prstGeom prst="rect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20" name="Group 219">
              <a:extLst>
                <a:ext uri="{FF2B5EF4-FFF2-40B4-BE49-F238E27FC236}">
                  <a16:creationId xmlns:a16="http://schemas.microsoft.com/office/drawing/2014/main" id="{5858C974-D447-4740-880C-D328FE3EE401}"/>
                </a:ext>
              </a:extLst>
            </p:cNvPr>
            <p:cNvGrpSpPr/>
            <p:nvPr/>
          </p:nvGrpSpPr>
          <p:grpSpPr>
            <a:xfrm>
              <a:off x="8015345" y="5358023"/>
              <a:ext cx="116581" cy="132641"/>
              <a:chOff x="7996008" y="5361761"/>
              <a:chExt cx="197081" cy="132641"/>
            </a:xfrm>
          </p:grpSpPr>
          <p:cxnSp>
            <p:nvCxnSpPr>
              <p:cNvPr id="221" name="Elbow Connector 220">
                <a:extLst>
                  <a:ext uri="{FF2B5EF4-FFF2-40B4-BE49-F238E27FC236}">
                    <a16:creationId xmlns:a16="http://schemas.microsoft.com/office/drawing/2014/main" id="{F4C99291-3E28-CC4B-963A-4F9CB3AF1283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7996008" y="5400309"/>
                <a:ext cx="94093" cy="94093"/>
              </a:xfrm>
              <a:prstGeom prst="bentConnector3">
                <a:avLst>
                  <a:gd name="adj1" fmla="val 46626"/>
                </a:avLst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2" name="Triangle 221">
                <a:extLst>
                  <a:ext uri="{FF2B5EF4-FFF2-40B4-BE49-F238E27FC236}">
                    <a16:creationId xmlns:a16="http://schemas.microsoft.com/office/drawing/2014/main" id="{83C4C64E-DA0F-8C4F-A545-82A06A2BF970}"/>
                  </a:ext>
                </a:extLst>
              </p:cNvPr>
              <p:cNvSpPr/>
              <p:nvPr/>
            </p:nvSpPr>
            <p:spPr>
              <a:xfrm rot="2065313">
                <a:off x="8060122" y="5361761"/>
                <a:ext cx="132967" cy="58269"/>
              </a:xfrm>
              <a:prstGeom prst="triangle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2D4F96A2-83AB-7547-A41C-27F38CC8E1DE}"/>
              </a:ext>
            </a:extLst>
          </p:cNvPr>
          <p:cNvCxnSpPr>
            <a:cxnSpLocks/>
          </p:cNvCxnSpPr>
          <p:nvPr/>
        </p:nvCxnSpPr>
        <p:spPr>
          <a:xfrm flipV="1">
            <a:off x="6248523" y="4642288"/>
            <a:ext cx="349002" cy="10579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3" name="Picture 232">
            <a:extLst>
              <a:ext uri="{FF2B5EF4-FFF2-40B4-BE49-F238E27FC236}">
                <a16:creationId xmlns:a16="http://schemas.microsoft.com/office/drawing/2014/main" id="{82126D60-7525-6B43-B3D1-6A719B75B8FC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-6877239" y="6108700"/>
            <a:ext cx="5207000" cy="5194300"/>
          </a:xfrm>
          <a:prstGeom prst="rect">
            <a:avLst/>
          </a:prstGeom>
        </p:spPr>
      </p:pic>
      <p:pic>
        <p:nvPicPr>
          <p:cNvPr id="234" name="Picture 233">
            <a:extLst>
              <a:ext uri="{FF2B5EF4-FFF2-40B4-BE49-F238E27FC236}">
                <a16:creationId xmlns:a16="http://schemas.microsoft.com/office/drawing/2014/main" id="{39BCB0D7-299A-5146-B29D-E5861B40A458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-7320158" y="10866553"/>
            <a:ext cx="5092700" cy="5118100"/>
          </a:xfrm>
          <a:prstGeom prst="rect">
            <a:avLst/>
          </a:prstGeom>
        </p:spPr>
      </p:pic>
      <p:pic>
        <p:nvPicPr>
          <p:cNvPr id="236" name="Picture 235">
            <a:extLst>
              <a:ext uri="{FF2B5EF4-FFF2-40B4-BE49-F238E27FC236}">
                <a16:creationId xmlns:a16="http://schemas.microsoft.com/office/drawing/2014/main" id="{8715DF3E-A543-1246-AA0E-4C0D0E753FA8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749144" y="10291989"/>
            <a:ext cx="5143500" cy="5143500"/>
          </a:xfrm>
          <a:prstGeom prst="rect">
            <a:avLst/>
          </a:prstGeom>
        </p:spPr>
      </p:pic>
      <p:pic>
        <p:nvPicPr>
          <p:cNvPr id="237" name="Picture 236">
            <a:extLst>
              <a:ext uri="{FF2B5EF4-FFF2-40B4-BE49-F238E27FC236}">
                <a16:creationId xmlns:a16="http://schemas.microsoft.com/office/drawing/2014/main" id="{CEF136D3-A218-2B46-91F7-A8CEF5811E37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1206084" y="7938255"/>
            <a:ext cx="5232400" cy="5232400"/>
          </a:xfrm>
          <a:prstGeom prst="rect">
            <a:avLst/>
          </a:prstGeom>
        </p:spPr>
      </p:pic>
      <p:pic>
        <p:nvPicPr>
          <p:cNvPr id="238" name="Picture 237">
            <a:extLst>
              <a:ext uri="{FF2B5EF4-FFF2-40B4-BE49-F238E27FC236}">
                <a16:creationId xmlns:a16="http://schemas.microsoft.com/office/drawing/2014/main" id="{707913A7-03BE-9B4E-B664-5B43AB8DABD2}"/>
              </a:ext>
            </a:extLst>
          </p:cNvPr>
          <p:cNvPicPr>
            <a:picLocks noChangeAspect="1"/>
          </p:cNvPicPr>
          <p:nvPr/>
        </p:nvPicPr>
        <p:blipFill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-475580" y="7938255"/>
            <a:ext cx="5334000" cy="5359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5812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1468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Paulo Czarnewski</dc:creator>
  <cp:lastModifiedBy>Paulo Czarnewski</cp:lastModifiedBy>
  <cp:revision>12</cp:revision>
  <dcterms:created xsi:type="dcterms:W3CDTF">2021-08-16T15:06:29Z</dcterms:created>
  <dcterms:modified xsi:type="dcterms:W3CDTF">2021-08-17T15:34:31Z</dcterms:modified>
</cp:coreProperties>
</file>