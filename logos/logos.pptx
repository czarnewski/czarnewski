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28"/>
    <p:restoredTop sz="96405"/>
  </p:normalViewPr>
  <p:slideViewPr>
    <p:cSldViewPr snapToGrid="0" snapToObjects="1">
      <p:cViewPr>
        <p:scale>
          <a:sx n="264" d="100"/>
          <a:sy n="264" d="100"/>
        </p:scale>
        <p:origin x="-12432" y="-3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BBFD4A86-F8BB-214A-A146-7FEC120C801E}"/>
              </a:ext>
            </a:extLst>
          </p:cNvPr>
          <p:cNvGrpSpPr/>
          <p:nvPr/>
        </p:nvGrpSpPr>
        <p:grpSpPr>
          <a:xfrm>
            <a:off x="9687460" y="3296976"/>
            <a:ext cx="1322836" cy="1495710"/>
            <a:chOff x="9818170" y="3088909"/>
            <a:chExt cx="670592" cy="758227"/>
          </a:xfrm>
        </p:grpSpPr>
        <p:sp>
          <p:nvSpPr>
            <p:cNvPr id="535" name="Terminator 534">
              <a:extLst>
                <a:ext uri="{FF2B5EF4-FFF2-40B4-BE49-F238E27FC236}">
                  <a16:creationId xmlns:a16="http://schemas.microsoft.com/office/drawing/2014/main" id="{A5DB144E-E77B-F447-B0F0-43FFD899C04D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Terminator 539">
              <a:extLst>
                <a:ext uri="{FF2B5EF4-FFF2-40B4-BE49-F238E27FC236}">
                  <a16:creationId xmlns:a16="http://schemas.microsoft.com/office/drawing/2014/main" id="{786AC2C6-591B-3241-B0CA-5D66AA67805F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Delay 540">
              <a:extLst>
                <a:ext uri="{FF2B5EF4-FFF2-40B4-BE49-F238E27FC236}">
                  <a16:creationId xmlns:a16="http://schemas.microsoft.com/office/drawing/2014/main" id="{37D2DA66-A24E-E240-8C20-833386F126EC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5253E6BA-99DC-A44F-8EE8-8703B01A5D82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Moon 3">
            <a:extLst>
              <a:ext uri="{FF2B5EF4-FFF2-40B4-BE49-F238E27FC236}">
                <a16:creationId xmlns:a16="http://schemas.microsoft.com/office/drawing/2014/main" id="{ED463851-C602-7942-826F-6E7959971A51}"/>
              </a:ext>
            </a:extLst>
          </p:cNvPr>
          <p:cNvSpPr/>
          <p:nvPr/>
        </p:nvSpPr>
        <p:spPr>
          <a:xfrm rot="5400000" flipV="1">
            <a:off x="10517324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3" name="Moon 3">
            <a:extLst>
              <a:ext uri="{FF2B5EF4-FFF2-40B4-BE49-F238E27FC236}">
                <a16:creationId xmlns:a16="http://schemas.microsoft.com/office/drawing/2014/main" id="{0F282097-2EC0-054F-8D3A-36981066700D}"/>
              </a:ext>
            </a:extLst>
          </p:cNvPr>
          <p:cNvSpPr/>
          <p:nvPr/>
        </p:nvSpPr>
        <p:spPr>
          <a:xfrm rot="16200000" flipH="1" flipV="1">
            <a:off x="9980810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B0D7CD39-8FFC-4C4D-AEA5-3C9885DAFF77}"/>
              </a:ext>
            </a:extLst>
          </p:cNvPr>
          <p:cNvSpPr/>
          <p:nvPr/>
        </p:nvSpPr>
        <p:spPr>
          <a:xfrm>
            <a:off x="10011783" y="3497202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Oval 544">
            <a:extLst>
              <a:ext uri="{FF2B5EF4-FFF2-40B4-BE49-F238E27FC236}">
                <a16:creationId xmlns:a16="http://schemas.microsoft.com/office/drawing/2014/main" id="{619A9812-7CE8-E14F-A211-FFD9A0938487}"/>
              </a:ext>
            </a:extLst>
          </p:cNvPr>
          <p:cNvSpPr/>
          <p:nvPr/>
        </p:nvSpPr>
        <p:spPr>
          <a:xfrm>
            <a:off x="10510672" y="3494986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34</cp:revision>
  <dcterms:created xsi:type="dcterms:W3CDTF">2021-08-16T15:06:29Z</dcterms:created>
  <dcterms:modified xsi:type="dcterms:W3CDTF">2021-08-30T14:57:47Z</dcterms:modified>
</cp:coreProperties>
</file>