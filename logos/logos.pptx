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6405"/>
  </p:normalViewPr>
  <p:slideViewPr>
    <p:cSldViewPr snapToGrid="0" snapToObjects="1">
      <p:cViewPr>
        <p:scale>
          <a:sx n="35" d="100"/>
          <a:sy n="35" d="100"/>
        </p:scale>
        <p:origin x="5240" y="2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8/16/21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231">
            <a:extLst>
              <a:ext uri="{FF2B5EF4-FFF2-40B4-BE49-F238E27FC236}">
                <a16:creationId xmlns:a16="http://schemas.microsoft.com/office/drawing/2014/main" id="{F2AA727E-74F4-4441-B195-C830934599E5}"/>
              </a:ext>
            </a:extLst>
          </p:cNvPr>
          <p:cNvSpPr/>
          <p:nvPr/>
        </p:nvSpPr>
        <p:spPr>
          <a:xfrm>
            <a:off x="1465229" y="1614222"/>
            <a:ext cx="3335988" cy="15161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D9DC763-4EE3-5541-9827-E7BBF07BF1FA}"/>
              </a:ext>
            </a:extLst>
          </p:cNvPr>
          <p:cNvGrpSpPr/>
          <p:nvPr/>
        </p:nvGrpSpPr>
        <p:grpSpPr>
          <a:xfrm>
            <a:off x="3298898" y="4405874"/>
            <a:ext cx="1168837" cy="1170320"/>
            <a:chOff x="3298208" y="4407789"/>
            <a:chExt cx="1253260" cy="125485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BF5369B-22EE-B049-8CE3-6DB51F1F65C3}"/>
                </a:ext>
              </a:extLst>
            </p:cNvPr>
            <p:cNvSpPr/>
            <p:nvPr/>
          </p:nvSpPr>
          <p:spPr>
            <a:xfrm>
              <a:off x="3711473" y="4441934"/>
              <a:ext cx="823947" cy="624181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F8BC73F-9A3F-D94B-A878-689B5FE4E756}"/>
                </a:ext>
              </a:extLst>
            </p:cNvPr>
            <p:cNvGrpSpPr/>
            <p:nvPr/>
          </p:nvGrpSpPr>
          <p:grpSpPr>
            <a:xfrm>
              <a:off x="3350071" y="4407789"/>
              <a:ext cx="551797" cy="857181"/>
              <a:chOff x="1035799" y="2533121"/>
              <a:chExt cx="551797" cy="857181"/>
            </a:xfrm>
          </p:grpSpPr>
          <p:sp>
            <p:nvSpPr>
              <p:cNvPr id="33" name="Delay 32">
                <a:extLst>
                  <a:ext uri="{FF2B5EF4-FFF2-40B4-BE49-F238E27FC236}">
                    <a16:creationId xmlns:a16="http://schemas.microsoft.com/office/drawing/2014/main" id="{168B2134-FA55-BC43-8567-1E28D7B2CD96}"/>
                  </a:ext>
                </a:extLst>
              </p:cNvPr>
              <p:cNvSpPr/>
              <p:nvPr/>
            </p:nvSpPr>
            <p:spPr>
              <a:xfrm rot="16200000">
                <a:off x="1035799" y="2838505"/>
                <a:ext cx="551797" cy="551797"/>
              </a:xfrm>
              <a:prstGeom prst="flowChartDelay">
                <a:avLst/>
              </a:prstGeom>
              <a:solidFill>
                <a:schemeClr val="tx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D4E5A4D-FC9B-3641-99EF-78DAAE2C223D}"/>
                  </a:ext>
                </a:extLst>
              </p:cNvPr>
              <p:cNvSpPr/>
              <p:nvPr/>
            </p:nvSpPr>
            <p:spPr>
              <a:xfrm>
                <a:off x="1143457" y="2533121"/>
                <a:ext cx="339635" cy="339635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Delay 39">
              <a:extLst>
                <a:ext uri="{FF2B5EF4-FFF2-40B4-BE49-F238E27FC236}">
                  <a16:creationId xmlns:a16="http://schemas.microsoft.com/office/drawing/2014/main" id="{66F75C1B-0B7E-4646-B740-0695FF620DFE}"/>
                </a:ext>
              </a:extLst>
            </p:cNvPr>
            <p:cNvSpPr/>
            <p:nvPr/>
          </p:nvSpPr>
          <p:spPr>
            <a:xfrm rot="16200000">
              <a:off x="3298208" y="5264055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Delay 40">
              <a:extLst>
                <a:ext uri="{FF2B5EF4-FFF2-40B4-BE49-F238E27FC236}">
                  <a16:creationId xmlns:a16="http://schemas.microsoft.com/office/drawing/2014/main" id="{9E0194DD-4109-404C-B7EE-7F88CBD6A66A}"/>
                </a:ext>
              </a:extLst>
            </p:cNvPr>
            <p:cNvSpPr/>
            <p:nvPr/>
          </p:nvSpPr>
          <p:spPr>
            <a:xfrm rot="16200000">
              <a:off x="3730653" y="5264054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Delay 41">
              <a:extLst>
                <a:ext uri="{FF2B5EF4-FFF2-40B4-BE49-F238E27FC236}">
                  <a16:creationId xmlns:a16="http://schemas.microsoft.com/office/drawing/2014/main" id="{0B2BAC40-A922-284A-B6FF-3083EA7042ED}"/>
                </a:ext>
              </a:extLst>
            </p:cNvPr>
            <p:cNvSpPr/>
            <p:nvPr/>
          </p:nvSpPr>
          <p:spPr>
            <a:xfrm rot="16200000">
              <a:off x="4152883" y="5264054"/>
              <a:ext cx="398585" cy="398585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47AFFCD-4F10-B143-A29C-799F0B114EA9}"/>
                </a:ext>
              </a:extLst>
            </p:cNvPr>
            <p:cNvSpPr/>
            <p:nvPr/>
          </p:nvSpPr>
          <p:spPr>
            <a:xfrm>
              <a:off x="3373306" y="5061746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7C07DE2-4692-8842-98C8-2C01B7772A87}"/>
                </a:ext>
              </a:extLst>
            </p:cNvPr>
            <p:cNvSpPr/>
            <p:nvPr/>
          </p:nvSpPr>
          <p:spPr>
            <a:xfrm>
              <a:off x="3805751" y="5061745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FBC56A2-D376-6743-A2C5-AEA160DA7C8C}"/>
                </a:ext>
              </a:extLst>
            </p:cNvPr>
            <p:cNvSpPr/>
            <p:nvPr/>
          </p:nvSpPr>
          <p:spPr>
            <a:xfrm>
              <a:off x="4227980" y="5058558"/>
              <a:ext cx="248389" cy="248388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442" y="5989753"/>
            <a:ext cx="5092700" cy="511810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715DF3E-A543-1246-AA0E-4C0D0E753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593" y="11446786"/>
            <a:ext cx="5143500" cy="51435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4751" y="4530638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82308" y="6363455"/>
            <a:ext cx="5334000" cy="535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7</cp:revision>
  <dcterms:created xsi:type="dcterms:W3CDTF">2021-08-16T15:06:29Z</dcterms:created>
  <dcterms:modified xsi:type="dcterms:W3CDTF">2021-08-16T16:13:11Z</dcterms:modified>
</cp:coreProperties>
</file>