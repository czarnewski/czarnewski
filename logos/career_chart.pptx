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DAFF"/>
    <a:srgbClr val="BAE7C0"/>
    <a:srgbClr val="F6E5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16"/>
    <p:restoredTop sz="96405"/>
  </p:normalViewPr>
  <p:slideViewPr>
    <p:cSldViewPr snapToGrid="0" snapToObjects="1">
      <p:cViewPr>
        <p:scale>
          <a:sx n="121" d="100"/>
          <a:sy n="121" d="100"/>
        </p:scale>
        <p:origin x="1920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E2C7C-8120-BA46-86D9-B3A1F4A1F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8BBF80-CDBD-0644-85D6-D467DD64E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7DBFB-F8A1-E148-9173-B7B06AD2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3C683-70CF-FC42-9621-433960858A6A}" type="datetimeFigureOut">
              <a:rPr lang="en-US" smtClean="0"/>
              <a:t>9/1/21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04C55-DAA3-4B47-9BA2-53ACA9707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DA9FB-CF0E-E844-B716-10FBD4948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AB58-DAE3-A84A-9E8F-FDEA5BE08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62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9FAE4-DEE7-0940-A959-AA3D8DEE5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29BE2-844E-074F-81FC-43BE646D4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A59FB-7D78-6343-B048-B7955F969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3C683-70CF-FC42-9621-433960858A6A}" type="datetimeFigureOut">
              <a:rPr lang="en-US" smtClean="0"/>
              <a:t>9/1/21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5A0FE-3A23-AD4C-9BA5-E3FF73A0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BAA8C-1F18-8D4C-8109-1243EBD4A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AB58-DAE3-A84A-9E8F-FDEA5BE08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563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E5FA5-B202-154C-AB37-C7500619F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48C89-B0D6-854A-BE15-09F9FC067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DE096-5DF1-F341-A766-BFF184AD5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3C683-70CF-FC42-9621-433960858A6A}" type="datetimeFigureOut">
              <a:rPr lang="en-US" smtClean="0"/>
              <a:t>9/1/21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26129-C50E-9243-893C-98E8978D9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C51A3-1E10-C841-84EF-5CC51C64F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AB58-DAE3-A84A-9E8F-FDEA5BE08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531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3535-4762-EE43-8D16-4BBDBAF76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A807B-FC8D-EB46-8C69-D55DDBFF63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1EE736-0F41-0E48-9817-B945423E7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4E462B-AA74-8B47-887F-822B15B0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3C683-70CF-FC42-9621-433960858A6A}" type="datetimeFigureOut">
              <a:rPr lang="en-US" smtClean="0"/>
              <a:t>9/1/21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16FBB-1AD8-7B46-83C2-FA9573545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9615D-F555-E944-ACB5-1EDF0CADE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AB58-DAE3-A84A-9E8F-FDEA5BE08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985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DF8A3-F6B8-414A-9C04-0416865A1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29F4C-E21A-1440-9A57-DAB7C2D5E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C19EF-3944-5744-BBBC-3C1A87B7C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14A06-D6BC-9A4B-BA31-AB5A9728E1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37EF0E-E0B1-2F4B-AE77-A5E7E5451A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65B39F-AA02-D248-956A-C0E4AE22F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3C683-70CF-FC42-9621-433960858A6A}" type="datetimeFigureOut">
              <a:rPr lang="en-US" smtClean="0"/>
              <a:t>9/1/21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277BB8-8997-D849-B820-67E0C3813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F6C8D6-4B46-E94E-AB34-D86F1A4D2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AB58-DAE3-A84A-9E8F-FDEA5BE08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76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79348-D30B-DB4A-B0FE-781C8F540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E649E1-6E5F-A44A-89AB-A1A211794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3C683-70CF-FC42-9621-433960858A6A}" type="datetimeFigureOut">
              <a:rPr lang="en-US" smtClean="0"/>
              <a:t>9/1/21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CD82F0-4407-2746-9568-3431B590E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D94C9D-3D05-2943-88BD-346B37545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AB58-DAE3-A84A-9E8F-FDEA5BE08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339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50739B-C1BE-4F42-8D7F-1F7220848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3C683-70CF-FC42-9621-433960858A6A}" type="datetimeFigureOut">
              <a:rPr lang="en-US" smtClean="0"/>
              <a:t>9/1/21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BDF5C3-56CE-774C-9476-EA1D7E347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EB3E9-D927-074C-93C5-FDC16A100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AB58-DAE3-A84A-9E8F-FDEA5BE08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189BD-6E26-2348-B684-B8B422C8B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ADC36-5079-FF42-B6CB-CE75E121A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93F161-CCE3-974A-8A66-9AE60EFC81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37A4E-AA5B-DB49-BB40-02AEE89D2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3C683-70CF-FC42-9621-433960858A6A}" type="datetimeFigureOut">
              <a:rPr lang="en-US" smtClean="0"/>
              <a:t>9/1/21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05715-E91D-674E-8A5D-B0FB29B69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3547BD-750B-4C41-9D78-94D79F7FB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AB58-DAE3-A84A-9E8F-FDEA5BE08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088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579BB-E948-144E-82EE-F83D012B5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D71A6C-2D3D-4443-8F8F-1F49AFBC84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DB9495-96B0-5C4E-AF25-1D27C3D6C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E11B5-F087-3C41-90EB-B4D890DE7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3C683-70CF-FC42-9621-433960858A6A}" type="datetimeFigureOut">
              <a:rPr lang="en-US" smtClean="0"/>
              <a:t>9/1/21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B3633-926F-ED42-B41F-014ED3465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A09DAD-A551-4445-9482-F7AED9738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AB58-DAE3-A84A-9E8F-FDEA5BE08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843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8FE12-2622-B740-B5E9-86867DAEF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F8A17B-0012-E74B-9589-657C113E89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7BC7F-03C6-EE4C-9758-6E6083ADA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3C683-70CF-FC42-9621-433960858A6A}" type="datetimeFigureOut">
              <a:rPr lang="en-US" smtClean="0"/>
              <a:t>9/1/21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D4FF9-A970-6149-8D2C-BAEC3175D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3E2DA-941A-E745-83C0-EB3BCE41C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AB58-DAE3-A84A-9E8F-FDEA5BE08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730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0FD101-DF7F-6747-B5A7-83007D6C47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98CC13-575A-094B-94A0-B1615A453D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F6302-FD8F-444F-A6CA-CD10806D3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3C683-70CF-FC42-9621-433960858A6A}" type="datetimeFigureOut">
              <a:rPr lang="en-US" smtClean="0"/>
              <a:t>9/1/21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77045-8A88-A842-9559-CD8AFE64D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4C642-E03D-F044-AA22-D16154FAE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AB58-DAE3-A84A-9E8F-FDEA5BE08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413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F387E3-1913-894E-83FE-5F8C5F282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1F190-7370-8944-B600-9DB97CE2F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28D67-940B-534E-B938-DE2E23EABB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43C683-70CF-FC42-9621-433960858A6A}" type="datetimeFigureOut">
              <a:rPr lang="en-US" smtClean="0"/>
              <a:t>9/1/21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931A6-A40A-F246-B7FF-02E355B09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D9148-025F-D340-8F50-62C8994DEB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3AB58-DAE3-A84A-9E8F-FDEA5BE08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655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roup 177">
            <a:extLst>
              <a:ext uri="{FF2B5EF4-FFF2-40B4-BE49-F238E27FC236}">
                <a16:creationId xmlns:a16="http://schemas.microsoft.com/office/drawing/2014/main" id="{1152C067-6F59-F94D-9689-5A4362425A25}"/>
              </a:ext>
            </a:extLst>
          </p:cNvPr>
          <p:cNvGrpSpPr/>
          <p:nvPr/>
        </p:nvGrpSpPr>
        <p:grpSpPr>
          <a:xfrm>
            <a:off x="943106" y="1334624"/>
            <a:ext cx="8534400" cy="3300364"/>
            <a:chOff x="609615" y="1114790"/>
            <a:chExt cx="8534400" cy="251209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250E39A-B868-BE43-BA77-10223AFB7333}"/>
                </a:ext>
              </a:extLst>
            </p:cNvPr>
            <p:cNvCxnSpPr>
              <a:cxnSpLocks/>
            </p:cNvCxnSpPr>
            <p:nvPr/>
          </p:nvCxnSpPr>
          <p:spPr>
            <a:xfrm>
              <a:off x="609615" y="1114790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96BEE64-DCF5-0B45-9194-8C315D738E0E}"/>
                </a:ext>
              </a:extLst>
            </p:cNvPr>
            <p:cNvCxnSpPr>
              <a:cxnSpLocks/>
            </p:cNvCxnSpPr>
            <p:nvPr/>
          </p:nvCxnSpPr>
          <p:spPr>
            <a:xfrm>
              <a:off x="1219215" y="1114790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6D96B54-A580-644D-ACD5-23D88CF5F03D}"/>
                </a:ext>
              </a:extLst>
            </p:cNvPr>
            <p:cNvCxnSpPr>
              <a:cxnSpLocks/>
            </p:cNvCxnSpPr>
            <p:nvPr/>
          </p:nvCxnSpPr>
          <p:spPr>
            <a:xfrm>
              <a:off x="1828815" y="1114790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246C0E9-3C8A-BA44-9A6B-64DD442CC744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15" y="1114790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51984B5-8C82-7643-ABA4-81A080004A89}"/>
                </a:ext>
              </a:extLst>
            </p:cNvPr>
            <p:cNvCxnSpPr>
              <a:cxnSpLocks/>
            </p:cNvCxnSpPr>
            <p:nvPr/>
          </p:nvCxnSpPr>
          <p:spPr>
            <a:xfrm>
              <a:off x="3048015" y="1114790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F55A60C-69D8-7341-9D48-4C3C1B3B3E39}"/>
                </a:ext>
              </a:extLst>
            </p:cNvPr>
            <p:cNvCxnSpPr>
              <a:cxnSpLocks/>
            </p:cNvCxnSpPr>
            <p:nvPr/>
          </p:nvCxnSpPr>
          <p:spPr>
            <a:xfrm>
              <a:off x="3657615" y="1114790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B96BED0-0BEB-1842-B4F9-D5EC7631ACEB}"/>
                </a:ext>
              </a:extLst>
            </p:cNvPr>
            <p:cNvCxnSpPr>
              <a:cxnSpLocks/>
            </p:cNvCxnSpPr>
            <p:nvPr/>
          </p:nvCxnSpPr>
          <p:spPr>
            <a:xfrm>
              <a:off x="4267215" y="1114790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A2DC109-1046-3E4C-A6AE-54BCF7F0B82D}"/>
                </a:ext>
              </a:extLst>
            </p:cNvPr>
            <p:cNvCxnSpPr>
              <a:cxnSpLocks/>
            </p:cNvCxnSpPr>
            <p:nvPr/>
          </p:nvCxnSpPr>
          <p:spPr>
            <a:xfrm>
              <a:off x="4876815" y="1114790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81C9674-BADC-8D4D-9F59-C65D734153F7}"/>
                </a:ext>
              </a:extLst>
            </p:cNvPr>
            <p:cNvCxnSpPr>
              <a:cxnSpLocks/>
            </p:cNvCxnSpPr>
            <p:nvPr/>
          </p:nvCxnSpPr>
          <p:spPr>
            <a:xfrm>
              <a:off x="5486415" y="1114790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9BE8D72-519B-4B4F-ABC8-DB3D95A7479F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15" y="1114790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73ABDC8-DFBC-2F48-B0EB-F709F630BFBE}"/>
                </a:ext>
              </a:extLst>
            </p:cNvPr>
            <p:cNvCxnSpPr>
              <a:cxnSpLocks/>
            </p:cNvCxnSpPr>
            <p:nvPr/>
          </p:nvCxnSpPr>
          <p:spPr>
            <a:xfrm>
              <a:off x="6705615" y="1114790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DD6A5B30-4A57-6C4B-81C8-FB839EDDA95B}"/>
                </a:ext>
              </a:extLst>
            </p:cNvPr>
            <p:cNvCxnSpPr>
              <a:cxnSpLocks/>
            </p:cNvCxnSpPr>
            <p:nvPr/>
          </p:nvCxnSpPr>
          <p:spPr>
            <a:xfrm>
              <a:off x="7315215" y="1114790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6926DD8C-E2B2-894D-892D-5AFE2C3F13EE}"/>
                </a:ext>
              </a:extLst>
            </p:cNvPr>
            <p:cNvCxnSpPr>
              <a:cxnSpLocks/>
            </p:cNvCxnSpPr>
            <p:nvPr/>
          </p:nvCxnSpPr>
          <p:spPr>
            <a:xfrm>
              <a:off x="7924815" y="1114790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55A9F57-AC80-AD45-9835-B2907B7F0296}"/>
                </a:ext>
              </a:extLst>
            </p:cNvPr>
            <p:cNvCxnSpPr>
              <a:cxnSpLocks/>
            </p:cNvCxnSpPr>
            <p:nvPr/>
          </p:nvCxnSpPr>
          <p:spPr>
            <a:xfrm>
              <a:off x="8534415" y="1114790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423639A-861D-A540-AF1E-E2C090E6E6BC}"/>
                </a:ext>
              </a:extLst>
            </p:cNvPr>
            <p:cNvCxnSpPr>
              <a:cxnSpLocks/>
            </p:cNvCxnSpPr>
            <p:nvPr/>
          </p:nvCxnSpPr>
          <p:spPr>
            <a:xfrm>
              <a:off x="9144015" y="1114790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D005FDF4-C334-D045-AEB3-B977795E690C}"/>
              </a:ext>
            </a:extLst>
          </p:cNvPr>
          <p:cNvGrpSpPr/>
          <p:nvPr/>
        </p:nvGrpSpPr>
        <p:grpSpPr>
          <a:xfrm>
            <a:off x="943102" y="-14764"/>
            <a:ext cx="9373094" cy="251209"/>
            <a:chOff x="209352" y="2812268"/>
            <a:chExt cx="9373094" cy="251209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DEC3395-07AB-414A-BF3E-51D539CBC8EB}"/>
                </a:ext>
              </a:extLst>
            </p:cNvPr>
            <p:cNvCxnSpPr>
              <a:cxnSpLocks/>
            </p:cNvCxnSpPr>
            <p:nvPr/>
          </p:nvCxnSpPr>
          <p:spPr>
            <a:xfrm>
              <a:off x="209352" y="2937872"/>
              <a:ext cx="9373094" cy="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2AC52AA-165B-5940-A7AE-B6A2FEB23413}"/>
                </a:ext>
              </a:extLst>
            </p:cNvPr>
            <p:cNvCxnSpPr>
              <a:cxnSpLocks/>
            </p:cNvCxnSpPr>
            <p:nvPr/>
          </p:nvCxnSpPr>
          <p:spPr>
            <a:xfrm>
              <a:off x="3617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3C6E02C-804D-414D-92B4-1356108FB4DE}"/>
                </a:ext>
              </a:extLst>
            </p:cNvPr>
            <p:cNvCxnSpPr>
              <a:cxnSpLocks/>
            </p:cNvCxnSpPr>
            <p:nvPr/>
          </p:nvCxnSpPr>
          <p:spPr>
            <a:xfrm>
              <a:off x="5141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B4ABA22-BD51-8842-AFF7-1DF83023D7EB}"/>
                </a:ext>
              </a:extLst>
            </p:cNvPr>
            <p:cNvCxnSpPr>
              <a:cxnSpLocks/>
            </p:cNvCxnSpPr>
            <p:nvPr/>
          </p:nvCxnSpPr>
          <p:spPr>
            <a:xfrm>
              <a:off x="6665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DF59C81-9970-C04C-A1CC-9406CF2413BE}"/>
                </a:ext>
              </a:extLst>
            </p:cNvPr>
            <p:cNvCxnSpPr>
              <a:cxnSpLocks/>
            </p:cNvCxnSpPr>
            <p:nvPr/>
          </p:nvCxnSpPr>
          <p:spPr>
            <a:xfrm>
              <a:off x="9713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692EE4D-17EC-6B4B-ABF7-7BB6209E850F}"/>
                </a:ext>
              </a:extLst>
            </p:cNvPr>
            <p:cNvCxnSpPr>
              <a:cxnSpLocks/>
            </p:cNvCxnSpPr>
            <p:nvPr/>
          </p:nvCxnSpPr>
          <p:spPr>
            <a:xfrm>
              <a:off x="11237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364BDCB-07FD-B146-AFA6-7D4A1794380F}"/>
                </a:ext>
              </a:extLst>
            </p:cNvPr>
            <p:cNvCxnSpPr>
              <a:cxnSpLocks/>
            </p:cNvCxnSpPr>
            <p:nvPr/>
          </p:nvCxnSpPr>
          <p:spPr>
            <a:xfrm>
              <a:off x="12761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C26F2C5-3414-C346-BD89-CDE9BF346660}"/>
                </a:ext>
              </a:extLst>
            </p:cNvPr>
            <p:cNvCxnSpPr>
              <a:cxnSpLocks/>
            </p:cNvCxnSpPr>
            <p:nvPr/>
          </p:nvCxnSpPr>
          <p:spPr>
            <a:xfrm>
              <a:off x="15809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575D2FE-2FA4-F945-8C3D-69AD8672E200}"/>
                </a:ext>
              </a:extLst>
            </p:cNvPr>
            <p:cNvCxnSpPr>
              <a:cxnSpLocks/>
            </p:cNvCxnSpPr>
            <p:nvPr/>
          </p:nvCxnSpPr>
          <p:spPr>
            <a:xfrm>
              <a:off x="17333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0B0B290-7FD5-5D4B-9FB4-3BCF06721D89}"/>
                </a:ext>
              </a:extLst>
            </p:cNvPr>
            <p:cNvCxnSpPr>
              <a:cxnSpLocks/>
            </p:cNvCxnSpPr>
            <p:nvPr/>
          </p:nvCxnSpPr>
          <p:spPr>
            <a:xfrm>
              <a:off x="18857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33A2C10-24D5-9648-9420-B2182BDB32E1}"/>
                </a:ext>
              </a:extLst>
            </p:cNvPr>
            <p:cNvCxnSpPr>
              <a:cxnSpLocks/>
            </p:cNvCxnSpPr>
            <p:nvPr/>
          </p:nvCxnSpPr>
          <p:spPr>
            <a:xfrm>
              <a:off x="21905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A3431B8-1659-164B-8857-D0DAB4487368}"/>
                </a:ext>
              </a:extLst>
            </p:cNvPr>
            <p:cNvCxnSpPr>
              <a:cxnSpLocks/>
            </p:cNvCxnSpPr>
            <p:nvPr/>
          </p:nvCxnSpPr>
          <p:spPr>
            <a:xfrm>
              <a:off x="23429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C454B58-996D-C643-A756-2B9F16F83E6F}"/>
                </a:ext>
              </a:extLst>
            </p:cNvPr>
            <p:cNvCxnSpPr>
              <a:cxnSpLocks/>
            </p:cNvCxnSpPr>
            <p:nvPr/>
          </p:nvCxnSpPr>
          <p:spPr>
            <a:xfrm>
              <a:off x="24953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2E75D88-E0B3-7B4C-A934-6C3D691BC0EA}"/>
                </a:ext>
              </a:extLst>
            </p:cNvPr>
            <p:cNvCxnSpPr>
              <a:cxnSpLocks/>
            </p:cNvCxnSpPr>
            <p:nvPr/>
          </p:nvCxnSpPr>
          <p:spPr>
            <a:xfrm>
              <a:off x="28001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B3721D5-C829-E248-B6F4-747A28D6D3CA}"/>
                </a:ext>
              </a:extLst>
            </p:cNvPr>
            <p:cNvCxnSpPr>
              <a:cxnSpLocks/>
            </p:cNvCxnSpPr>
            <p:nvPr/>
          </p:nvCxnSpPr>
          <p:spPr>
            <a:xfrm>
              <a:off x="29525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C9A9383-DB23-7944-B181-F70FBEB38BFF}"/>
                </a:ext>
              </a:extLst>
            </p:cNvPr>
            <p:cNvCxnSpPr>
              <a:cxnSpLocks/>
            </p:cNvCxnSpPr>
            <p:nvPr/>
          </p:nvCxnSpPr>
          <p:spPr>
            <a:xfrm>
              <a:off x="31049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78E93F4-2E2A-E74E-AB65-84A60251E48C}"/>
                </a:ext>
              </a:extLst>
            </p:cNvPr>
            <p:cNvCxnSpPr>
              <a:cxnSpLocks/>
            </p:cNvCxnSpPr>
            <p:nvPr/>
          </p:nvCxnSpPr>
          <p:spPr>
            <a:xfrm>
              <a:off x="34097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5A875C5-711E-A04F-A865-8D665EA683AD}"/>
                </a:ext>
              </a:extLst>
            </p:cNvPr>
            <p:cNvCxnSpPr>
              <a:cxnSpLocks/>
            </p:cNvCxnSpPr>
            <p:nvPr/>
          </p:nvCxnSpPr>
          <p:spPr>
            <a:xfrm>
              <a:off x="35621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B53EAD1-30B5-294C-9678-2B5723B1FA27}"/>
                </a:ext>
              </a:extLst>
            </p:cNvPr>
            <p:cNvCxnSpPr>
              <a:cxnSpLocks/>
            </p:cNvCxnSpPr>
            <p:nvPr/>
          </p:nvCxnSpPr>
          <p:spPr>
            <a:xfrm>
              <a:off x="37145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A70A534-9092-5A4C-9246-E49CE06FE5B1}"/>
                </a:ext>
              </a:extLst>
            </p:cNvPr>
            <p:cNvCxnSpPr>
              <a:cxnSpLocks/>
            </p:cNvCxnSpPr>
            <p:nvPr/>
          </p:nvCxnSpPr>
          <p:spPr>
            <a:xfrm>
              <a:off x="40193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4043ABD-F4A3-C74A-AB2B-E9A108040E99}"/>
                </a:ext>
              </a:extLst>
            </p:cNvPr>
            <p:cNvCxnSpPr>
              <a:cxnSpLocks/>
            </p:cNvCxnSpPr>
            <p:nvPr/>
          </p:nvCxnSpPr>
          <p:spPr>
            <a:xfrm>
              <a:off x="41717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BB8D873-9714-F846-AB7E-1A17067E36AD}"/>
                </a:ext>
              </a:extLst>
            </p:cNvPr>
            <p:cNvCxnSpPr>
              <a:cxnSpLocks/>
            </p:cNvCxnSpPr>
            <p:nvPr/>
          </p:nvCxnSpPr>
          <p:spPr>
            <a:xfrm>
              <a:off x="43241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042AC53-B34B-0E46-82F1-C97635989D78}"/>
                </a:ext>
              </a:extLst>
            </p:cNvPr>
            <p:cNvCxnSpPr>
              <a:cxnSpLocks/>
            </p:cNvCxnSpPr>
            <p:nvPr/>
          </p:nvCxnSpPr>
          <p:spPr>
            <a:xfrm>
              <a:off x="46289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656CE4B-DAD1-DB49-8AF8-512ACF158825}"/>
                </a:ext>
              </a:extLst>
            </p:cNvPr>
            <p:cNvCxnSpPr>
              <a:cxnSpLocks/>
            </p:cNvCxnSpPr>
            <p:nvPr/>
          </p:nvCxnSpPr>
          <p:spPr>
            <a:xfrm>
              <a:off x="47813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43486DC-839D-0A4C-BD33-EDC39B3CC09C}"/>
                </a:ext>
              </a:extLst>
            </p:cNvPr>
            <p:cNvCxnSpPr>
              <a:cxnSpLocks/>
            </p:cNvCxnSpPr>
            <p:nvPr/>
          </p:nvCxnSpPr>
          <p:spPr>
            <a:xfrm>
              <a:off x="49337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2DB67FF-9969-C344-BB00-7FFA72412380}"/>
                </a:ext>
              </a:extLst>
            </p:cNvPr>
            <p:cNvCxnSpPr>
              <a:cxnSpLocks/>
            </p:cNvCxnSpPr>
            <p:nvPr/>
          </p:nvCxnSpPr>
          <p:spPr>
            <a:xfrm>
              <a:off x="52385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023C29D-5B5A-DC4F-9CD3-8160D9C4F027}"/>
                </a:ext>
              </a:extLst>
            </p:cNvPr>
            <p:cNvCxnSpPr>
              <a:cxnSpLocks/>
            </p:cNvCxnSpPr>
            <p:nvPr/>
          </p:nvCxnSpPr>
          <p:spPr>
            <a:xfrm>
              <a:off x="53909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8E67382-7143-6C44-8CBF-1B886A06B88F}"/>
                </a:ext>
              </a:extLst>
            </p:cNvPr>
            <p:cNvCxnSpPr>
              <a:cxnSpLocks/>
            </p:cNvCxnSpPr>
            <p:nvPr/>
          </p:nvCxnSpPr>
          <p:spPr>
            <a:xfrm>
              <a:off x="55433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A3DEF0C-5B2D-8B46-B6BF-A26677576067}"/>
                </a:ext>
              </a:extLst>
            </p:cNvPr>
            <p:cNvCxnSpPr>
              <a:cxnSpLocks/>
            </p:cNvCxnSpPr>
            <p:nvPr/>
          </p:nvCxnSpPr>
          <p:spPr>
            <a:xfrm>
              <a:off x="58481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73C2D78-3510-EA4B-98EE-571415CDAC4D}"/>
                </a:ext>
              </a:extLst>
            </p:cNvPr>
            <p:cNvCxnSpPr>
              <a:cxnSpLocks/>
            </p:cNvCxnSpPr>
            <p:nvPr/>
          </p:nvCxnSpPr>
          <p:spPr>
            <a:xfrm>
              <a:off x="60005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2FCE1B0-DDBE-2544-8321-69F89559694D}"/>
                </a:ext>
              </a:extLst>
            </p:cNvPr>
            <p:cNvCxnSpPr>
              <a:cxnSpLocks/>
            </p:cNvCxnSpPr>
            <p:nvPr/>
          </p:nvCxnSpPr>
          <p:spPr>
            <a:xfrm>
              <a:off x="61529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57E2C4AC-5178-6C44-BEB3-51BE7F8B1A5A}"/>
                </a:ext>
              </a:extLst>
            </p:cNvPr>
            <p:cNvCxnSpPr>
              <a:cxnSpLocks/>
            </p:cNvCxnSpPr>
            <p:nvPr/>
          </p:nvCxnSpPr>
          <p:spPr>
            <a:xfrm>
              <a:off x="64577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C133422-D411-9B42-A3D6-B528CAF518FC}"/>
                </a:ext>
              </a:extLst>
            </p:cNvPr>
            <p:cNvCxnSpPr>
              <a:cxnSpLocks/>
            </p:cNvCxnSpPr>
            <p:nvPr/>
          </p:nvCxnSpPr>
          <p:spPr>
            <a:xfrm>
              <a:off x="66101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627D5ED-017B-BB44-8BAF-67D65FDA8279}"/>
                </a:ext>
              </a:extLst>
            </p:cNvPr>
            <p:cNvCxnSpPr>
              <a:cxnSpLocks/>
            </p:cNvCxnSpPr>
            <p:nvPr/>
          </p:nvCxnSpPr>
          <p:spPr>
            <a:xfrm>
              <a:off x="67625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C333CA7-1720-D34C-90E9-CC7F55D9CD7B}"/>
                </a:ext>
              </a:extLst>
            </p:cNvPr>
            <p:cNvCxnSpPr>
              <a:cxnSpLocks/>
            </p:cNvCxnSpPr>
            <p:nvPr/>
          </p:nvCxnSpPr>
          <p:spPr>
            <a:xfrm>
              <a:off x="70673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7C03D40-EB27-7F4D-920A-59F7A747494D}"/>
                </a:ext>
              </a:extLst>
            </p:cNvPr>
            <p:cNvCxnSpPr>
              <a:cxnSpLocks/>
            </p:cNvCxnSpPr>
            <p:nvPr/>
          </p:nvCxnSpPr>
          <p:spPr>
            <a:xfrm>
              <a:off x="72197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7AAA4B8-1A20-0C43-9B9D-CF18654EC0B5}"/>
                </a:ext>
              </a:extLst>
            </p:cNvPr>
            <p:cNvCxnSpPr>
              <a:cxnSpLocks/>
            </p:cNvCxnSpPr>
            <p:nvPr/>
          </p:nvCxnSpPr>
          <p:spPr>
            <a:xfrm>
              <a:off x="73721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DA5EEE4-2885-C849-ADB7-A99D62023ABE}"/>
                </a:ext>
              </a:extLst>
            </p:cNvPr>
            <p:cNvCxnSpPr>
              <a:cxnSpLocks/>
            </p:cNvCxnSpPr>
            <p:nvPr/>
          </p:nvCxnSpPr>
          <p:spPr>
            <a:xfrm>
              <a:off x="76769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BCA1DF0-2B5D-4F4C-BBB1-1379D56D991B}"/>
                </a:ext>
              </a:extLst>
            </p:cNvPr>
            <p:cNvCxnSpPr>
              <a:cxnSpLocks/>
            </p:cNvCxnSpPr>
            <p:nvPr/>
          </p:nvCxnSpPr>
          <p:spPr>
            <a:xfrm>
              <a:off x="78293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CCA43BA-4260-9F42-BBB4-79A016D24809}"/>
                </a:ext>
              </a:extLst>
            </p:cNvPr>
            <p:cNvCxnSpPr>
              <a:cxnSpLocks/>
            </p:cNvCxnSpPr>
            <p:nvPr/>
          </p:nvCxnSpPr>
          <p:spPr>
            <a:xfrm>
              <a:off x="79817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169B1-3B9F-E841-92DF-AA5289C8CE13}"/>
                </a:ext>
              </a:extLst>
            </p:cNvPr>
            <p:cNvCxnSpPr>
              <a:cxnSpLocks/>
            </p:cNvCxnSpPr>
            <p:nvPr/>
          </p:nvCxnSpPr>
          <p:spPr>
            <a:xfrm>
              <a:off x="82865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0A4755C-38B5-FE44-B7C7-BE4B49D5A24E}"/>
                </a:ext>
              </a:extLst>
            </p:cNvPr>
            <p:cNvCxnSpPr>
              <a:cxnSpLocks/>
            </p:cNvCxnSpPr>
            <p:nvPr/>
          </p:nvCxnSpPr>
          <p:spPr>
            <a:xfrm>
              <a:off x="84389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A509B68-5662-D449-AA00-797FC6334117}"/>
                </a:ext>
              </a:extLst>
            </p:cNvPr>
            <p:cNvCxnSpPr>
              <a:cxnSpLocks/>
            </p:cNvCxnSpPr>
            <p:nvPr/>
          </p:nvCxnSpPr>
          <p:spPr>
            <a:xfrm>
              <a:off x="85913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674DCC03-5632-4145-AE82-B7F17ADE3DEA}"/>
                </a:ext>
              </a:extLst>
            </p:cNvPr>
            <p:cNvCxnSpPr>
              <a:cxnSpLocks/>
            </p:cNvCxnSpPr>
            <p:nvPr/>
          </p:nvCxnSpPr>
          <p:spPr>
            <a:xfrm>
              <a:off x="88961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7835DFBF-9A54-464C-9CD4-2A71D4DE24F0}"/>
                </a:ext>
              </a:extLst>
            </p:cNvPr>
            <p:cNvCxnSpPr>
              <a:cxnSpLocks/>
            </p:cNvCxnSpPr>
            <p:nvPr/>
          </p:nvCxnSpPr>
          <p:spPr>
            <a:xfrm>
              <a:off x="90485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803931D8-2AFB-9C43-9A7C-A0944937EF75}"/>
                </a:ext>
              </a:extLst>
            </p:cNvPr>
            <p:cNvCxnSpPr>
              <a:cxnSpLocks/>
            </p:cNvCxnSpPr>
            <p:nvPr/>
          </p:nvCxnSpPr>
          <p:spPr>
            <a:xfrm>
              <a:off x="9200952" y="2812268"/>
              <a:ext cx="0" cy="25120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0D68C183-4336-AA41-A7DD-17CCE3DE10F5}"/>
              </a:ext>
            </a:extLst>
          </p:cNvPr>
          <p:cNvSpPr txBox="1"/>
          <p:nvPr/>
        </p:nvSpPr>
        <p:spPr>
          <a:xfrm rot="19418762">
            <a:off x="493230" y="4679862"/>
            <a:ext cx="652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2008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3F827EE-E16C-C748-8DCD-065C1BDE588E}"/>
              </a:ext>
            </a:extLst>
          </p:cNvPr>
          <p:cNvSpPr txBox="1"/>
          <p:nvPr/>
        </p:nvSpPr>
        <p:spPr>
          <a:xfrm rot="19418762">
            <a:off x="1107669" y="4660596"/>
            <a:ext cx="652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2009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361A5CC-E82D-FB4E-A8F9-3F1F82027298}"/>
              </a:ext>
            </a:extLst>
          </p:cNvPr>
          <p:cNvSpPr txBox="1"/>
          <p:nvPr/>
        </p:nvSpPr>
        <p:spPr>
          <a:xfrm rot="19418762">
            <a:off x="1712430" y="4677611"/>
            <a:ext cx="652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2010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49F4D9B-7C23-F540-89D4-A39230447C1E}"/>
              </a:ext>
            </a:extLst>
          </p:cNvPr>
          <p:cNvSpPr txBox="1"/>
          <p:nvPr/>
        </p:nvSpPr>
        <p:spPr>
          <a:xfrm rot="19418762">
            <a:off x="2326869" y="4660596"/>
            <a:ext cx="652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2011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82CBD5F-BE1C-D042-8C94-18B13D894C97}"/>
              </a:ext>
            </a:extLst>
          </p:cNvPr>
          <p:cNvSpPr txBox="1"/>
          <p:nvPr/>
        </p:nvSpPr>
        <p:spPr>
          <a:xfrm rot="19418762">
            <a:off x="2931626" y="467147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2012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6586489-66B7-4044-BB26-DB6E42AED4B8}"/>
              </a:ext>
            </a:extLst>
          </p:cNvPr>
          <p:cNvSpPr txBox="1"/>
          <p:nvPr/>
        </p:nvSpPr>
        <p:spPr>
          <a:xfrm rot="19418762">
            <a:off x="3541231" y="467147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2013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EFCB030-4509-F141-97D0-D872BD9C07B1}"/>
              </a:ext>
            </a:extLst>
          </p:cNvPr>
          <p:cNvSpPr txBox="1"/>
          <p:nvPr/>
        </p:nvSpPr>
        <p:spPr>
          <a:xfrm rot="19418762">
            <a:off x="4150831" y="4666219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2014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5B1F28C-A83F-8544-A207-F5778B46357F}"/>
              </a:ext>
            </a:extLst>
          </p:cNvPr>
          <p:cNvSpPr txBox="1"/>
          <p:nvPr/>
        </p:nvSpPr>
        <p:spPr>
          <a:xfrm rot="19418762">
            <a:off x="4760431" y="4655341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2015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E840791-27FF-0C46-87E9-FDDD6169962E}"/>
              </a:ext>
            </a:extLst>
          </p:cNvPr>
          <p:cNvSpPr txBox="1"/>
          <p:nvPr/>
        </p:nvSpPr>
        <p:spPr>
          <a:xfrm rot="19418762">
            <a:off x="5370031" y="4666219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2016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E052E48-A9D1-144C-9786-0CF49F38078E}"/>
              </a:ext>
            </a:extLst>
          </p:cNvPr>
          <p:cNvSpPr txBox="1"/>
          <p:nvPr/>
        </p:nvSpPr>
        <p:spPr>
          <a:xfrm rot="19418762">
            <a:off x="5979631" y="4655341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2017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C46A3C0-C62C-074F-896A-8B714179ABB4}"/>
              </a:ext>
            </a:extLst>
          </p:cNvPr>
          <p:cNvSpPr txBox="1"/>
          <p:nvPr/>
        </p:nvSpPr>
        <p:spPr>
          <a:xfrm rot="19418762">
            <a:off x="6589231" y="4655300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2018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851DFDA-EF82-184C-B0BF-99018B75CEB8}"/>
              </a:ext>
            </a:extLst>
          </p:cNvPr>
          <p:cNvSpPr txBox="1"/>
          <p:nvPr/>
        </p:nvSpPr>
        <p:spPr>
          <a:xfrm rot="19418762">
            <a:off x="7198831" y="4655259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2019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345B119-DA47-8245-B1F7-CB7131ADB333}"/>
              </a:ext>
            </a:extLst>
          </p:cNvPr>
          <p:cNvSpPr txBox="1"/>
          <p:nvPr/>
        </p:nvSpPr>
        <p:spPr>
          <a:xfrm rot="19418762">
            <a:off x="7808431" y="465521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2020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9261D48-732E-EC41-A8EC-88B5B2C46F9C}"/>
              </a:ext>
            </a:extLst>
          </p:cNvPr>
          <p:cNvSpPr txBox="1"/>
          <p:nvPr/>
        </p:nvSpPr>
        <p:spPr>
          <a:xfrm rot="19418762">
            <a:off x="8418031" y="466507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2021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214C916-DB1E-5748-805E-6D3811880242}"/>
              </a:ext>
            </a:extLst>
          </p:cNvPr>
          <p:cNvSpPr txBox="1"/>
          <p:nvPr/>
        </p:nvSpPr>
        <p:spPr>
          <a:xfrm rot="19418762">
            <a:off x="9046854" y="465050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2022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CA58386-68A5-A04A-9B41-CBE198A66EE8}"/>
              </a:ext>
            </a:extLst>
          </p:cNvPr>
          <p:cNvSpPr txBox="1"/>
          <p:nvPr/>
        </p:nvSpPr>
        <p:spPr>
          <a:xfrm>
            <a:off x="8810756" y="611704"/>
            <a:ext cx="744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Today</a:t>
            </a:r>
          </a:p>
        </p:txBody>
      </p:sp>
      <p:pic>
        <p:nvPicPr>
          <p:cNvPr id="124" name="Picture 123">
            <a:extLst>
              <a:ext uri="{FF2B5EF4-FFF2-40B4-BE49-F238E27FC236}">
                <a16:creationId xmlns:a16="http://schemas.microsoft.com/office/drawing/2014/main" id="{06279E23-39B7-C245-9D7C-0C2783248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737" y="2748381"/>
            <a:ext cx="432000" cy="432000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B5DF1DF7-9FBC-AF47-94BF-8C00D665A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5796" y="3948391"/>
            <a:ext cx="414960" cy="468000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9FE99265-6D08-7A49-B71B-66928BD5D5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627" y="3192303"/>
            <a:ext cx="372240" cy="396000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BB4AAD68-8E69-DD4C-94CA-499972EF01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014" y="1501549"/>
            <a:ext cx="360000" cy="360000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C7B4C7A3-293E-6F47-9F9C-57CF1DE866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7391" y="3561107"/>
            <a:ext cx="404081" cy="396000"/>
          </a:xfrm>
          <a:prstGeom prst="rect">
            <a:avLst/>
          </a:prstGeom>
        </p:spPr>
      </p:pic>
      <p:sp>
        <p:nvSpPr>
          <p:cNvPr id="93" name="Rectangle 92">
            <a:extLst>
              <a:ext uri="{FF2B5EF4-FFF2-40B4-BE49-F238E27FC236}">
                <a16:creationId xmlns:a16="http://schemas.microsoft.com/office/drawing/2014/main" id="{2879A95A-1C06-6148-8B44-32D2C80F315A}"/>
              </a:ext>
            </a:extLst>
          </p:cNvPr>
          <p:cNvSpPr/>
          <p:nvPr/>
        </p:nvSpPr>
        <p:spPr>
          <a:xfrm>
            <a:off x="1095506" y="1485221"/>
            <a:ext cx="1981196" cy="4010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9505953-22C8-8B49-8CB4-216F136D1582}"/>
              </a:ext>
            </a:extLst>
          </p:cNvPr>
          <p:cNvSpPr/>
          <p:nvPr/>
        </p:nvSpPr>
        <p:spPr>
          <a:xfrm>
            <a:off x="3076702" y="1888791"/>
            <a:ext cx="914377" cy="40092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F25104C0-37DA-8C47-BB02-8EDCE1164800}"/>
              </a:ext>
            </a:extLst>
          </p:cNvPr>
          <p:cNvSpPr/>
          <p:nvPr/>
        </p:nvSpPr>
        <p:spPr>
          <a:xfrm>
            <a:off x="3991078" y="2289711"/>
            <a:ext cx="1371625" cy="42889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8A79627-1A95-744B-9C3D-8530B484C397}"/>
              </a:ext>
            </a:extLst>
          </p:cNvPr>
          <p:cNvSpPr/>
          <p:nvPr/>
        </p:nvSpPr>
        <p:spPr>
          <a:xfrm>
            <a:off x="5362681" y="2718602"/>
            <a:ext cx="2133620" cy="428892"/>
          </a:xfrm>
          <a:prstGeom prst="rect">
            <a:avLst/>
          </a:prstGeom>
          <a:solidFill>
            <a:srgbClr val="F6E5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EDA6E87E-6CE5-E44F-A390-FB9913AF0EA0}"/>
              </a:ext>
            </a:extLst>
          </p:cNvPr>
          <p:cNvSpPr/>
          <p:nvPr/>
        </p:nvSpPr>
        <p:spPr>
          <a:xfrm>
            <a:off x="7500626" y="3550893"/>
            <a:ext cx="1676410" cy="428892"/>
          </a:xfrm>
          <a:prstGeom prst="rect">
            <a:avLst/>
          </a:prstGeom>
          <a:solidFill>
            <a:srgbClr val="BAE7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97C6ED62-949A-AD44-8527-E1D591080114}"/>
              </a:ext>
            </a:extLst>
          </p:cNvPr>
          <p:cNvSpPr/>
          <p:nvPr/>
        </p:nvSpPr>
        <p:spPr>
          <a:xfrm>
            <a:off x="8872246" y="3979784"/>
            <a:ext cx="304790" cy="428892"/>
          </a:xfrm>
          <a:prstGeom prst="rect">
            <a:avLst/>
          </a:prstGeom>
          <a:solidFill>
            <a:srgbClr val="C2D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41435B4-6646-BF4B-8B22-309C0D3B0CA7}"/>
              </a:ext>
            </a:extLst>
          </p:cNvPr>
          <p:cNvSpPr txBox="1"/>
          <p:nvPr/>
        </p:nvSpPr>
        <p:spPr>
          <a:xfrm>
            <a:off x="1064247" y="1501569"/>
            <a:ext cx="1024639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b="1" dirty="0"/>
              <a:t>Bachelor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89B92CF-4E4D-8D4F-BCCC-44ECA6151498}"/>
              </a:ext>
            </a:extLst>
          </p:cNvPr>
          <p:cNvSpPr txBox="1"/>
          <p:nvPr/>
        </p:nvSpPr>
        <p:spPr>
          <a:xfrm>
            <a:off x="3051121" y="1899659"/>
            <a:ext cx="863763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b="1" dirty="0"/>
              <a:t>Master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A63D463-B7A1-D245-A0AB-2C9F30FE89A5}"/>
              </a:ext>
            </a:extLst>
          </p:cNvPr>
          <p:cNvSpPr txBox="1"/>
          <p:nvPr/>
        </p:nvSpPr>
        <p:spPr>
          <a:xfrm>
            <a:off x="3977534" y="2325644"/>
            <a:ext cx="577402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b="1" dirty="0"/>
              <a:t>PhD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2140C844-3DE4-CB4E-A282-A727A03345BD}"/>
              </a:ext>
            </a:extLst>
          </p:cNvPr>
          <p:cNvSpPr txBox="1"/>
          <p:nvPr/>
        </p:nvSpPr>
        <p:spPr>
          <a:xfrm>
            <a:off x="5335841" y="2748381"/>
            <a:ext cx="1107163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b="1" dirty="0"/>
              <a:t>Postdoc 1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C62C9BB3-884A-4647-A96F-EC5D93C77765}"/>
              </a:ext>
            </a:extLst>
          </p:cNvPr>
          <p:cNvSpPr/>
          <p:nvPr/>
        </p:nvSpPr>
        <p:spPr>
          <a:xfrm>
            <a:off x="6277105" y="3148358"/>
            <a:ext cx="152401" cy="4288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6228CC0A-F3B3-D841-86DA-AB42F07CDB5E}"/>
              </a:ext>
            </a:extLst>
          </p:cNvPr>
          <p:cNvSpPr txBox="1"/>
          <p:nvPr/>
        </p:nvSpPr>
        <p:spPr>
          <a:xfrm>
            <a:off x="6244262" y="3186395"/>
            <a:ext cx="1107163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b="1" dirty="0"/>
              <a:t>Postdoc 2</a:t>
            </a:r>
          </a:p>
        </p:txBody>
      </p:sp>
      <p:pic>
        <p:nvPicPr>
          <p:cNvPr id="135" name="Picture 134">
            <a:extLst>
              <a:ext uri="{FF2B5EF4-FFF2-40B4-BE49-F238E27FC236}">
                <a16:creationId xmlns:a16="http://schemas.microsoft.com/office/drawing/2014/main" id="{8FD1FCEC-9178-2C48-A919-CEC22C83D9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8087" y="1898465"/>
            <a:ext cx="360000" cy="360000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F2966406-ACEE-FE47-9D2C-BC6800C671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5400" y="2339378"/>
            <a:ext cx="360000" cy="360000"/>
          </a:xfrm>
          <a:prstGeom prst="rect">
            <a:avLst/>
          </a:prstGeom>
        </p:spPr>
      </p:pic>
      <p:sp>
        <p:nvSpPr>
          <p:cNvPr id="138" name="TextBox 137">
            <a:extLst>
              <a:ext uri="{FF2B5EF4-FFF2-40B4-BE49-F238E27FC236}">
                <a16:creationId xmlns:a16="http://schemas.microsoft.com/office/drawing/2014/main" id="{E02FB1AC-987C-DE4E-A2E1-2AEA00E2E592}"/>
              </a:ext>
            </a:extLst>
          </p:cNvPr>
          <p:cNvSpPr txBox="1"/>
          <p:nvPr/>
        </p:nvSpPr>
        <p:spPr>
          <a:xfrm>
            <a:off x="9591287" y="4624230"/>
            <a:ext cx="1504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Calendar year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14DC4145-25AB-F647-A84C-F877C732DE9D}"/>
              </a:ext>
            </a:extLst>
          </p:cNvPr>
          <p:cNvSpPr txBox="1"/>
          <p:nvPr/>
        </p:nvSpPr>
        <p:spPr>
          <a:xfrm>
            <a:off x="9734110" y="1023051"/>
            <a:ext cx="1249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Age (years)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3442F40-F6DE-B947-8BE7-B44768F9EA22}"/>
              </a:ext>
            </a:extLst>
          </p:cNvPr>
          <p:cNvSpPr txBox="1"/>
          <p:nvPr/>
        </p:nvSpPr>
        <p:spPr>
          <a:xfrm>
            <a:off x="733754" y="104231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17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5B6ACEF8-E1AD-7E42-9A93-21249E270231}"/>
              </a:ext>
            </a:extLst>
          </p:cNvPr>
          <p:cNvSpPr txBox="1"/>
          <p:nvPr/>
        </p:nvSpPr>
        <p:spPr>
          <a:xfrm>
            <a:off x="1348193" y="102305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18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E77E284D-A33A-EB4F-AE1A-37661A7DC6E8}"/>
              </a:ext>
            </a:extLst>
          </p:cNvPr>
          <p:cNvSpPr txBox="1"/>
          <p:nvPr/>
        </p:nvSpPr>
        <p:spPr>
          <a:xfrm>
            <a:off x="1952954" y="104006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19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8C8AE447-B987-4D48-AE16-DC42A3804282}"/>
              </a:ext>
            </a:extLst>
          </p:cNvPr>
          <p:cNvSpPr txBox="1"/>
          <p:nvPr/>
        </p:nvSpPr>
        <p:spPr>
          <a:xfrm>
            <a:off x="2567393" y="102305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20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15B066A6-CF08-1145-A5BF-06EEC9580316}"/>
              </a:ext>
            </a:extLst>
          </p:cNvPr>
          <p:cNvSpPr txBox="1"/>
          <p:nvPr/>
        </p:nvSpPr>
        <p:spPr>
          <a:xfrm>
            <a:off x="3172149" y="103392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21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44414400-FBD6-A445-A7F6-659FCBD42C62}"/>
              </a:ext>
            </a:extLst>
          </p:cNvPr>
          <p:cNvSpPr txBox="1"/>
          <p:nvPr/>
        </p:nvSpPr>
        <p:spPr>
          <a:xfrm>
            <a:off x="3781754" y="103392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22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50DFE86A-1AD8-9941-B3AA-E51AA941F207}"/>
              </a:ext>
            </a:extLst>
          </p:cNvPr>
          <p:cNvSpPr txBox="1"/>
          <p:nvPr/>
        </p:nvSpPr>
        <p:spPr>
          <a:xfrm>
            <a:off x="4391354" y="102867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23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0A612D13-E8C0-6E43-B1AC-E1B38A3A7F25}"/>
              </a:ext>
            </a:extLst>
          </p:cNvPr>
          <p:cNvSpPr txBox="1"/>
          <p:nvPr/>
        </p:nvSpPr>
        <p:spPr>
          <a:xfrm>
            <a:off x="5000954" y="101779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24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0D3905F1-1276-014A-BA0F-5CFC4F06D53E}"/>
              </a:ext>
            </a:extLst>
          </p:cNvPr>
          <p:cNvSpPr txBox="1"/>
          <p:nvPr/>
        </p:nvSpPr>
        <p:spPr>
          <a:xfrm>
            <a:off x="5610554" y="102867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25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6EAE32AC-44C2-0A44-A018-289ED0F194C5}"/>
              </a:ext>
            </a:extLst>
          </p:cNvPr>
          <p:cNvSpPr txBox="1"/>
          <p:nvPr/>
        </p:nvSpPr>
        <p:spPr>
          <a:xfrm>
            <a:off x="6220154" y="101779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26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BC39D819-8C57-5E49-BB68-3C8A98C60780}"/>
              </a:ext>
            </a:extLst>
          </p:cNvPr>
          <p:cNvSpPr txBox="1"/>
          <p:nvPr/>
        </p:nvSpPr>
        <p:spPr>
          <a:xfrm>
            <a:off x="6829754" y="101775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27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7F16E337-2EC3-6F44-B0D0-FA65833A582F}"/>
              </a:ext>
            </a:extLst>
          </p:cNvPr>
          <p:cNvSpPr txBox="1"/>
          <p:nvPr/>
        </p:nvSpPr>
        <p:spPr>
          <a:xfrm>
            <a:off x="7439354" y="10177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28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2ACD402E-70F3-A846-ABDE-50894FCF0945}"/>
              </a:ext>
            </a:extLst>
          </p:cNvPr>
          <p:cNvSpPr txBox="1"/>
          <p:nvPr/>
        </p:nvSpPr>
        <p:spPr>
          <a:xfrm>
            <a:off x="8048954" y="101767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29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90FE4EDB-C379-7F46-BF2A-72A2B242588C}"/>
              </a:ext>
            </a:extLst>
          </p:cNvPr>
          <p:cNvSpPr txBox="1"/>
          <p:nvPr/>
        </p:nvSpPr>
        <p:spPr>
          <a:xfrm>
            <a:off x="8658554" y="102753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30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2E63D66D-C586-C64C-9D53-1741CC10107B}"/>
              </a:ext>
            </a:extLst>
          </p:cNvPr>
          <p:cNvSpPr txBox="1"/>
          <p:nvPr/>
        </p:nvSpPr>
        <p:spPr>
          <a:xfrm>
            <a:off x="9287377" y="10129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31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44C01DE2-A672-DC4E-8B87-AEF3C6E72E51}"/>
              </a:ext>
            </a:extLst>
          </p:cNvPr>
          <p:cNvCxnSpPr>
            <a:cxnSpLocks/>
            <a:stCxn id="116" idx="2"/>
          </p:cNvCxnSpPr>
          <p:nvPr/>
        </p:nvCxnSpPr>
        <p:spPr>
          <a:xfrm flipH="1">
            <a:off x="9182429" y="981036"/>
            <a:ext cx="352" cy="3653952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78CC338-FF3C-1E4A-BEBF-1EA3D49B6658}"/>
              </a:ext>
            </a:extLst>
          </p:cNvPr>
          <p:cNvSpPr txBox="1"/>
          <p:nvPr/>
        </p:nvSpPr>
        <p:spPr>
          <a:xfrm>
            <a:off x="9158075" y="3575153"/>
            <a:ext cx="2434897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b="1" dirty="0"/>
              <a:t>Senior Bioinformatician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F918AB5-1062-9E49-B7CD-29F93B49C967}"/>
              </a:ext>
            </a:extLst>
          </p:cNvPr>
          <p:cNvSpPr txBox="1"/>
          <p:nvPr/>
        </p:nvSpPr>
        <p:spPr>
          <a:xfrm>
            <a:off x="9171544" y="4016654"/>
            <a:ext cx="2243243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b="1" dirty="0"/>
              <a:t>Scientific Coordinator</a:t>
            </a:r>
          </a:p>
        </p:txBody>
      </p:sp>
    </p:spTree>
    <p:extLst>
      <p:ext uri="{BB962C8B-B14F-4D97-AF65-F5344CB8AC3E}">
        <p14:creationId xmlns:p14="http://schemas.microsoft.com/office/powerpoint/2010/main" val="529545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1639</TotalTime>
  <Words>48</Words>
  <Application>Microsoft Macintosh PowerPoint</Application>
  <PresentationFormat>Widescreen</PresentationFormat>
  <Paragraphs>40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Paulo Czarnewski</dc:creator>
  <cp:lastModifiedBy>Paulo Czarnewski</cp:lastModifiedBy>
  <cp:revision>1</cp:revision>
  <dcterms:created xsi:type="dcterms:W3CDTF">2021-09-01T09:15:50Z</dcterms:created>
  <dcterms:modified xsi:type="dcterms:W3CDTF">2021-09-02T12:34:54Z</dcterms:modified>
</cp:coreProperties>
</file>