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42"/>
    <p:restoredTop sz="96405"/>
  </p:normalViewPr>
  <p:slideViewPr>
    <p:cSldViewPr snapToGrid="0" snapToObjects="1">
      <p:cViewPr>
        <p:scale>
          <a:sx n="40" d="100"/>
          <a:sy n="40" d="100"/>
        </p:scale>
        <p:origin x="5200" y="2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9/5/21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-4444163" y="23384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-1708691" y="6417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-1497278" y="5374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-1348033" y="2400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1475689" y="-1916368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1273231" y="-1156548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2513544" y="-1167964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2628639" y="-1251185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-2787332" y="9062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2" name="TextBox 1561">
            <a:extLst>
              <a:ext uri="{FF2B5EF4-FFF2-40B4-BE49-F238E27FC236}">
                <a16:creationId xmlns:a16="http://schemas.microsoft.com/office/drawing/2014/main" id="{74D57B65-F95E-6040-AFEB-269F3887C32E}"/>
              </a:ext>
            </a:extLst>
          </p:cNvPr>
          <p:cNvSpPr txBox="1"/>
          <p:nvPr/>
        </p:nvSpPr>
        <p:spPr>
          <a:xfrm rot="10800000">
            <a:off x="5366162" y="3147204"/>
            <a:ext cx="5293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*</a:t>
            </a:r>
          </a:p>
        </p:txBody>
      </p: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-2080529" y="399102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395435" y="1408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430694" y="2019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-273606" y="8214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233072" y="11354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766158" y="1908289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-1528224" y="353258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-568873" y="346096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-3273169" y="362587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-4404062" y="343477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-3967670" y="438141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-3736859" y="415259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-4224444" y="461023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-4742603" y="393537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-4224444" y="461411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-3919876" y="340960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-1982105" y="338604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-4785173" y="337988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-600812" y="337988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-3389996" y="338174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-310035" y="397937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309624" y="1743475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618183" y="-785104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479865" y="1975614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718300" y="2141022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498080" y="2101613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-3192167" y="886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-3093989" y="1630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-1642393" y="845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-65538" y="9711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34868" y="6908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-848031" y="6665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-776658" y="4905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-2608416" y="8456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-2982952" y="2412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-2306187" y="2446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-1533527" y="8957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-2306259" y="5333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-2665086" y="3344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-2968456" y="5523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-1626518" y="8899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-187118" y="904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1286081" y="845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1502091" y="2856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1974474" y="6132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-1558016" y="376093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-1851232" y="383487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-1913650" y="429932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-1510336" y="429932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-1116548" y="429932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-1843611" y="411064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-1440296" y="411064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-1046510" y="410767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-1748830" y="350074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-4575327" y="3111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-4840566" y="840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-3175358" y="16378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-3102014" y="17915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-1612692" y="16150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-1549536" y="16900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-655323" y="17415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-658548" y="21216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-1163740" y="17085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-1581235" y="21602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-1356136" y="22495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-3196790" y="11072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1350709" y="-2050648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2600269" y="-1922538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1827775" y="-1701381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1360979" y="-1194355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1828979" y="-1028294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-690162" y="8706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-1021772" y="9284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-827369" y="9134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-1160871" y="7156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-932856" y="1574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-587368" y="1574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-2155644" y="10957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-2045511" y="10957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-5010346" y="23782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-4803922" y="22215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-4654677" y="19241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-4922022" y="18477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-4127660" y="24296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-4056287" y="22536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-4813156" y="26589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-4906147" y="26530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-3969791" y="26338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-4301401" y="26915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-4106998" y="26766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-4212485" y="19205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-3866997" y="19205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3" name="TextBox 1562">
            <a:extLst>
              <a:ext uri="{FF2B5EF4-FFF2-40B4-BE49-F238E27FC236}">
                <a16:creationId xmlns:a16="http://schemas.microsoft.com/office/drawing/2014/main" id="{A069BCA3-B664-7B49-AA1C-FAC0359A2C89}"/>
              </a:ext>
            </a:extLst>
          </p:cNvPr>
          <p:cNvSpPr txBox="1"/>
          <p:nvPr/>
        </p:nvSpPr>
        <p:spPr>
          <a:xfrm rot="11313908">
            <a:off x="6028966" y="3202737"/>
            <a:ext cx="5293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*</a:t>
            </a:r>
          </a:p>
        </p:txBody>
      </p:sp>
      <p:grpSp>
        <p:nvGrpSpPr>
          <p:cNvPr id="1582" name="Group 1581">
            <a:extLst>
              <a:ext uri="{FF2B5EF4-FFF2-40B4-BE49-F238E27FC236}">
                <a16:creationId xmlns:a16="http://schemas.microsoft.com/office/drawing/2014/main" id="{DC037022-698E-FF4D-B863-967F4444D262}"/>
              </a:ext>
            </a:extLst>
          </p:cNvPr>
          <p:cNvGrpSpPr/>
          <p:nvPr/>
        </p:nvGrpSpPr>
        <p:grpSpPr>
          <a:xfrm>
            <a:off x="5932129" y="4220620"/>
            <a:ext cx="129452" cy="344990"/>
            <a:chOff x="5933135" y="4274718"/>
            <a:chExt cx="129452" cy="344990"/>
          </a:xfrm>
        </p:grpSpPr>
        <p:sp>
          <p:nvSpPr>
            <p:cNvPr id="1567" name="Terminator 1566">
              <a:extLst>
                <a:ext uri="{FF2B5EF4-FFF2-40B4-BE49-F238E27FC236}">
                  <a16:creationId xmlns:a16="http://schemas.microsoft.com/office/drawing/2014/main" id="{CC5E7AB4-4DD6-FD49-924A-3CFE200FD59D}"/>
                </a:ext>
              </a:extLst>
            </p:cNvPr>
            <p:cNvSpPr/>
            <p:nvPr/>
          </p:nvSpPr>
          <p:spPr>
            <a:xfrm rot="4875516">
              <a:off x="5848840" y="4359013"/>
              <a:ext cx="251628" cy="83037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8" name="Terminator 1567">
              <a:extLst>
                <a:ext uri="{FF2B5EF4-FFF2-40B4-BE49-F238E27FC236}">
                  <a16:creationId xmlns:a16="http://schemas.microsoft.com/office/drawing/2014/main" id="{FE9AA968-1835-DD45-B30F-CFFC45C98451}"/>
                </a:ext>
              </a:extLst>
            </p:cNvPr>
            <p:cNvSpPr/>
            <p:nvPr/>
          </p:nvSpPr>
          <p:spPr>
            <a:xfrm rot="3103791">
              <a:off x="5933978" y="4491099"/>
              <a:ext cx="179267" cy="77951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81" name="Group 1580">
            <a:extLst>
              <a:ext uri="{FF2B5EF4-FFF2-40B4-BE49-F238E27FC236}">
                <a16:creationId xmlns:a16="http://schemas.microsoft.com/office/drawing/2014/main" id="{F2468C27-5B57-0F41-BCF6-F2EDDE56A451}"/>
              </a:ext>
            </a:extLst>
          </p:cNvPr>
          <p:cNvGrpSpPr/>
          <p:nvPr/>
        </p:nvGrpSpPr>
        <p:grpSpPr>
          <a:xfrm rot="8472695" flipH="1">
            <a:off x="5799128" y="4236954"/>
            <a:ext cx="157948" cy="360388"/>
            <a:chOff x="5790339" y="4274122"/>
            <a:chExt cx="157948" cy="360388"/>
          </a:xfrm>
        </p:grpSpPr>
        <p:sp>
          <p:nvSpPr>
            <p:cNvPr id="1579" name="Terminator 1578">
              <a:extLst>
                <a:ext uri="{FF2B5EF4-FFF2-40B4-BE49-F238E27FC236}">
                  <a16:creationId xmlns:a16="http://schemas.microsoft.com/office/drawing/2014/main" id="{A58EFCDB-29E0-2945-9ADB-8E7DA99848E3}"/>
                </a:ext>
              </a:extLst>
            </p:cNvPr>
            <p:cNvSpPr/>
            <p:nvPr/>
          </p:nvSpPr>
          <p:spPr>
            <a:xfrm rot="4042695">
              <a:off x="5706044" y="4358417"/>
              <a:ext cx="251628" cy="83037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0" name="Terminator 1579">
              <a:extLst>
                <a:ext uri="{FF2B5EF4-FFF2-40B4-BE49-F238E27FC236}">
                  <a16:creationId xmlns:a16="http://schemas.microsoft.com/office/drawing/2014/main" id="{791E5831-ABE8-B041-948F-6ED5D4856221}"/>
                </a:ext>
              </a:extLst>
            </p:cNvPr>
            <p:cNvSpPr/>
            <p:nvPr/>
          </p:nvSpPr>
          <p:spPr>
            <a:xfrm rot="3103791">
              <a:off x="5819678" y="4505901"/>
              <a:ext cx="179267" cy="77951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2" name="Rectangle 841">
            <a:extLst>
              <a:ext uri="{FF2B5EF4-FFF2-40B4-BE49-F238E27FC236}">
                <a16:creationId xmlns:a16="http://schemas.microsoft.com/office/drawing/2014/main" id="{5BDA479D-997D-4F44-8352-059C95997A15}"/>
              </a:ext>
            </a:extLst>
          </p:cNvPr>
          <p:cNvSpPr/>
          <p:nvPr/>
        </p:nvSpPr>
        <p:spPr>
          <a:xfrm>
            <a:off x="3214026" y="5264972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81547D6-9030-C640-BCBC-A293A4662941}"/>
              </a:ext>
            </a:extLst>
          </p:cNvPr>
          <p:cNvGrpSpPr/>
          <p:nvPr/>
        </p:nvGrpSpPr>
        <p:grpSpPr>
          <a:xfrm>
            <a:off x="3363178" y="5491542"/>
            <a:ext cx="1053092" cy="918261"/>
            <a:chOff x="3231326" y="5405114"/>
            <a:chExt cx="1268105" cy="1105745"/>
          </a:xfrm>
        </p:grpSpPr>
        <p:sp>
          <p:nvSpPr>
            <p:cNvPr id="823" name="Rectangle 822">
              <a:extLst>
                <a:ext uri="{FF2B5EF4-FFF2-40B4-BE49-F238E27FC236}">
                  <a16:creationId xmlns:a16="http://schemas.microsoft.com/office/drawing/2014/main" id="{56A27522-E6E7-6A44-B174-7FFA3EA3CC2B}"/>
                </a:ext>
              </a:extLst>
            </p:cNvPr>
            <p:cNvSpPr/>
            <p:nvPr/>
          </p:nvSpPr>
          <p:spPr>
            <a:xfrm>
              <a:off x="3703881" y="5447509"/>
              <a:ext cx="756664" cy="756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18C8030-3FA2-AA48-B8D3-E4A9FD8574D5}"/>
                </a:ext>
              </a:extLst>
            </p:cNvPr>
            <p:cNvCxnSpPr/>
            <p:nvPr/>
          </p:nvCxnSpPr>
          <p:spPr>
            <a:xfrm flipV="1">
              <a:off x="3248230" y="5440836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4" name="Straight Connector 823">
              <a:extLst>
                <a:ext uri="{FF2B5EF4-FFF2-40B4-BE49-F238E27FC236}">
                  <a16:creationId xmlns:a16="http://schemas.microsoft.com/office/drawing/2014/main" id="{ACF4A132-C921-7744-8D3E-D7F1F699F4CD}"/>
                </a:ext>
              </a:extLst>
            </p:cNvPr>
            <p:cNvCxnSpPr/>
            <p:nvPr/>
          </p:nvCxnSpPr>
          <p:spPr>
            <a:xfrm flipV="1">
              <a:off x="3267128" y="6192284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ABC255B5-DA7F-E544-BDFB-963033038C29}"/>
                </a:ext>
              </a:extLst>
            </p:cNvPr>
            <p:cNvCxnSpPr/>
            <p:nvPr/>
          </p:nvCxnSpPr>
          <p:spPr>
            <a:xfrm flipV="1">
              <a:off x="4008820" y="5454885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Straight Connector 825">
              <a:extLst>
                <a:ext uri="{FF2B5EF4-FFF2-40B4-BE49-F238E27FC236}">
                  <a16:creationId xmlns:a16="http://schemas.microsoft.com/office/drawing/2014/main" id="{5418728C-FDD3-F241-9967-1A372FA08110}"/>
                </a:ext>
              </a:extLst>
            </p:cNvPr>
            <p:cNvCxnSpPr/>
            <p:nvPr/>
          </p:nvCxnSpPr>
          <p:spPr>
            <a:xfrm flipV="1">
              <a:off x="4021521" y="6212304"/>
              <a:ext cx="448977" cy="265329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6" name="Oval 875">
              <a:extLst>
                <a:ext uri="{FF2B5EF4-FFF2-40B4-BE49-F238E27FC236}">
                  <a16:creationId xmlns:a16="http://schemas.microsoft.com/office/drawing/2014/main" id="{50114436-5747-354E-B6FA-A6BF002D651E}"/>
                </a:ext>
              </a:extLst>
            </p:cNvPr>
            <p:cNvSpPr/>
            <p:nvPr/>
          </p:nvSpPr>
          <p:spPr>
            <a:xfrm>
              <a:off x="3235830" y="6437025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7" name="Oval 876">
              <a:extLst>
                <a:ext uri="{FF2B5EF4-FFF2-40B4-BE49-F238E27FC236}">
                  <a16:creationId xmlns:a16="http://schemas.microsoft.com/office/drawing/2014/main" id="{03C61C4F-9BC8-1146-B5C7-EF25C5802F55}"/>
                </a:ext>
              </a:extLst>
            </p:cNvPr>
            <p:cNvSpPr/>
            <p:nvPr/>
          </p:nvSpPr>
          <p:spPr>
            <a:xfrm>
              <a:off x="4425597" y="6159704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335C5260-F9FD-1947-93B8-04E682CC7C1A}"/>
                </a:ext>
              </a:extLst>
            </p:cNvPr>
            <p:cNvSpPr/>
            <p:nvPr/>
          </p:nvSpPr>
          <p:spPr>
            <a:xfrm>
              <a:off x="3231326" y="5668053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9" name="Oval 878">
              <a:extLst>
                <a:ext uri="{FF2B5EF4-FFF2-40B4-BE49-F238E27FC236}">
                  <a16:creationId xmlns:a16="http://schemas.microsoft.com/office/drawing/2014/main" id="{62AFD66B-14DA-6146-8469-B33BA6C025BD}"/>
                </a:ext>
              </a:extLst>
            </p:cNvPr>
            <p:cNvSpPr/>
            <p:nvPr/>
          </p:nvSpPr>
          <p:spPr>
            <a:xfrm>
              <a:off x="3989975" y="5677279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0" name="Oval 879">
              <a:extLst>
                <a:ext uri="{FF2B5EF4-FFF2-40B4-BE49-F238E27FC236}">
                  <a16:creationId xmlns:a16="http://schemas.microsoft.com/office/drawing/2014/main" id="{42C04BE5-70ED-A144-9AE3-C3E8430757B5}"/>
                </a:ext>
              </a:extLst>
            </p:cNvPr>
            <p:cNvSpPr/>
            <p:nvPr/>
          </p:nvSpPr>
          <p:spPr>
            <a:xfrm>
              <a:off x="3664845" y="5405114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1" name="Oval 880">
              <a:extLst>
                <a:ext uri="{FF2B5EF4-FFF2-40B4-BE49-F238E27FC236}">
                  <a16:creationId xmlns:a16="http://schemas.microsoft.com/office/drawing/2014/main" id="{936D138A-19BA-F147-8881-907D59F0FC1A}"/>
                </a:ext>
              </a:extLst>
            </p:cNvPr>
            <p:cNvSpPr/>
            <p:nvPr/>
          </p:nvSpPr>
          <p:spPr>
            <a:xfrm>
              <a:off x="4423045" y="5409838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2" name="Oval 881">
              <a:extLst>
                <a:ext uri="{FF2B5EF4-FFF2-40B4-BE49-F238E27FC236}">
                  <a16:creationId xmlns:a16="http://schemas.microsoft.com/office/drawing/2014/main" id="{541EE575-5C73-7448-A3BB-4FBAE08284D5}"/>
                </a:ext>
              </a:extLst>
            </p:cNvPr>
            <p:cNvSpPr/>
            <p:nvPr/>
          </p:nvSpPr>
          <p:spPr>
            <a:xfrm>
              <a:off x="3995269" y="6429322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987F2F5-1BB3-754E-9DF0-2CCE274AECF6}"/>
                </a:ext>
              </a:extLst>
            </p:cNvPr>
            <p:cNvGrpSpPr/>
            <p:nvPr/>
          </p:nvGrpSpPr>
          <p:grpSpPr>
            <a:xfrm>
              <a:off x="3715532" y="6089370"/>
              <a:ext cx="356795" cy="318172"/>
              <a:chOff x="3606109" y="5951470"/>
              <a:chExt cx="515677" cy="459855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9C6E816B-BD93-444C-B749-83F0A66DF8DD}"/>
                  </a:ext>
                </a:extLst>
              </p:cNvPr>
              <p:cNvGrpSpPr/>
              <p:nvPr/>
            </p:nvGrpSpPr>
            <p:grpSpPr>
              <a:xfrm>
                <a:off x="3649409" y="5990952"/>
                <a:ext cx="436338" cy="384337"/>
                <a:chOff x="4905708" y="5806796"/>
                <a:chExt cx="555491" cy="494967"/>
              </a:xfrm>
            </p:grpSpPr>
            <p:sp>
              <p:nvSpPr>
                <p:cNvPr id="827" name="Rectangle 826">
                  <a:extLst>
                    <a:ext uri="{FF2B5EF4-FFF2-40B4-BE49-F238E27FC236}">
                      <a16:creationId xmlns:a16="http://schemas.microsoft.com/office/drawing/2014/main" id="{2E2E107F-BFE9-2D43-AABE-927D560FDBDF}"/>
                    </a:ext>
                  </a:extLst>
                </p:cNvPr>
                <p:cNvSpPr/>
                <p:nvPr/>
              </p:nvSpPr>
              <p:spPr>
                <a:xfrm>
                  <a:off x="4905708" y="5941763"/>
                  <a:ext cx="360000" cy="360000"/>
                </a:xfrm>
                <a:prstGeom prst="rect">
                  <a:avLst/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8" name="Parallelogram 827">
                  <a:extLst>
                    <a:ext uri="{FF2B5EF4-FFF2-40B4-BE49-F238E27FC236}">
                      <a16:creationId xmlns:a16="http://schemas.microsoft.com/office/drawing/2014/main" id="{12756341-0EFE-F04E-83E3-A80AE762C02E}"/>
                    </a:ext>
                  </a:extLst>
                </p:cNvPr>
                <p:cNvSpPr/>
                <p:nvPr/>
              </p:nvSpPr>
              <p:spPr>
                <a:xfrm rot="5400000" flipH="1">
                  <a:off x="5116207" y="5956768"/>
                  <a:ext cx="494962" cy="195023"/>
                </a:xfrm>
                <a:prstGeom prst="parallelogram">
                  <a:avLst>
                    <a:gd name="adj" fmla="val 71558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9" name="Parallelogram 828">
                  <a:extLst>
                    <a:ext uri="{FF2B5EF4-FFF2-40B4-BE49-F238E27FC236}">
                      <a16:creationId xmlns:a16="http://schemas.microsoft.com/office/drawing/2014/main" id="{FAE80D91-94CD-DB45-9DE2-92143A8C5F14}"/>
                    </a:ext>
                  </a:extLst>
                </p:cNvPr>
                <p:cNvSpPr/>
                <p:nvPr/>
              </p:nvSpPr>
              <p:spPr>
                <a:xfrm>
                  <a:off x="4908160" y="5806796"/>
                  <a:ext cx="553039" cy="130197"/>
                </a:xfrm>
                <a:prstGeom prst="parallelogram">
                  <a:avLst>
                    <a:gd name="adj" fmla="val 137322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69" name="Oval 868">
                <a:extLst>
                  <a:ext uri="{FF2B5EF4-FFF2-40B4-BE49-F238E27FC236}">
                    <a16:creationId xmlns:a16="http://schemas.microsoft.com/office/drawing/2014/main" id="{19702050-FC62-3F41-881D-15BAF68DA0E6}"/>
                  </a:ext>
                </a:extLst>
              </p:cNvPr>
              <p:cNvSpPr/>
              <p:nvPr/>
            </p:nvSpPr>
            <p:spPr>
              <a:xfrm>
                <a:off x="3607549" y="6337491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0" name="Oval 869">
                <a:extLst>
                  <a:ext uri="{FF2B5EF4-FFF2-40B4-BE49-F238E27FC236}">
                    <a16:creationId xmlns:a16="http://schemas.microsoft.com/office/drawing/2014/main" id="{5EFA8C0B-39D5-DB4F-9940-536F7D37464B}"/>
                  </a:ext>
                </a:extLst>
              </p:cNvPr>
              <p:cNvSpPr/>
              <p:nvPr/>
            </p:nvSpPr>
            <p:spPr>
              <a:xfrm>
                <a:off x="3895675" y="633334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1" name="Oval 870">
                <a:extLst>
                  <a:ext uri="{FF2B5EF4-FFF2-40B4-BE49-F238E27FC236}">
                    <a16:creationId xmlns:a16="http://schemas.microsoft.com/office/drawing/2014/main" id="{3BE41C35-EF88-3947-8210-C2F46837157E}"/>
                  </a:ext>
                </a:extLst>
              </p:cNvPr>
              <p:cNvSpPr/>
              <p:nvPr/>
            </p:nvSpPr>
            <p:spPr>
              <a:xfrm>
                <a:off x="3606109" y="6054643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2" name="Oval 871">
                <a:extLst>
                  <a:ext uri="{FF2B5EF4-FFF2-40B4-BE49-F238E27FC236}">
                    <a16:creationId xmlns:a16="http://schemas.microsoft.com/office/drawing/2014/main" id="{933E659F-AE09-CD4E-8092-C331C2C10B79}"/>
                  </a:ext>
                </a:extLst>
              </p:cNvPr>
              <p:cNvSpPr/>
              <p:nvPr/>
            </p:nvSpPr>
            <p:spPr>
              <a:xfrm>
                <a:off x="3890204" y="6060391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3" name="Oval 872">
                <a:extLst>
                  <a:ext uri="{FF2B5EF4-FFF2-40B4-BE49-F238E27FC236}">
                    <a16:creationId xmlns:a16="http://schemas.microsoft.com/office/drawing/2014/main" id="{F59F647B-5116-AF4C-83DC-E85809021B23}"/>
                  </a:ext>
                </a:extLst>
              </p:cNvPr>
              <p:cNvSpPr/>
              <p:nvPr/>
            </p:nvSpPr>
            <p:spPr>
              <a:xfrm>
                <a:off x="3768424" y="5951470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4" name="Oval 873">
                <a:extLst>
                  <a:ext uri="{FF2B5EF4-FFF2-40B4-BE49-F238E27FC236}">
                    <a16:creationId xmlns:a16="http://schemas.microsoft.com/office/drawing/2014/main" id="{6C49D980-2C9A-0D4E-AD42-78EDE6854DFD}"/>
                  </a:ext>
                </a:extLst>
              </p:cNvPr>
              <p:cNvSpPr/>
              <p:nvPr/>
            </p:nvSpPr>
            <p:spPr>
              <a:xfrm>
                <a:off x="4046308" y="5957179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5" name="Oval 874">
                <a:extLst>
                  <a:ext uri="{FF2B5EF4-FFF2-40B4-BE49-F238E27FC236}">
                    <a16:creationId xmlns:a16="http://schemas.microsoft.com/office/drawing/2014/main" id="{12757801-408B-3648-98BE-0BAD3B23CC6F}"/>
                  </a:ext>
                </a:extLst>
              </p:cNvPr>
              <p:cNvSpPr/>
              <p:nvPr/>
            </p:nvSpPr>
            <p:spPr>
              <a:xfrm>
                <a:off x="4047952" y="6221828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2" name="Rectangle 731">
              <a:extLst>
                <a:ext uri="{FF2B5EF4-FFF2-40B4-BE49-F238E27FC236}">
                  <a16:creationId xmlns:a16="http://schemas.microsoft.com/office/drawing/2014/main" id="{81CAD24D-3B0E-6947-BB8B-0A8F7D5B02DA}"/>
                </a:ext>
              </a:extLst>
            </p:cNvPr>
            <p:cNvSpPr/>
            <p:nvPr/>
          </p:nvSpPr>
          <p:spPr>
            <a:xfrm>
              <a:off x="3268063" y="5712838"/>
              <a:ext cx="756664" cy="756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2" name="Oval 911">
              <a:extLst>
                <a:ext uri="{FF2B5EF4-FFF2-40B4-BE49-F238E27FC236}">
                  <a16:creationId xmlns:a16="http://schemas.microsoft.com/office/drawing/2014/main" id="{A8990CD6-9C3A-7841-A7A8-A7EA5A780EFC}"/>
                </a:ext>
              </a:extLst>
            </p:cNvPr>
            <p:cNvSpPr/>
            <p:nvPr/>
          </p:nvSpPr>
          <p:spPr>
            <a:xfrm>
              <a:off x="3667059" y="6166893"/>
              <a:ext cx="73834" cy="7383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03689957-941E-3846-892A-85C1B1F9B056}"/>
              </a:ext>
            </a:extLst>
          </p:cNvPr>
          <p:cNvSpPr/>
          <p:nvPr/>
        </p:nvSpPr>
        <p:spPr>
          <a:xfrm>
            <a:off x="4682918" y="5264972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3BFC27C9-B320-154E-8BF0-A04E144CFED7}"/>
              </a:ext>
            </a:extLst>
          </p:cNvPr>
          <p:cNvGrpSpPr/>
          <p:nvPr/>
        </p:nvGrpSpPr>
        <p:grpSpPr>
          <a:xfrm>
            <a:off x="4887002" y="5435220"/>
            <a:ext cx="862411" cy="1037543"/>
            <a:chOff x="6492391" y="4420611"/>
            <a:chExt cx="1211185" cy="1457140"/>
          </a:xfrm>
        </p:grpSpPr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41FCBCFF-98FA-A14B-B21C-D8C065D08457}"/>
                </a:ext>
              </a:extLst>
            </p:cNvPr>
            <p:cNvSpPr/>
            <p:nvPr/>
          </p:nvSpPr>
          <p:spPr>
            <a:xfrm>
              <a:off x="6492391" y="4670567"/>
              <a:ext cx="94209" cy="94209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Oval 1032">
              <a:extLst>
                <a:ext uri="{FF2B5EF4-FFF2-40B4-BE49-F238E27FC236}">
                  <a16:creationId xmlns:a16="http://schemas.microsoft.com/office/drawing/2014/main" id="{68809CDC-4946-B940-A5C4-876082A038F4}"/>
                </a:ext>
              </a:extLst>
            </p:cNvPr>
            <p:cNvSpPr/>
            <p:nvPr/>
          </p:nvSpPr>
          <p:spPr>
            <a:xfrm>
              <a:off x="6705250" y="4570063"/>
              <a:ext cx="71226" cy="7122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Oval 1033">
              <a:extLst>
                <a:ext uri="{FF2B5EF4-FFF2-40B4-BE49-F238E27FC236}">
                  <a16:creationId xmlns:a16="http://schemas.microsoft.com/office/drawing/2014/main" id="{FF12D3EA-C28F-7840-9C21-E69EED52A5FF}"/>
                </a:ext>
              </a:extLst>
            </p:cNvPr>
            <p:cNvSpPr/>
            <p:nvPr/>
          </p:nvSpPr>
          <p:spPr>
            <a:xfrm>
              <a:off x="6705603" y="4711710"/>
              <a:ext cx="92667" cy="92667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E4B1B553-E24F-E040-BAB5-FC7904CBEF28}"/>
                </a:ext>
              </a:extLst>
            </p:cNvPr>
            <p:cNvSpPr/>
            <p:nvPr/>
          </p:nvSpPr>
          <p:spPr>
            <a:xfrm>
              <a:off x="7319248" y="4752740"/>
              <a:ext cx="120885" cy="12088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Oval 1035">
              <a:extLst>
                <a:ext uri="{FF2B5EF4-FFF2-40B4-BE49-F238E27FC236}">
                  <a16:creationId xmlns:a16="http://schemas.microsoft.com/office/drawing/2014/main" id="{C1D143DD-153F-C843-BBD1-CAC28B0A92C1}"/>
                </a:ext>
              </a:extLst>
            </p:cNvPr>
            <p:cNvSpPr/>
            <p:nvPr/>
          </p:nvSpPr>
          <p:spPr>
            <a:xfrm>
              <a:off x="7182905" y="4522904"/>
              <a:ext cx="96471" cy="9647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8" name="Oval 1037">
              <a:extLst>
                <a:ext uri="{FF2B5EF4-FFF2-40B4-BE49-F238E27FC236}">
                  <a16:creationId xmlns:a16="http://schemas.microsoft.com/office/drawing/2014/main" id="{03840D0C-6964-474D-8925-D05322B600B5}"/>
                </a:ext>
              </a:extLst>
            </p:cNvPr>
            <p:cNvSpPr/>
            <p:nvPr/>
          </p:nvSpPr>
          <p:spPr>
            <a:xfrm>
              <a:off x="6588396" y="4830638"/>
              <a:ext cx="130608" cy="13060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1" name="Oval 1040">
              <a:extLst>
                <a:ext uri="{FF2B5EF4-FFF2-40B4-BE49-F238E27FC236}">
                  <a16:creationId xmlns:a16="http://schemas.microsoft.com/office/drawing/2014/main" id="{DA59825B-A9BD-7240-91D8-07167B74C6AB}"/>
                </a:ext>
              </a:extLst>
            </p:cNvPr>
            <p:cNvSpPr/>
            <p:nvPr/>
          </p:nvSpPr>
          <p:spPr>
            <a:xfrm>
              <a:off x="7299911" y="4908281"/>
              <a:ext cx="187594" cy="187594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2" name="Oval 1041">
              <a:extLst>
                <a:ext uri="{FF2B5EF4-FFF2-40B4-BE49-F238E27FC236}">
                  <a16:creationId xmlns:a16="http://schemas.microsoft.com/office/drawing/2014/main" id="{9DEBC56A-0F6D-934C-B98F-1FB48AE31582}"/>
                </a:ext>
              </a:extLst>
            </p:cNvPr>
            <p:cNvSpPr/>
            <p:nvPr/>
          </p:nvSpPr>
          <p:spPr>
            <a:xfrm>
              <a:off x="7580824" y="4832491"/>
              <a:ext cx="110761" cy="110761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3" name="Straight Connector 1042">
              <a:extLst>
                <a:ext uri="{FF2B5EF4-FFF2-40B4-BE49-F238E27FC236}">
                  <a16:creationId xmlns:a16="http://schemas.microsoft.com/office/drawing/2014/main" id="{83E62BD2-9047-E246-9712-5185E79F821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0591" y="4573149"/>
              <a:ext cx="141759" cy="21475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Straight Connector 1043">
              <a:extLst>
                <a:ext uri="{FF2B5EF4-FFF2-40B4-BE49-F238E27FC236}">
                  <a16:creationId xmlns:a16="http://schemas.microsoft.com/office/drawing/2014/main" id="{4DF1539D-8819-4E49-B00D-78A0AE40734C}"/>
                </a:ext>
              </a:extLst>
            </p:cNvPr>
            <p:cNvCxnSpPr>
              <a:cxnSpLocks/>
            </p:cNvCxnSpPr>
            <p:nvPr/>
          </p:nvCxnSpPr>
          <p:spPr>
            <a:xfrm>
              <a:off x="7374853" y="4828932"/>
              <a:ext cx="26072" cy="18756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8E904958-F822-5A49-93EB-4BD817FA035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13124" y="4831777"/>
              <a:ext cx="209827" cy="4472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Straight Connector 1045">
              <a:extLst>
                <a:ext uri="{FF2B5EF4-FFF2-40B4-BE49-F238E27FC236}">
                  <a16:creationId xmlns:a16="http://schemas.microsoft.com/office/drawing/2014/main" id="{08FD70C8-985E-0843-A083-A7B63BA0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30591" y="4537075"/>
              <a:ext cx="170334" cy="3607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Straight Connector 1046">
              <a:extLst>
                <a:ext uri="{FF2B5EF4-FFF2-40B4-BE49-F238E27FC236}">
                  <a16:creationId xmlns:a16="http://schemas.microsoft.com/office/drawing/2014/main" id="{5425E278-B8FE-F94D-87D9-66DFC6A3D6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9950" y="4448175"/>
              <a:ext cx="117475" cy="1238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" name="Straight Connector 1047">
              <a:extLst>
                <a:ext uri="{FF2B5EF4-FFF2-40B4-BE49-F238E27FC236}">
                  <a16:creationId xmlns:a16="http://schemas.microsoft.com/office/drawing/2014/main" id="{771F53F9-FE27-C04A-A04B-1A07ADCD4F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2000" y="4483100"/>
              <a:ext cx="118592" cy="9438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Straight Connector 1048">
              <a:extLst>
                <a:ext uri="{FF2B5EF4-FFF2-40B4-BE49-F238E27FC236}">
                  <a16:creationId xmlns:a16="http://schemas.microsoft.com/office/drawing/2014/main" id="{6913E6C2-AE89-B047-98E9-23CFFBE97C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9120" y="4632325"/>
              <a:ext cx="4580" cy="11771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0" name="Straight Connector 1049">
              <a:extLst>
                <a:ext uri="{FF2B5EF4-FFF2-40B4-BE49-F238E27FC236}">
                  <a16:creationId xmlns:a16="http://schemas.microsoft.com/office/drawing/2014/main" id="{34EC44E9-9390-8446-9672-3D11F5FCE1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31139" y="4716621"/>
              <a:ext cx="222006" cy="4035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1" name="Straight Connector 1050">
              <a:extLst>
                <a:ext uri="{FF2B5EF4-FFF2-40B4-BE49-F238E27FC236}">
                  <a16:creationId xmlns:a16="http://schemas.microsoft.com/office/drawing/2014/main" id="{D07B7683-0911-C740-B470-793924F3BE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48450" y="4737371"/>
              <a:ext cx="127201" cy="12990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Straight Connector 1051">
              <a:extLst>
                <a:ext uri="{FF2B5EF4-FFF2-40B4-BE49-F238E27FC236}">
                  <a16:creationId xmlns:a16="http://schemas.microsoft.com/office/drawing/2014/main" id="{2F3D78CD-7988-7448-B687-285EC6129E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6400" y="4756150"/>
              <a:ext cx="627654" cy="5236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Straight Connector 1052">
              <a:extLst>
                <a:ext uri="{FF2B5EF4-FFF2-40B4-BE49-F238E27FC236}">
                  <a16:creationId xmlns:a16="http://schemas.microsoft.com/office/drawing/2014/main" id="{2C453D65-B38F-6F4D-9F67-CE727192B8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69100" y="4581821"/>
              <a:ext cx="465830" cy="16162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7" name="Oval 1076">
              <a:extLst>
                <a:ext uri="{FF2B5EF4-FFF2-40B4-BE49-F238E27FC236}">
                  <a16:creationId xmlns:a16="http://schemas.microsoft.com/office/drawing/2014/main" id="{E6F1A4AD-3B35-C945-922E-AB6A44F5060C}"/>
                </a:ext>
              </a:extLst>
            </p:cNvPr>
            <p:cNvSpPr/>
            <p:nvPr/>
          </p:nvSpPr>
          <p:spPr>
            <a:xfrm>
              <a:off x="7087305" y="4455724"/>
              <a:ext cx="65042" cy="6504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9" name="Oval 1078">
              <a:extLst>
                <a:ext uri="{FF2B5EF4-FFF2-40B4-BE49-F238E27FC236}">
                  <a16:creationId xmlns:a16="http://schemas.microsoft.com/office/drawing/2014/main" id="{2E47D505-7E9E-BC49-BD53-E6DB637ACBC9}"/>
                </a:ext>
              </a:extLst>
            </p:cNvPr>
            <p:cNvSpPr/>
            <p:nvPr/>
          </p:nvSpPr>
          <p:spPr>
            <a:xfrm>
              <a:off x="7374694" y="4490110"/>
              <a:ext cx="83858" cy="8385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0" name="Oval 1079">
              <a:extLst>
                <a:ext uri="{FF2B5EF4-FFF2-40B4-BE49-F238E27FC236}">
                  <a16:creationId xmlns:a16="http://schemas.microsoft.com/office/drawing/2014/main" id="{CF105CC0-DC0B-C24C-AD9E-A9D2B595D720}"/>
                </a:ext>
              </a:extLst>
            </p:cNvPr>
            <p:cNvSpPr/>
            <p:nvPr/>
          </p:nvSpPr>
          <p:spPr>
            <a:xfrm>
              <a:off x="7497008" y="4672304"/>
              <a:ext cx="83816" cy="83816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1" name="Oval 1080">
              <a:extLst>
                <a:ext uri="{FF2B5EF4-FFF2-40B4-BE49-F238E27FC236}">
                  <a16:creationId xmlns:a16="http://schemas.microsoft.com/office/drawing/2014/main" id="{1887AA18-40FE-3949-9A75-BFC8025AE384}"/>
                </a:ext>
              </a:extLst>
            </p:cNvPr>
            <p:cNvSpPr/>
            <p:nvPr/>
          </p:nvSpPr>
          <p:spPr>
            <a:xfrm>
              <a:off x="7293077" y="4420611"/>
              <a:ext cx="56906" cy="5690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599EDB59-8C9F-054F-A1B8-9809AE571E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93311" y="4724298"/>
              <a:ext cx="127799" cy="8095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791DDFC3-5BD6-A542-A7BB-725E2889F0C8}"/>
                </a:ext>
              </a:extLst>
            </p:cNvPr>
            <p:cNvGrpSpPr/>
            <p:nvPr/>
          </p:nvGrpSpPr>
          <p:grpSpPr>
            <a:xfrm flipH="1">
              <a:off x="6504382" y="5152125"/>
              <a:ext cx="1199194" cy="725626"/>
              <a:chOff x="6511642" y="5375549"/>
              <a:chExt cx="1199194" cy="725626"/>
            </a:xfrm>
          </p:grpSpPr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E833170B-2366-E54C-8510-43BA9154C028}"/>
                  </a:ext>
                </a:extLst>
              </p:cNvPr>
              <p:cNvSpPr/>
              <p:nvPr/>
            </p:nvSpPr>
            <p:spPr>
              <a:xfrm>
                <a:off x="6511642" y="5630541"/>
                <a:ext cx="94209" cy="94209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B45F6940-4D2D-454D-9A96-06F58E6192ED}"/>
                  </a:ext>
                </a:extLst>
              </p:cNvPr>
              <p:cNvSpPr/>
              <p:nvPr/>
            </p:nvSpPr>
            <p:spPr>
              <a:xfrm>
                <a:off x="6734574" y="5550182"/>
                <a:ext cx="71227" cy="712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A7858E26-C8FE-9646-A2B1-5575B9353168}"/>
                  </a:ext>
                </a:extLst>
              </p:cNvPr>
              <p:cNvSpPr/>
              <p:nvPr/>
            </p:nvSpPr>
            <p:spPr>
              <a:xfrm>
                <a:off x="6724854" y="5671684"/>
                <a:ext cx="92667" cy="9266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8FC060F4-54C5-BF42-AD90-660035272683}"/>
                  </a:ext>
                </a:extLst>
              </p:cNvPr>
              <p:cNvSpPr/>
              <p:nvPr/>
            </p:nvSpPr>
            <p:spPr>
              <a:xfrm>
                <a:off x="7338499" y="5712714"/>
                <a:ext cx="120885" cy="120885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8" name="Oval 1087">
                <a:extLst>
                  <a:ext uri="{FF2B5EF4-FFF2-40B4-BE49-F238E27FC236}">
                    <a16:creationId xmlns:a16="http://schemas.microsoft.com/office/drawing/2014/main" id="{F6DA7E52-684A-9E42-BFAC-1E580155DF21}"/>
                  </a:ext>
                </a:extLst>
              </p:cNvPr>
              <p:cNvSpPr/>
              <p:nvPr/>
            </p:nvSpPr>
            <p:spPr>
              <a:xfrm>
                <a:off x="7202156" y="5482878"/>
                <a:ext cx="96471" cy="96471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9" name="Oval 1088">
                <a:extLst>
                  <a:ext uri="{FF2B5EF4-FFF2-40B4-BE49-F238E27FC236}">
                    <a16:creationId xmlns:a16="http://schemas.microsoft.com/office/drawing/2014/main" id="{A1F54C75-2E18-814C-95A6-828FC7C74BC7}"/>
                  </a:ext>
                </a:extLst>
              </p:cNvPr>
              <p:cNvSpPr/>
              <p:nvPr/>
            </p:nvSpPr>
            <p:spPr>
              <a:xfrm>
                <a:off x="6630245" y="5805721"/>
                <a:ext cx="130608" cy="130608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0" name="Oval 1089">
                <a:extLst>
                  <a:ext uri="{FF2B5EF4-FFF2-40B4-BE49-F238E27FC236}">
                    <a16:creationId xmlns:a16="http://schemas.microsoft.com/office/drawing/2014/main" id="{79C79E90-CB83-CC4C-9DFC-56F0DB18C5D7}"/>
                  </a:ext>
                </a:extLst>
              </p:cNvPr>
              <p:cNvSpPr/>
              <p:nvPr/>
            </p:nvSpPr>
            <p:spPr>
              <a:xfrm>
                <a:off x="7319162" y="5913582"/>
                <a:ext cx="187594" cy="187593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1" name="Oval 1090">
                <a:extLst>
                  <a:ext uri="{FF2B5EF4-FFF2-40B4-BE49-F238E27FC236}">
                    <a16:creationId xmlns:a16="http://schemas.microsoft.com/office/drawing/2014/main" id="{51F3F6B7-F290-0743-A712-A3CE82C1C91A}"/>
                  </a:ext>
                </a:extLst>
              </p:cNvPr>
              <p:cNvSpPr/>
              <p:nvPr/>
            </p:nvSpPr>
            <p:spPr>
              <a:xfrm>
                <a:off x="7600075" y="5792465"/>
                <a:ext cx="110761" cy="110761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92" name="Straight Connector 1091">
                <a:extLst>
                  <a:ext uri="{FF2B5EF4-FFF2-40B4-BE49-F238E27FC236}">
                    <a16:creationId xmlns:a16="http://schemas.microsoft.com/office/drawing/2014/main" id="{627C2F64-B8E6-8A4E-8D40-5CD9936CDD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49842" y="5533123"/>
                <a:ext cx="141759" cy="21475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9F207E8-0434-E747-BA75-99445693C7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4104" y="5788906"/>
                <a:ext cx="26072" cy="187568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6195EEC6-1890-F242-9483-6A90E6C436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432375" y="5791751"/>
                <a:ext cx="209827" cy="4472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28C8E06B-3ADB-0B40-83ED-F7CE65757F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49842" y="5497049"/>
                <a:ext cx="170334" cy="3607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D80C02B2-0ADB-FF43-8A22-EC45D7D585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39201" y="5408149"/>
                <a:ext cx="117475" cy="12382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B2317A8D-D853-2747-93EE-C38C446C02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1251" y="5443074"/>
                <a:ext cx="118592" cy="9438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62237A3F-C11F-6F4E-9B59-AF61554E11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58371" y="5592299"/>
                <a:ext cx="4580" cy="11771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CC1EC3AD-085A-8B46-8607-B560C02B700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50390" y="5676595"/>
                <a:ext cx="222006" cy="4035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86EDB976-3074-504E-A5C5-61AC2E9F52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67701" y="5697345"/>
                <a:ext cx="127201" cy="12990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28938454-C1AD-4E41-ADDC-D6BEBE5B83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775651" y="5716124"/>
                <a:ext cx="627654" cy="5236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06DB8C2F-4CDE-5046-A70F-65232529450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88351" y="5541795"/>
                <a:ext cx="465830" cy="16162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3" name="Oval 1102">
                <a:extLst>
                  <a:ext uri="{FF2B5EF4-FFF2-40B4-BE49-F238E27FC236}">
                    <a16:creationId xmlns:a16="http://schemas.microsoft.com/office/drawing/2014/main" id="{F11F9B53-9AF6-234A-BD90-1F3B6A89426E}"/>
                  </a:ext>
                </a:extLst>
              </p:cNvPr>
              <p:cNvSpPr/>
              <p:nvPr/>
            </p:nvSpPr>
            <p:spPr>
              <a:xfrm>
                <a:off x="7091446" y="5395553"/>
                <a:ext cx="65041" cy="65043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4" name="Oval 1103">
                <a:extLst>
                  <a:ext uri="{FF2B5EF4-FFF2-40B4-BE49-F238E27FC236}">
                    <a16:creationId xmlns:a16="http://schemas.microsoft.com/office/drawing/2014/main" id="{B2D016E7-A04E-DB44-ABE2-DDA2F76FBBE7}"/>
                  </a:ext>
                </a:extLst>
              </p:cNvPr>
              <p:cNvSpPr/>
              <p:nvPr/>
            </p:nvSpPr>
            <p:spPr>
              <a:xfrm>
                <a:off x="7404019" y="5460157"/>
                <a:ext cx="83858" cy="83858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5" name="Oval 1104">
                <a:extLst>
                  <a:ext uri="{FF2B5EF4-FFF2-40B4-BE49-F238E27FC236}">
                    <a16:creationId xmlns:a16="http://schemas.microsoft.com/office/drawing/2014/main" id="{0714530A-6B75-B94B-9C17-3C91FBE726F1}"/>
                  </a:ext>
                </a:extLst>
              </p:cNvPr>
              <p:cNvSpPr/>
              <p:nvPr/>
            </p:nvSpPr>
            <p:spPr>
              <a:xfrm>
                <a:off x="7516259" y="5632278"/>
                <a:ext cx="83816" cy="8381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6" name="Oval 1105">
                <a:extLst>
                  <a:ext uri="{FF2B5EF4-FFF2-40B4-BE49-F238E27FC236}">
                    <a16:creationId xmlns:a16="http://schemas.microsoft.com/office/drawing/2014/main" id="{FB62631E-27BC-BF42-B623-F59939B3714C}"/>
                  </a:ext>
                </a:extLst>
              </p:cNvPr>
              <p:cNvSpPr/>
              <p:nvPr/>
            </p:nvSpPr>
            <p:spPr>
              <a:xfrm>
                <a:off x="7307292" y="5375549"/>
                <a:ext cx="56906" cy="5690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53C64FC-261E-1742-A182-6BFE59AD2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12562" y="5684272"/>
                <a:ext cx="127799" cy="8095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08" name="Straight Connector 1107">
              <a:extLst>
                <a:ext uri="{FF2B5EF4-FFF2-40B4-BE49-F238E27FC236}">
                  <a16:creationId xmlns:a16="http://schemas.microsoft.com/office/drawing/2014/main" id="{1879C604-1653-8147-8BBC-1F6AB57CE3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34484" y="4732421"/>
              <a:ext cx="22891" cy="885502"/>
            </a:xfrm>
            <a:prstGeom prst="line">
              <a:avLst/>
            </a:prstGeom>
            <a:ln w="28575" cap="rnd">
              <a:solidFill>
                <a:schemeClr val="tx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9" name="Straight Connector 1108">
              <a:extLst>
                <a:ext uri="{FF2B5EF4-FFF2-40B4-BE49-F238E27FC236}">
                  <a16:creationId xmlns:a16="http://schemas.microsoft.com/office/drawing/2014/main" id="{DA007AC6-F5FA-B246-A3F1-E703813441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7916" y="4479299"/>
              <a:ext cx="258926" cy="703955"/>
            </a:xfrm>
            <a:prstGeom prst="line">
              <a:avLst/>
            </a:prstGeom>
            <a:ln w="28575" cap="rnd">
              <a:solidFill>
                <a:schemeClr val="tx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0" name="Straight Connector 1109">
              <a:extLst>
                <a:ext uri="{FF2B5EF4-FFF2-40B4-BE49-F238E27FC236}">
                  <a16:creationId xmlns:a16="http://schemas.microsoft.com/office/drawing/2014/main" id="{77833E46-8AD8-7442-8EFE-CDDD87CDDC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30696" y="4908885"/>
              <a:ext cx="22707" cy="552463"/>
            </a:xfrm>
            <a:prstGeom prst="line">
              <a:avLst/>
            </a:prstGeom>
            <a:ln w="28575" cap="rnd">
              <a:solidFill>
                <a:schemeClr val="tx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8" name="Rectangle 567">
            <a:extLst>
              <a:ext uri="{FF2B5EF4-FFF2-40B4-BE49-F238E27FC236}">
                <a16:creationId xmlns:a16="http://schemas.microsoft.com/office/drawing/2014/main" id="{9D8F40F1-EEF1-DF44-B54D-A5A662EB1458}"/>
              </a:ext>
            </a:extLst>
          </p:cNvPr>
          <p:cNvSpPr/>
          <p:nvPr/>
        </p:nvSpPr>
        <p:spPr>
          <a:xfrm>
            <a:off x="11566264" y="5547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65E311-E161-FD40-8B6A-C5575DA5BD97}"/>
              </a:ext>
            </a:extLst>
          </p:cNvPr>
          <p:cNvGrpSpPr/>
          <p:nvPr/>
        </p:nvGrpSpPr>
        <p:grpSpPr>
          <a:xfrm>
            <a:off x="11745350" y="125883"/>
            <a:ext cx="848993" cy="1123265"/>
            <a:chOff x="8399030" y="5756490"/>
            <a:chExt cx="673849" cy="891543"/>
          </a:xfrm>
        </p:grpSpPr>
        <p:sp>
          <p:nvSpPr>
            <p:cNvPr id="570" name="Rectangle 569">
              <a:extLst>
                <a:ext uri="{FF2B5EF4-FFF2-40B4-BE49-F238E27FC236}">
                  <a16:creationId xmlns:a16="http://schemas.microsoft.com/office/drawing/2014/main" id="{B6A69B25-E283-594F-9E09-E5FFACBF3165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E6024BF0-B4FE-2C43-B59C-499A6B7D7164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Straight Connector 572">
              <a:extLst>
                <a:ext uri="{FF2B5EF4-FFF2-40B4-BE49-F238E27FC236}">
                  <a16:creationId xmlns:a16="http://schemas.microsoft.com/office/drawing/2014/main" id="{6483FAEA-2777-D149-9CE1-6CA69F2677CA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Straight Connector 623">
              <a:extLst>
                <a:ext uri="{FF2B5EF4-FFF2-40B4-BE49-F238E27FC236}">
                  <a16:creationId xmlns:a16="http://schemas.microsoft.com/office/drawing/2014/main" id="{17E8F37E-139C-D448-83F0-1509DA2E35AC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Straight Connector 625">
              <a:extLst>
                <a:ext uri="{FF2B5EF4-FFF2-40B4-BE49-F238E27FC236}">
                  <a16:creationId xmlns:a16="http://schemas.microsoft.com/office/drawing/2014/main" id="{8BD64FB7-F4B2-4140-B84C-1ADFC58D3EE8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Straight Connector 629">
              <a:extLst>
                <a:ext uri="{FF2B5EF4-FFF2-40B4-BE49-F238E27FC236}">
                  <a16:creationId xmlns:a16="http://schemas.microsoft.com/office/drawing/2014/main" id="{5D0A6EB3-C387-994C-BFAF-A25EAA2AF08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Straight Connector 634">
              <a:extLst>
                <a:ext uri="{FF2B5EF4-FFF2-40B4-BE49-F238E27FC236}">
                  <a16:creationId xmlns:a16="http://schemas.microsoft.com/office/drawing/2014/main" id="{EDD869BE-1940-9546-91A8-A73265011273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8749498C-D768-C545-BB2C-F8A130DA249E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Straight Connector 638">
              <a:extLst>
                <a:ext uri="{FF2B5EF4-FFF2-40B4-BE49-F238E27FC236}">
                  <a16:creationId xmlns:a16="http://schemas.microsoft.com/office/drawing/2014/main" id="{9A81DDFD-04FA-0940-82CB-ED3D73439981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CB430757-1E9A-C547-97F1-95303D0EC81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12F0EA93-7FAE-594D-A93F-74F73F25618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Straight Connector 644">
              <a:extLst>
                <a:ext uri="{FF2B5EF4-FFF2-40B4-BE49-F238E27FC236}">
                  <a16:creationId xmlns:a16="http://schemas.microsoft.com/office/drawing/2014/main" id="{24D40E6C-D6F4-B841-8130-CF056AD012A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8ABEFB41-9543-C145-ACCB-EBEED46A800D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C53E601-7A84-D543-B075-6E9F5F48B7B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1F6848C-B754-334D-9A38-AE02CD53C384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7B048A82-1C2D-0F4C-90C8-C3A06CEA16DD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9DE1E9EE-D145-184F-9904-32C88364ACD7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ACC0F3FA-CC38-6340-9AD3-39E50A885FB7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7" name="Group 656">
              <a:extLst>
                <a:ext uri="{FF2B5EF4-FFF2-40B4-BE49-F238E27FC236}">
                  <a16:creationId xmlns:a16="http://schemas.microsoft.com/office/drawing/2014/main" id="{28BD72F5-E851-4741-9D6E-A09BB944430C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658" name="Elbow Connector 657">
                <a:extLst>
                  <a:ext uri="{FF2B5EF4-FFF2-40B4-BE49-F238E27FC236}">
                    <a16:creationId xmlns:a16="http://schemas.microsoft.com/office/drawing/2014/main" id="{EE5BD64B-C1E6-1B4C-AB75-C466BAC06E4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9" name="Triangle 658">
                <a:extLst>
                  <a:ext uri="{FF2B5EF4-FFF2-40B4-BE49-F238E27FC236}">
                    <a16:creationId xmlns:a16="http://schemas.microsoft.com/office/drawing/2014/main" id="{0D80AC41-1528-3049-80EB-2E17B6DB8C8D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03BF0C69-91AD-144D-9768-FDE5B89D9455}"/>
              </a:ext>
            </a:extLst>
          </p:cNvPr>
          <p:cNvGrpSpPr/>
          <p:nvPr/>
        </p:nvGrpSpPr>
        <p:grpSpPr>
          <a:xfrm>
            <a:off x="11829472" y="182033"/>
            <a:ext cx="848993" cy="1123265"/>
            <a:chOff x="8399030" y="5756490"/>
            <a:chExt cx="673849" cy="891543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07FDBD58-EB84-4244-B6FA-BB218AA6211C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4" name="Straight Connector 763">
              <a:extLst>
                <a:ext uri="{FF2B5EF4-FFF2-40B4-BE49-F238E27FC236}">
                  <a16:creationId xmlns:a16="http://schemas.microsoft.com/office/drawing/2014/main" id="{2985525B-9AF8-3241-ADB5-FC2ABC1A3041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Straight Connector 764">
              <a:extLst>
                <a:ext uri="{FF2B5EF4-FFF2-40B4-BE49-F238E27FC236}">
                  <a16:creationId xmlns:a16="http://schemas.microsoft.com/office/drawing/2014/main" id="{2D72D943-F6D9-F749-AE1E-10EA8860CDF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Straight Connector 769">
              <a:extLst>
                <a:ext uri="{FF2B5EF4-FFF2-40B4-BE49-F238E27FC236}">
                  <a16:creationId xmlns:a16="http://schemas.microsoft.com/office/drawing/2014/main" id="{A69FF889-58B5-4C42-93C4-922318BFE9F4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4" name="Straight Connector 803">
              <a:extLst>
                <a:ext uri="{FF2B5EF4-FFF2-40B4-BE49-F238E27FC236}">
                  <a16:creationId xmlns:a16="http://schemas.microsoft.com/office/drawing/2014/main" id="{D972E1B1-E838-654C-B752-B3EFC40274B7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Straight Connector 804">
              <a:extLst>
                <a:ext uri="{FF2B5EF4-FFF2-40B4-BE49-F238E27FC236}">
                  <a16:creationId xmlns:a16="http://schemas.microsoft.com/office/drawing/2014/main" id="{FAF86FA5-D690-3E4A-82DF-CBC4B99AE35F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6" name="Straight Connector 805">
              <a:extLst>
                <a:ext uri="{FF2B5EF4-FFF2-40B4-BE49-F238E27FC236}">
                  <a16:creationId xmlns:a16="http://schemas.microsoft.com/office/drawing/2014/main" id="{11D1CEF7-674A-A247-9468-2E3317DF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8D082DA4-2307-4F4B-AE77-45C4B273AD96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9" name="Straight Connector 808">
              <a:extLst>
                <a:ext uri="{FF2B5EF4-FFF2-40B4-BE49-F238E27FC236}">
                  <a16:creationId xmlns:a16="http://schemas.microsoft.com/office/drawing/2014/main" id="{4E8C82A6-F65F-494B-8611-66DE2E6907CA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0" name="Straight Connector 809">
              <a:extLst>
                <a:ext uri="{FF2B5EF4-FFF2-40B4-BE49-F238E27FC236}">
                  <a16:creationId xmlns:a16="http://schemas.microsoft.com/office/drawing/2014/main" id="{7F1DC44F-1A08-DE49-B2DD-32D7D8339BCF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774821E6-3754-4D49-A1A5-4A534A2D4DCE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2" name="Straight Connector 811">
              <a:extLst>
                <a:ext uri="{FF2B5EF4-FFF2-40B4-BE49-F238E27FC236}">
                  <a16:creationId xmlns:a16="http://schemas.microsoft.com/office/drawing/2014/main" id="{71F7CE68-5A41-0247-B2C5-1BE61298486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3A06555B-0656-5841-8CB1-A4830BE264B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4" name="Straight Connector 813">
              <a:extLst>
                <a:ext uri="{FF2B5EF4-FFF2-40B4-BE49-F238E27FC236}">
                  <a16:creationId xmlns:a16="http://schemas.microsoft.com/office/drawing/2014/main" id="{27EC3E46-C357-8D48-B39C-AE7A152B7862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06BF8F22-88D7-1A47-9048-6FDB1C9B0443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7C08B0FE-9B5A-C84C-80CC-D0879D73DB80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 816">
              <a:extLst>
                <a:ext uri="{FF2B5EF4-FFF2-40B4-BE49-F238E27FC236}">
                  <a16:creationId xmlns:a16="http://schemas.microsoft.com/office/drawing/2014/main" id="{58EB3E6B-488D-8846-91AF-55CA1DDC1B7A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0BCCFAB5-A7B1-8647-BAA9-E9EE399B2C59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9" name="Group 818">
              <a:extLst>
                <a:ext uri="{FF2B5EF4-FFF2-40B4-BE49-F238E27FC236}">
                  <a16:creationId xmlns:a16="http://schemas.microsoft.com/office/drawing/2014/main" id="{AB5ED67E-F2D0-1F4E-935B-D26E64FF4C8B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820" name="Elbow Connector 819">
                <a:extLst>
                  <a:ext uri="{FF2B5EF4-FFF2-40B4-BE49-F238E27FC236}">
                    <a16:creationId xmlns:a16="http://schemas.microsoft.com/office/drawing/2014/main" id="{BD7728B7-1207-F34C-AE8B-ADBA98FFC54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1" name="Triangle 820">
                <a:extLst>
                  <a:ext uri="{FF2B5EF4-FFF2-40B4-BE49-F238E27FC236}">
                    <a16:creationId xmlns:a16="http://schemas.microsoft.com/office/drawing/2014/main" id="{83BAA2D6-D813-B449-A1CE-128D552E61E9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A755A6-51ED-1F4B-B67C-328BD8BAB476}"/>
              </a:ext>
            </a:extLst>
          </p:cNvPr>
          <p:cNvGrpSpPr/>
          <p:nvPr/>
        </p:nvGrpSpPr>
        <p:grpSpPr>
          <a:xfrm>
            <a:off x="11878901" y="235856"/>
            <a:ext cx="901483" cy="1158819"/>
            <a:chOff x="9740549" y="5662549"/>
            <a:chExt cx="715508" cy="919699"/>
          </a:xfrm>
        </p:grpSpPr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D1CD203A-E54B-7B4C-ADCC-6A92FA66063E}"/>
                </a:ext>
              </a:extLst>
            </p:cNvPr>
            <p:cNvSpPr/>
            <p:nvPr/>
          </p:nvSpPr>
          <p:spPr>
            <a:xfrm>
              <a:off x="9762758" y="5662549"/>
              <a:ext cx="673848" cy="89147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1EFFEB48-E3A6-3440-AEA8-5BAECC6C107E}"/>
                </a:ext>
              </a:extLst>
            </p:cNvPr>
            <p:cNvCxnSpPr>
              <a:cxnSpLocks/>
            </p:cNvCxnSpPr>
            <p:nvPr/>
          </p:nvCxnSpPr>
          <p:spPr>
            <a:xfrm>
              <a:off x="9865417" y="5748397"/>
              <a:ext cx="47109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3459E927-24F0-2645-8537-724697176103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1892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2BE4DDBD-11E6-A548-95DA-B7584C67C651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9383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4ABCD876-67DF-A341-A40A-12E4C82961E6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968742"/>
              <a:ext cx="14859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8A64EAE7-6B03-9747-A1A3-F131193D71C9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60436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A73728F-0AAD-454B-991E-59F99E36E968}"/>
                </a:ext>
              </a:extLst>
            </p:cNvPr>
            <p:cNvCxnSpPr>
              <a:cxnSpLocks/>
            </p:cNvCxnSpPr>
            <p:nvPr/>
          </p:nvCxnSpPr>
          <p:spPr>
            <a:xfrm>
              <a:off x="10125073" y="60444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23146DE2-A19C-6648-B702-B4105E01327E}"/>
                </a:ext>
              </a:extLst>
            </p:cNvPr>
            <p:cNvSpPr/>
            <p:nvPr/>
          </p:nvSpPr>
          <p:spPr>
            <a:xfrm>
              <a:off x="10125073" y="5803769"/>
              <a:ext cx="205955" cy="18012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32ED95CC-4718-954D-956D-8C1FCD6A11AD}"/>
                </a:ext>
              </a:extLst>
            </p:cNvPr>
            <p:cNvSpPr/>
            <p:nvPr/>
          </p:nvSpPr>
          <p:spPr>
            <a:xfrm>
              <a:off x="10155584" y="5861650"/>
              <a:ext cx="54034" cy="121620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F422F0C3-591F-AA47-B506-25AD9E813D60}"/>
                </a:ext>
              </a:extLst>
            </p:cNvPr>
            <p:cNvSpPr/>
            <p:nvPr/>
          </p:nvSpPr>
          <p:spPr>
            <a:xfrm>
              <a:off x="10237469" y="5908873"/>
              <a:ext cx="50859" cy="72859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76F974-0A18-9840-B6A4-53812E2F0200}"/>
                </a:ext>
              </a:extLst>
            </p:cNvPr>
            <p:cNvSpPr txBox="1"/>
            <p:nvPr/>
          </p:nvSpPr>
          <p:spPr>
            <a:xfrm>
              <a:off x="9740549" y="6169481"/>
              <a:ext cx="715508" cy="4127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Arial" panose="020B0604020202020204" pitchFamily="34" charset="0"/>
                  <a:cs typeface="Arial" panose="020B0604020202020204" pitchFamily="34" charset="0"/>
                </a:rPr>
                <a:t>PDF</a:t>
              </a: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9F190FD7-37C6-714E-AC1E-9A2C02E1ABE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6" y="612124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Straight Connector 661">
              <a:extLst>
                <a:ext uri="{FF2B5EF4-FFF2-40B4-BE49-F238E27FC236}">
                  <a16:creationId xmlns:a16="http://schemas.microsoft.com/office/drawing/2014/main" id="{5ABF317A-ACD6-8647-9127-29BE199BD35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8" y="619615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Straight Connector 662">
              <a:extLst>
                <a:ext uri="{FF2B5EF4-FFF2-40B4-BE49-F238E27FC236}">
                  <a16:creationId xmlns:a16="http://schemas.microsoft.com/office/drawing/2014/main" id="{5ADC7D3F-83FB-8C44-9840-74D2AC8B8D41}"/>
                </a:ext>
              </a:extLst>
            </p:cNvPr>
            <p:cNvCxnSpPr>
              <a:cxnSpLocks/>
            </p:cNvCxnSpPr>
            <p:nvPr/>
          </p:nvCxnSpPr>
          <p:spPr>
            <a:xfrm>
              <a:off x="10127788" y="6122057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14F7680C-FDAE-B84E-B691-2344B45DF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7803" y="6196561"/>
              <a:ext cx="109699" cy="8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22" name="Rectangle 821">
            <a:extLst>
              <a:ext uri="{FF2B5EF4-FFF2-40B4-BE49-F238E27FC236}">
                <a16:creationId xmlns:a16="http://schemas.microsoft.com/office/drawing/2014/main" id="{38987CB5-C4B7-3242-BFA2-9F3D048DFF0B}"/>
              </a:ext>
            </a:extLst>
          </p:cNvPr>
          <p:cNvSpPr/>
          <p:nvPr/>
        </p:nvSpPr>
        <p:spPr>
          <a:xfrm>
            <a:off x="5199395" y="-216876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1261D28-A846-8C41-89BA-6A787D5D531B}"/>
              </a:ext>
            </a:extLst>
          </p:cNvPr>
          <p:cNvSpPr/>
          <p:nvPr/>
        </p:nvSpPr>
        <p:spPr>
          <a:xfrm>
            <a:off x="5315362" y="-2035060"/>
            <a:ext cx="1136274" cy="1100804"/>
          </a:xfrm>
          <a:prstGeom prst="roundRect">
            <a:avLst>
              <a:gd name="adj" fmla="val 28755"/>
            </a:avLst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80742D43-C01B-6D44-93FD-FFEBC3E90C9C}"/>
              </a:ext>
            </a:extLst>
          </p:cNvPr>
          <p:cNvSpPr/>
          <p:nvPr/>
        </p:nvSpPr>
        <p:spPr>
          <a:xfrm rot="5400000">
            <a:off x="5666930" y="-1702330"/>
            <a:ext cx="504999" cy="435344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F634254-3F69-D84D-A252-DFEAFC70E7EF}"/>
              </a:ext>
            </a:extLst>
          </p:cNvPr>
          <p:cNvGrpSpPr/>
          <p:nvPr/>
        </p:nvGrpSpPr>
        <p:grpSpPr>
          <a:xfrm>
            <a:off x="8557341" y="575656"/>
            <a:ext cx="1302078" cy="1226250"/>
            <a:chOff x="8669047" y="373287"/>
            <a:chExt cx="2104010" cy="1981477"/>
          </a:xfrm>
        </p:grpSpPr>
        <p:pic>
          <p:nvPicPr>
            <p:cNvPr id="724" name="Picture 723">
              <a:extLst>
                <a:ext uri="{FF2B5EF4-FFF2-40B4-BE49-F238E27FC236}">
                  <a16:creationId xmlns:a16="http://schemas.microsoft.com/office/drawing/2014/main" id="{2E2E304F-0D3B-0047-86E9-1D02F912C2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75948"/>
            <a:stretch/>
          </p:blipFill>
          <p:spPr>
            <a:xfrm>
              <a:off x="8874063" y="373287"/>
              <a:ext cx="1671464" cy="1490814"/>
            </a:xfrm>
            <a:prstGeom prst="rect">
              <a:avLst/>
            </a:prstGeom>
          </p:spPr>
        </p:pic>
        <p:pic>
          <p:nvPicPr>
            <p:cNvPr id="725" name="Picture 724">
              <a:extLst>
                <a:ext uri="{FF2B5EF4-FFF2-40B4-BE49-F238E27FC236}">
                  <a16:creationId xmlns:a16="http://schemas.microsoft.com/office/drawing/2014/main" id="{DFB488F4-5771-864F-A37C-DBD4AF8F2C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26201"/>
            <a:stretch/>
          </p:blipFill>
          <p:spPr>
            <a:xfrm>
              <a:off x="8669047" y="1743158"/>
              <a:ext cx="2104010" cy="611606"/>
            </a:xfrm>
            <a:prstGeom prst="rect">
              <a:avLst/>
            </a:prstGeom>
          </p:spPr>
        </p:pic>
      </p:grpSp>
      <p:sp>
        <p:nvSpPr>
          <p:cNvPr id="731" name="Rectangle 730">
            <a:extLst>
              <a:ext uri="{FF2B5EF4-FFF2-40B4-BE49-F238E27FC236}">
                <a16:creationId xmlns:a16="http://schemas.microsoft.com/office/drawing/2014/main" id="{9495C03A-6ECE-9B49-8E66-C782126CE539}"/>
              </a:ext>
            </a:extLst>
          </p:cNvPr>
          <p:cNvSpPr/>
          <p:nvPr/>
        </p:nvSpPr>
        <p:spPr>
          <a:xfrm>
            <a:off x="8533623" y="49825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5" name="Rectangle 834">
            <a:extLst>
              <a:ext uri="{FF2B5EF4-FFF2-40B4-BE49-F238E27FC236}">
                <a16:creationId xmlns:a16="http://schemas.microsoft.com/office/drawing/2014/main" id="{3D3DEC41-4E1A-1D47-86F5-A3ED6DEC39CA}"/>
              </a:ext>
            </a:extLst>
          </p:cNvPr>
          <p:cNvSpPr/>
          <p:nvPr/>
        </p:nvSpPr>
        <p:spPr>
          <a:xfrm>
            <a:off x="365040" y="5259717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7" name="Rectangle 836">
            <a:extLst>
              <a:ext uri="{FF2B5EF4-FFF2-40B4-BE49-F238E27FC236}">
                <a16:creationId xmlns:a16="http://schemas.microsoft.com/office/drawing/2014/main" id="{9108FEEA-59DB-3447-9C5F-9070B204BEFC}"/>
              </a:ext>
            </a:extLst>
          </p:cNvPr>
          <p:cNvSpPr/>
          <p:nvPr/>
        </p:nvSpPr>
        <p:spPr>
          <a:xfrm>
            <a:off x="1790486" y="525703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D785FEC6-2814-D54D-A5A3-0BC89CA514C3}"/>
              </a:ext>
            </a:extLst>
          </p:cNvPr>
          <p:cNvGrpSpPr/>
          <p:nvPr/>
        </p:nvGrpSpPr>
        <p:grpSpPr>
          <a:xfrm>
            <a:off x="516898" y="5419219"/>
            <a:ext cx="986691" cy="1012066"/>
            <a:chOff x="451073" y="5360820"/>
            <a:chExt cx="1121130" cy="1149962"/>
          </a:xfrm>
        </p:grpSpPr>
        <p:cxnSp>
          <p:nvCxnSpPr>
            <p:cNvPr id="925" name="Straight Connector 924">
              <a:extLst>
                <a:ext uri="{FF2B5EF4-FFF2-40B4-BE49-F238E27FC236}">
                  <a16:creationId xmlns:a16="http://schemas.microsoft.com/office/drawing/2014/main" id="{C328FD3F-A1F8-BA42-ADEB-B345840720D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657" y="5375977"/>
              <a:ext cx="128993" cy="16122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E11A297C-7B23-5140-B189-374D651D79A9}"/>
                </a:ext>
              </a:extLst>
            </p:cNvPr>
            <p:cNvGrpSpPr/>
            <p:nvPr/>
          </p:nvGrpSpPr>
          <p:grpSpPr>
            <a:xfrm>
              <a:off x="702875" y="5847285"/>
              <a:ext cx="256177" cy="244871"/>
              <a:chOff x="1222791" y="6018051"/>
              <a:chExt cx="256177" cy="244871"/>
            </a:xfrm>
          </p:grpSpPr>
          <p:sp>
            <p:nvSpPr>
              <p:cNvPr id="917" name="Oval 916">
                <a:extLst>
                  <a:ext uri="{FF2B5EF4-FFF2-40B4-BE49-F238E27FC236}">
                    <a16:creationId xmlns:a16="http://schemas.microsoft.com/office/drawing/2014/main" id="{C96A762C-5C09-6C43-AEB1-CE03264D89AB}"/>
                  </a:ext>
                </a:extLst>
              </p:cNvPr>
              <p:cNvSpPr/>
              <p:nvPr/>
            </p:nvSpPr>
            <p:spPr>
              <a:xfrm>
                <a:off x="1222791" y="601805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3" name="Oval 922">
                <a:extLst>
                  <a:ext uri="{FF2B5EF4-FFF2-40B4-BE49-F238E27FC236}">
                    <a16:creationId xmlns:a16="http://schemas.microsoft.com/office/drawing/2014/main" id="{2127ACD7-2C44-884D-94A8-68CA0246A99B}"/>
                  </a:ext>
                </a:extLst>
              </p:cNvPr>
              <p:cNvSpPr/>
              <p:nvPr/>
            </p:nvSpPr>
            <p:spPr>
              <a:xfrm>
                <a:off x="1263221" y="616829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4" name="Oval 923">
                <a:extLst>
                  <a:ext uri="{FF2B5EF4-FFF2-40B4-BE49-F238E27FC236}">
                    <a16:creationId xmlns:a16="http://schemas.microsoft.com/office/drawing/2014/main" id="{98FDC696-C322-684D-9963-5981D3B0C65B}"/>
                  </a:ext>
                </a:extLst>
              </p:cNvPr>
              <p:cNvSpPr/>
              <p:nvPr/>
            </p:nvSpPr>
            <p:spPr>
              <a:xfrm>
                <a:off x="1384341" y="6062456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26" name="Straight Connector 925">
                <a:extLst>
                  <a:ext uri="{FF2B5EF4-FFF2-40B4-BE49-F238E27FC236}">
                    <a16:creationId xmlns:a16="http://schemas.microsoft.com/office/drawing/2014/main" id="{21ADC9AE-8491-2646-ACA3-A290C7DD62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878" y="6070447"/>
                <a:ext cx="31416" cy="144512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7" name="Straight Connector 926">
                <a:extLst>
                  <a:ext uri="{FF2B5EF4-FFF2-40B4-BE49-F238E27FC236}">
                    <a16:creationId xmlns:a16="http://schemas.microsoft.com/office/drawing/2014/main" id="{915712CE-4D15-964F-9179-49EDD772CE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269453" y="6054740"/>
                <a:ext cx="163360" cy="53406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CD37BFE8-8044-A148-BE82-BECC92CE9D30}"/>
                </a:ext>
              </a:extLst>
            </p:cNvPr>
            <p:cNvGrpSpPr/>
            <p:nvPr/>
          </p:nvGrpSpPr>
          <p:grpSpPr>
            <a:xfrm>
              <a:off x="1196348" y="5360820"/>
              <a:ext cx="375855" cy="268443"/>
              <a:chOff x="950794" y="5493731"/>
              <a:chExt cx="375855" cy="268443"/>
            </a:xfrm>
          </p:grpSpPr>
          <p:sp>
            <p:nvSpPr>
              <p:cNvPr id="918" name="Oval 917">
                <a:extLst>
                  <a:ext uri="{FF2B5EF4-FFF2-40B4-BE49-F238E27FC236}">
                    <a16:creationId xmlns:a16="http://schemas.microsoft.com/office/drawing/2014/main" id="{B85F866F-8858-AB4E-BC5D-497C5D1AEB54}"/>
                  </a:ext>
                </a:extLst>
              </p:cNvPr>
              <p:cNvSpPr/>
              <p:nvPr/>
            </p:nvSpPr>
            <p:spPr>
              <a:xfrm>
                <a:off x="1056631" y="566754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9" name="Oval 918">
                <a:extLst>
                  <a:ext uri="{FF2B5EF4-FFF2-40B4-BE49-F238E27FC236}">
                    <a16:creationId xmlns:a16="http://schemas.microsoft.com/office/drawing/2014/main" id="{B83C0876-0ACB-E844-A885-D0B0DFDE05B7}"/>
                  </a:ext>
                </a:extLst>
              </p:cNvPr>
              <p:cNvSpPr/>
              <p:nvPr/>
            </p:nvSpPr>
            <p:spPr>
              <a:xfrm>
                <a:off x="950794" y="556739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1" name="Oval 920">
                <a:extLst>
                  <a:ext uri="{FF2B5EF4-FFF2-40B4-BE49-F238E27FC236}">
                    <a16:creationId xmlns:a16="http://schemas.microsoft.com/office/drawing/2014/main" id="{5BC6092F-810A-DC49-8D14-6A00A0BBDFE5}"/>
                  </a:ext>
                </a:extLst>
              </p:cNvPr>
              <p:cNvSpPr/>
              <p:nvPr/>
            </p:nvSpPr>
            <p:spPr>
              <a:xfrm>
                <a:off x="1100826" y="549373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2" name="Oval 921">
                <a:extLst>
                  <a:ext uri="{FF2B5EF4-FFF2-40B4-BE49-F238E27FC236}">
                    <a16:creationId xmlns:a16="http://schemas.microsoft.com/office/drawing/2014/main" id="{98878B42-1331-FC41-8C8C-56E8E79EDDCB}"/>
                  </a:ext>
                </a:extLst>
              </p:cNvPr>
              <p:cNvSpPr/>
              <p:nvPr/>
            </p:nvSpPr>
            <p:spPr>
              <a:xfrm>
                <a:off x="1232022" y="562707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28" name="Straight Connector 927">
                <a:extLst>
                  <a:ext uri="{FF2B5EF4-FFF2-40B4-BE49-F238E27FC236}">
                    <a16:creationId xmlns:a16="http://schemas.microsoft.com/office/drawing/2014/main" id="{1835AD1A-21E1-0B4A-981D-EDE903C454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9810" y="5668329"/>
                <a:ext cx="172785" cy="4712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9" name="Straight Connector 928">
                <a:extLst>
                  <a:ext uri="{FF2B5EF4-FFF2-40B4-BE49-F238E27FC236}">
                    <a16:creationId xmlns:a16="http://schemas.microsoft.com/office/drawing/2014/main" id="{8AF6C72E-ADBD-2545-B606-8A5DF583340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02951" y="5545809"/>
                <a:ext cx="47123" cy="18221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0" name="Straight Connector 929">
                <a:extLst>
                  <a:ext uri="{FF2B5EF4-FFF2-40B4-BE49-F238E27FC236}">
                    <a16:creationId xmlns:a16="http://schemas.microsoft.com/office/drawing/2014/main" id="{9ADD302F-431E-2147-B8AB-E6FFA254F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7289" y="5589790"/>
                <a:ext cx="122521" cy="12880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47989B05-BDA6-CE4D-B815-5038F6503462}"/>
                </a:ext>
              </a:extLst>
            </p:cNvPr>
            <p:cNvGrpSpPr/>
            <p:nvPr/>
          </p:nvGrpSpPr>
          <p:grpSpPr>
            <a:xfrm>
              <a:off x="451073" y="5465873"/>
              <a:ext cx="272475" cy="426781"/>
              <a:chOff x="552910" y="5898167"/>
              <a:chExt cx="272475" cy="426781"/>
            </a:xfrm>
          </p:grpSpPr>
          <p:sp>
            <p:nvSpPr>
              <p:cNvPr id="914" name="Oval 913">
                <a:extLst>
                  <a:ext uri="{FF2B5EF4-FFF2-40B4-BE49-F238E27FC236}">
                    <a16:creationId xmlns:a16="http://schemas.microsoft.com/office/drawing/2014/main" id="{D0F4333B-8802-DE4F-B88D-97364CA94E8D}"/>
                  </a:ext>
                </a:extLst>
              </p:cNvPr>
              <p:cNvSpPr/>
              <p:nvPr/>
            </p:nvSpPr>
            <p:spPr>
              <a:xfrm>
                <a:off x="552910" y="609134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5" name="Oval 914">
                <a:extLst>
                  <a:ext uri="{FF2B5EF4-FFF2-40B4-BE49-F238E27FC236}">
                    <a16:creationId xmlns:a16="http://schemas.microsoft.com/office/drawing/2014/main" id="{F0456055-9CC0-8F48-B7FF-0A3B7740CF95}"/>
                  </a:ext>
                </a:extLst>
              </p:cNvPr>
              <p:cNvSpPr/>
              <p:nvPr/>
            </p:nvSpPr>
            <p:spPr>
              <a:xfrm>
                <a:off x="687472" y="5898167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6" name="Oval 915">
                <a:extLst>
                  <a:ext uri="{FF2B5EF4-FFF2-40B4-BE49-F238E27FC236}">
                    <a16:creationId xmlns:a16="http://schemas.microsoft.com/office/drawing/2014/main" id="{B3745B95-D99A-7F47-8D44-3D3D68D49E66}"/>
                  </a:ext>
                </a:extLst>
              </p:cNvPr>
              <p:cNvSpPr/>
              <p:nvPr/>
            </p:nvSpPr>
            <p:spPr>
              <a:xfrm>
                <a:off x="730758" y="6115560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0" name="Oval 919">
                <a:extLst>
                  <a:ext uri="{FF2B5EF4-FFF2-40B4-BE49-F238E27FC236}">
                    <a16:creationId xmlns:a16="http://schemas.microsoft.com/office/drawing/2014/main" id="{300B15EB-081D-964F-A5EB-08E875D5A339}"/>
                  </a:ext>
                </a:extLst>
              </p:cNvPr>
              <p:cNvSpPr/>
              <p:nvPr/>
            </p:nvSpPr>
            <p:spPr>
              <a:xfrm>
                <a:off x="635342" y="623032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31" name="Straight Connector 930">
                <a:extLst>
                  <a:ext uri="{FF2B5EF4-FFF2-40B4-BE49-F238E27FC236}">
                    <a16:creationId xmlns:a16="http://schemas.microsoft.com/office/drawing/2014/main" id="{079C786D-87A3-904F-AEF4-FBD1B770E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658" y="5948967"/>
                <a:ext cx="43855" cy="209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2" name="Straight Connector 931">
                <a:extLst>
                  <a:ext uri="{FF2B5EF4-FFF2-40B4-BE49-F238E27FC236}">
                    <a16:creationId xmlns:a16="http://schemas.microsoft.com/office/drawing/2014/main" id="{A043B8C1-0950-8C49-A864-EE038C4FCC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020" y="6142703"/>
                <a:ext cx="191634" cy="12566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3" name="Straight Connector 932">
                <a:extLst>
                  <a:ext uri="{FF2B5EF4-FFF2-40B4-BE49-F238E27FC236}">
                    <a16:creationId xmlns:a16="http://schemas.microsoft.com/office/drawing/2014/main" id="{B3E8C266-932F-674B-A4DE-EB730B8D9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1983" y="6155269"/>
                <a:ext cx="97388" cy="12252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35" name="Straight Connector 934">
              <a:extLst>
                <a:ext uri="{FF2B5EF4-FFF2-40B4-BE49-F238E27FC236}">
                  <a16:creationId xmlns:a16="http://schemas.microsoft.com/office/drawing/2014/main" id="{8BE28068-D53D-EF49-91AD-6D9669F4AC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850" y="5845175"/>
              <a:ext cx="177800" cy="4762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8E620048-1827-B647-8E85-074BC1618133}"/>
                </a:ext>
              </a:extLst>
            </p:cNvPr>
            <p:cNvGrpSpPr/>
            <p:nvPr/>
          </p:nvGrpSpPr>
          <p:grpSpPr>
            <a:xfrm rot="16200000">
              <a:off x="891924" y="6176635"/>
              <a:ext cx="267495" cy="400799"/>
              <a:chOff x="710290" y="6117242"/>
              <a:chExt cx="267495" cy="400799"/>
            </a:xfrm>
          </p:grpSpPr>
          <p:sp>
            <p:nvSpPr>
              <p:cNvPr id="1117" name="Oval 1116">
                <a:extLst>
                  <a:ext uri="{FF2B5EF4-FFF2-40B4-BE49-F238E27FC236}">
                    <a16:creationId xmlns:a16="http://schemas.microsoft.com/office/drawing/2014/main" id="{A580B452-78EE-7642-B3BA-BBFE0DE9DB60}"/>
                  </a:ext>
                </a:extLst>
              </p:cNvPr>
              <p:cNvSpPr/>
              <p:nvPr/>
            </p:nvSpPr>
            <p:spPr>
              <a:xfrm>
                <a:off x="710290" y="625272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8" name="Oval 1117">
                <a:extLst>
                  <a:ext uri="{FF2B5EF4-FFF2-40B4-BE49-F238E27FC236}">
                    <a16:creationId xmlns:a16="http://schemas.microsoft.com/office/drawing/2014/main" id="{E5FF65E8-5BF4-624F-89A3-980C748DD2E8}"/>
                  </a:ext>
                </a:extLst>
              </p:cNvPr>
              <p:cNvSpPr/>
              <p:nvPr/>
            </p:nvSpPr>
            <p:spPr>
              <a:xfrm>
                <a:off x="798022" y="6117242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9" name="Oval 1118">
                <a:extLst>
                  <a:ext uri="{FF2B5EF4-FFF2-40B4-BE49-F238E27FC236}">
                    <a16:creationId xmlns:a16="http://schemas.microsoft.com/office/drawing/2014/main" id="{46578F22-7F64-F742-AE72-0B4325D52AAC}"/>
                  </a:ext>
                </a:extLst>
              </p:cNvPr>
              <p:cNvSpPr/>
              <p:nvPr/>
            </p:nvSpPr>
            <p:spPr>
              <a:xfrm>
                <a:off x="883158" y="6267960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0" name="Oval 1119">
                <a:extLst>
                  <a:ext uri="{FF2B5EF4-FFF2-40B4-BE49-F238E27FC236}">
                    <a16:creationId xmlns:a16="http://schemas.microsoft.com/office/drawing/2014/main" id="{6B5D4205-EBEA-B748-AE30-B47517989354}"/>
                  </a:ext>
                </a:extLst>
              </p:cNvPr>
              <p:cNvSpPr/>
              <p:nvPr/>
            </p:nvSpPr>
            <p:spPr>
              <a:xfrm>
                <a:off x="793407" y="6423414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21" name="Straight Connector 1120">
                <a:extLst>
                  <a:ext uri="{FF2B5EF4-FFF2-40B4-BE49-F238E27FC236}">
                    <a16:creationId xmlns:a16="http://schemas.microsoft.com/office/drawing/2014/main" id="{A55960AD-9A60-784F-9379-3BD1E7D15D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53233" y="6160016"/>
                <a:ext cx="81680" cy="15079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2" name="Straight Connector 1121">
                <a:extLst>
                  <a:ext uri="{FF2B5EF4-FFF2-40B4-BE49-F238E27FC236}">
                    <a16:creationId xmlns:a16="http://schemas.microsoft.com/office/drawing/2014/main" id="{8C34CBB6-DBFE-1B49-9175-00BAA605DDE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46420" y="6295103"/>
                <a:ext cx="191634" cy="12566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7" name="Straight Connector 1156">
                <a:extLst>
                  <a:ext uri="{FF2B5EF4-FFF2-40B4-BE49-F238E27FC236}">
                    <a16:creationId xmlns:a16="http://schemas.microsoft.com/office/drawing/2014/main" id="{4795D8C1-B396-6542-9340-0746957AF95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800092" y="6325263"/>
                <a:ext cx="182607" cy="12737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24" name="Straight Connector 1123">
              <a:extLst>
                <a:ext uri="{FF2B5EF4-FFF2-40B4-BE49-F238E27FC236}">
                  <a16:creationId xmlns:a16="http://schemas.microsoft.com/office/drawing/2014/main" id="{C54DA641-98C5-324F-8243-82C44B382B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8250" y="5413375"/>
              <a:ext cx="152400" cy="6985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5" name="Straight Connector 1124">
              <a:extLst>
                <a:ext uri="{FF2B5EF4-FFF2-40B4-BE49-F238E27FC236}">
                  <a16:creationId xmlns:a16="http://schemas.microsoft.com/office/drawing/2014/main" id="{48ADF2FB-17AE-E144-B738-577C26E73A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1450" y="5565776"/>
              <a:ext cx="101600" cy="16827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6" name="Straight Connector 1125">
              <a:extLst>
                <a:ext uri="{FF2B5EF4-FFF2-40B4-BE49-F238E27FC236}">
                  <a16:creationId xmlns:a16="http://schemas.microsoft.com/office/drawing/2014/main" id="{C9FDCEBC-3585-EF42-AF16-07C3FCD39A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421" y="5513498"/>
              <a:ext cx="158750" cy="18732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7" name="Straight Connector 1126">
              <a:extLst>
                <a:ext uri="{FF2B5EF4-FFF2-40B4-BE49-F238E27FC236}">
                  <a16:creationId xmlns:a16="http://schemas.microsoft.com/office/drawing/2014/main" id="{7F76503E-7FB1-8D4E-AC8A-20CC59033493}"/>
                </a:ext>
              </a:extLst>
            </p:cNvPr>
            <p:cNvCxnSpPr>
              <a:cxnSpLocks/>
            </p:cNvCxnSpPr>
            <p:nvPr/>
          </p:nvCxnSpPr>
          <p:spPr>
            <a:xfrm>
              <a:off x="1235076" y="5483225"/>
              <a:ext cx="15874" cy="2444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28" name="Group 1127">
              <a:extLst>
                <a:ext uri="{FF2B5EF4-FFF2-40B4-BE49-F238E27FC236}">
                  <a16:creationId xmlns:a16="http://schemas.microsoft.com/office/drawing/2014/main" id="{0A55BC15-6416-8042-BFD5-E58D032E109C}"/>
                </a:ext>
              </a:extLst>
            </p:cNvPr>
            <p:cNvGrpSpPr/>
            <p:nvPr/>
          </p:nvGrpSpPr>
          <p:grpSpPr>
            <a:xfrm rot="21197634">
              <a:off x="1227739" y="5673830"/>
              <a:ext cx="256177" cy="244871"/>
              <a:chOff x="1222791" y="6018051"/>
              <a:chExt cx="256177" cy="244871"/>
            </a:xfrm>
          </p:grpSpPr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435AE054-17E5-1949-BCE6-467E48833CBC}"/>
                  </a:ext>
                </a:extLst>
              </p:cNvPr>
              <p:cNvSpPr/>
              <p:nvPr/>
            </p:nvSpPr>
            <p:spPr>
              <a:xfrm>
                <a:off x="1222791" y="601805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0" name="Oval 1129">
                <a:extLst>
                  <a:ext uri="{FF2B5EF4-FFF2-40B4-BE49-F238E27FC236}">
                    <a16:creationId xmlns:a16="http://schemas.microsoft.com/office/drawing/2014/main" id="{374913F8-0FE5-8B4A-AEEB-DE9183580B3E}"/>
                  </a:ext>
                </a:extLst>
              </p:cNvPr>
              <p:cNvSpPr/>
              <p:nvPr/>
            </p:nvSpPr>
            <p:spPr>
              <a:xfrm>
                <a:off x="1263221" y="616829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1" name="Oval 1130">
                <a:extLst>
                  <a:ext uri="{FF2B5EF4-FFF2-40B4-BE49-F238E27FC236}">
                    <a16:creationId xmlns:a16="http://schemas.microsoft.com/office/drawing/2014/main" id="{093771A0-30F3-DA4E-985B-F76B76E02E16}"/>
                  </a:ext>
                </a:extLst>
              </p:cNvPr>
              <p:cNvSpPr/>
              <p:nvPr/>
            </p:nvSpPr>
            <p:spPr>
              <a:xfrm>
                <a:off x="1384341" y="6062456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32" name="Straight Connector 1131">
                <a:extLst>
                  <a:ext uri="{FF2B5EF4-FFF2-40B4-BE49-F238E27FC236}">
                    <a16:creationId xmlns:a16="http://schemas.microsoft.com/office/drawing/2014/main" id="{432C036C-ADDB-894E-BE50-56CF736469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878" y="6070447"/>
                <a:ext cx="31416" cy="144512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3" name="Straight Connector 1132">
                <a:extLst>
                  <a:ext uri="{FF2B5EF4-FFF2-40B4-BE49-F238E27FC236}">
                    <a16:creationId xmlns:a16="http://schemas.microsoft.com/office/drawing/2014/main" id="{542466B5-E3BB-2041-9569-8E320D3BCF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269453" y="6054740"/>
                <a:ext cx="163360" cy="53406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25902CFB-F278-E94C-A579-749506C69163}"/>
                </a:ext>
              </a:extLst>
            </p:cNvPr>
            <p:cNvGrpSpPr/>
            <p:nvPr/>
          </p:nvGrpSpPr>
          <p:grpSpPr>
            <a:xfrm rot="5588988">
              <a:off x="1199025" y="6017843"/>
              <a:ext cx="272475" cy="438906"/>
              <a:chOff x="705310" y="6117242"/>
              <a:chExt cx="272475" cy="438906"/>
            </a:xfrm>
          </p:grpSpPr>
          <p:sp>
            <p:nvSpPr>
              <p:cNvPr id="1136" name="Oval 1135">
                <a:extLst>
                  <a:ext uri="{FF2B5EF4-FFF2-40B4-BE49-F238E27FC236}">
                    <a16:creationId xmlns:a16="http://schemas.microsoft.com/office/drawing/2014/main" id="{83992262-C539-E243-9DFB-922467A907FC}"/>
                  </a:ext>
                </a:extLst>
              </p:cNvPr>
              <p:cNvSpPr/>
              <p:nvPr/>
            </p:nvSpPr>
            <p:spPr>
              <a:xfrm>
                <a:off x="705310" y="6243745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7" name="Oval 1136">
                <a:extLst>
                  <a:ext uri="{FF2B5EF4-FFF2-40B4-BE49-F238E27FC236}">
                    <a16:creationId xmlns:a16="http://schemas.microsoft.com/office/drawing/2014/main" id="{320ACB88-8E36-594A-AC1B-0173D2EB3D01}"/>
                  </a:ext>
                </a:extLst>
              </p:cNvPr>
              <p:cNvSpPr/>
              <p:nvPr/>
            </p:nvSpPr>
            <p:spPr>
              <a:xfrm>
                <a:off x="798022" y="6117242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8" name="Oval 1137">
                <a:extLst>
                  <a:ext uri="{FF2B5EF4-FFF2-40B4-BE49-F238E27FC236}">
                    <a16:creationId xmlns:a16="http://schemas.microsoft.com/office/drawing/2014/main" id="{E6CE4F89-9F98-0345-8A1F-4B535230C944}"/>
                  </a:ext>
                </a:extLst>
              </p:cNvPr>
              <p:cNvSpPr/>
              <p:nvPr/>
            </p:nvSpPr>
            <p:spPr>
              <a:xfrm>
                <a:off x="883158" y="6267960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9" name="Oval 1138">
                <a:extLst>
                  <a:ext uri="{FF2B5EF4-FFF2-40B4-BE49-F238E27FC236}">
                    <a16:creationId xmlns:a16="http://schemas.microsoft.com/office/drawing/2014/main" id="{4079BC3B-5F65-BB46-BA7B-2D4BA46C8330}"/>
                  </a:ext>
                </a:extLst>
              </p:cNvPr>
              <p:cNvSpPr/>
              <p:nvPr/>
            </p:nvSpPr>
            <p:spPr>
              <a:xfrm>
                <a:off x="727053" y="6461521"/>
                <a:ext cx="94627" cy="94627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40" name="Straight Connector 1139">
                <a:extLst>
                  <a:ext uri="{FF2B5EF4-FFF2-40B4-BE49-F238E27FC236}">
                    <a16:creationId xmlns:a16="http://schemas.microsoft.com/office/drawing/2014/main" id="{44E2889C-ED88-C04F-AB8B-42FA6054F5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53233" y="6160016"/>
                <a:ext cx="81680" cy="15079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1" name="Straight Connector 1140">
                <a:extLst>
                  <a:ext uri="{FF2B5EF4-FFF2-40B4-BE49-F238E27FC236}">
                    <a16:creationId xmlns:a16="http://schemas.microsoft.com/office/drawing/2014/main" id="{F11CFC06-5065-814B-86D2-65F2998642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46420" y="6295103"/>
                <a:ext cx="191634" cy="12566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3" name="Straight Connector 1142">
              <a:extLst>
                <a:ext uri="{FF2B5EF4-FFF2-40B4-BE49-F238E27FC236}">
                  <a16:creationId xmlns:a16="http://schemas.microsoft.com/office/drawing/2014/main" id="{690262CF-EE48-9F43-93A4-B44772AF5C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4400" y="5861050"/>
              <a:ext cx="422275" cy="6032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4" name="Straight Connector 1143">
              <a:extLst>
                <a:ext uri="{FF2B5EF4-FFF2-40B4-BE49-F238E27FC236}">
                  <a16:creationId xmlns:a16="http://schemas.microsoft.com/office/drawing/2014/main" id="{78BDFFC6-139F-EF44-AA24-7E8665CAE5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2950" y="5476875"/>
              <a:ext cx="495301" cy="4222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6" name="Straight Connector 1145">
              <a:extLst>
                <a:ext uri="{FF2B5EF4-FFF2-40B4-BE49-F238E27FC236}">
                  <a16:creationId xmlns:a16="http://schemas.microsoft.com/office/drawing/2014/main" id="{2AA63071-F89F-7E43-A856-557A2922EB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6950" y="6324600"/>
              <a:ext cx="355600" cy="1270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7" name="Straight Connector 1146">
              <a:extLst>
                <a:ext uri="{FF2B5EF4-FFF2-40B4-BE49-F238E27FC236}">
                  <a16:creationId xmlns:a16="http://schemas.microsoft.com/office/drawing/2014/main" id="{D8B8EA46-21D3-C744-AF0B-A1D87975A6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1576" y="5876925"/>
              <a:ext cx="149224" cy="285751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8" name="Straight Connector 1147">
              <a:extLst>
                <a:ext uri="{FF2B5EF4-FFF2-40B4-BE49-F238E27FC236}">
                  <a16:creationId xmlns:a16="http://schemas.microsoft.com/office/drawing/2014/main" id="{0BBA25CC-5EE2-F045-BE0F-EE86BFEE0A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9950" y="6391275"/>
              <a:ext cx="139700" cy="8572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9" name="Straight Connector 1148">
              <a:extLst>
                <a:ext uri="{FF2B5EF4-FFF2-40B4-BE49-F238E27FC236}">
                  <a16:creationId xmlns:a16="http://schemas.microsoft.com/office/drawing/2014/main" id="{C40DB6A1-386E-744B-90DB-CE90A961F5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3127" y="6151410"/>
              <a:ext cx="134523" cy="10016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0" name="Straight Connector 1149">
              <a:extLst>
                <a:ext uri="{FF2B5EF4-FFF2-40B4-BE49-F238E27FC236}">
                  <a16:creationId xmlns:a16="http://schemas.microsoft.com/office/drawing/2014/main" id="{1FD0B3BA-5C21-FF45-8214-EB2744D9C4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19041" y="5743575"/>
              <a:ext cx="122409" cy="12858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1" name="Straight Connector 1150">
              <a:extLst>
                <a:ext uri="{FF2B5EF4-FFF2-40B4-BE49-F238E27FC236}">
                  <a16:creationId xmlns:a16="http://schemas.microsoft.com/office/drawing/2014/main" id="{4F63A180-BDE7-8C4D-BD2A-67846B35F42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52550" y="5588000"/>
              <a:ext cx="73025" cy="1619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2" name="Straight Connector 1151">
              <a:extLst>
                <a:ext uri="{FF2B5EF4-FFF2-40B4-BE49-F238E27FC236}">
                  <a16:creationId xmlns:a16="http://schemas.microsoft.com/office/drawing/2014/main" id="{CC65ABBC-C781-224F-A0AE-89DF2A900A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2625" y="5724372"/>
              <a:ext cx="73025" cy="1619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3" name="Straight Connector 1152">
              <a:extLst>
                <a:ext uri="{FF2B5EF4-FFF2-40B4-BE49-F238E27FC236}">
                  <a16:creationId xmlns:a16="http://schemas.microsoft.com/office/drawing/2014/main" id="{F0EC4A55-7BDB-5A46-9EE7-C9B2F83E7E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887" y="5700823"/>
              <a:ext cx="73025" cy="1619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4" name="Straight Connector 1153">
              <a:extLst>
                <a:ext uri="{FF2B5EF4-FFF2-40B4-BE49-F238E27FC236}">
                  <a16:creationId xmlns:a16="http://schemas.microsoft.com/office/drawing/2014/main" id="{B61A3C34-75A6-D942-9C0B-EFCE15F12C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5364" y="5940425"/>
              <a:ext cx="115861" cy="110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5" name="Straight Connector 1154">
              <a:extLst>
                <a:ext uri="{FF2B5EF4-FFF2-40B4-BE49-F238E27FC236}">
                  <a16:creationId xmlns:a16="http://schemas.microsoft.com/office/drawing/2014/main" id="{838A919F-F7C8-2F4A-8762-75C2A06F84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1180" y="6146800"/>
              <a:ext cx="130870" cy="1333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6" name="Straight Connector 1155">
              <a:extLst>
                <a:ext uri="{FF2B5EF4-FFF2-40B4-BE49-F238E27FC236}">
                  <a16:creationId xmlns:a16="http://schemas.microsoft.com/office/drawing/2014/main" id="{7B9D6B89-2EE8-E74D-B823-24AF3817B7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4576" y="6138711"/>
              <a:ext cx="200026" cy="231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8" name="Straight Connector 1157">
              <a:extLst>
                <a:ext uri="{FF2B5EF4-FFF2-40B4-BE49-F238E27FC236}">
                  <a16:creationId xmlns:a16="http://schemas.microsoft.com/office/drawing/2014/main" id="{4683C3D3-C5DB-9F4C-AA11-CC0F2BB5B81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4401" y="5943601"/>
              <a:ext cx="120649" cy="3365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9" name="Straight Connector 1158">
              <a:extLst>
                <a:ext uri="{FF2B5EF4-FFF2-40B4-BE49-F238E27FC236}">
                  <a16:creationId xmlns:a16="http://schemas.microsoft.com/office/drawing/2014/main" id="{F39E2BC1-DC00-3F4D-842A-BFE2B5374A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2050" y="6156325"/>
              <a:ext cx="215900" cy="31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" name="Rounded Rectangle 310">
            <a:extLst>
              <a:ext uri="{FF2B5EF4-FFF2-40B4-BE49-F238E27FC236}">
                <a16:creationId xmlns:a16="http://schemas.microsoft.com/office/drawing/2014/main" id="{89528A00-B71E-0443-ABE3-E84284AFFEF0}"/>
              </a:ext>
            </a:extLst>
          </p:cNvPr>
          <p:cNvSpPr/>
          <p:nvPr/>
        </p:nvSpPr>
        <p:spPr>
          <a:xfrm>
            <a:off x="4752932" y="5325257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0" name="Rounded Rectangle 1159">
            <a:extLst>
              <a:ext uri="{FF2B5EF4-FFF2-40B4-BE49-F238E27FC236}">
                <a16:creationId xmlns:a16="http://schemas.microsoft.com/office/drawing/2014/main" id="{FC84FA8C-0EAA-5A40-9A5C-24334444EC36}"/>
              </a:ext>
            </a:extLst>
          </p:cNvPr>
          <p:cNvSpPr/>
          <p:nvPr/>
        </p:nvSpPr>
        <p:spPr>
          <a:xfrm>
            <a:off x="3295882" y="5328174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1" name="Rounded Rectangle 1160">
            <a:extLst>
              <a:ext uri="{FF2B5EF4-FFF2-40B4-BE49-F238E27FC236}">
                <a16:creationId xmlns:a16="http://schemas.microsoft.com/office/drawing/2014/main" id="{349EED6D-F736-7D45-9EA7-9805E59027B5}"/>
              </a:ext>
            </a:extLst>
          </p:cNvPr>
          <p:cNvSpPr/>
          <p:nvPr/>
        </p:nvSpPr>
        <p:spPr>
          <a:xfrm>
            <a:off x="432612" y="5325257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2" name="Rectangle 1161">
            <a:extLst>
              <a:ext uri="{FF2B5EF4-FFF2-40B4-BE49-F238E27FC236}">
                <a16:creationId xmlns:a16="http://schemas.microsoft.com/office/drawing/2014/main" id="{E3F3E544-5637-B945-85AC-27C1BDD18F07}"/>
              </a:ext>
            </a:extLst>
          </p:cNvPr>
          <p:cNvSpPr/>
          <p:nvPr/>
        </p:nvSpPr>
        <p:spPr>
          <a:xfrm>
            <a:off x="6190616" y="5264972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6" name="Rounded Rectangle 1215">
            <a:extLst>
              <a:ext uri="{FF2B5EF4-FFF2-40B4-BE49-F238E27FC236}">
                <a16:creationId xmlns:a16="http://schemas.microsoft.com/office/drawing/2014/main" id="{08B8C576-A444-4B4C-9FDD-3D377A7B6E1C}"/>
              </a:ext>
            </a:extLst>
          </p:cNvPr>
          <p:cNvSpPr/>
          <p:nvPr/>
        </p:nvSpPr>
        <p:spPr>
          <a:xfrm>
            <a:off x="6260630" y="5325257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7" name="Oval 1216">
            <a:extLst>
              <a:ext uri="{FF2B5EF4-FFF2-40B4-BE49-F238E27FC236}">
                <a16:creationId xmlns:a16="http://schemas.microsoft.com/office/drawing/2014/main" id="{A2D6C77F-A282-EA48-8E74-C0853222C841}"/>
              </a:ext>
            </a:extLst>
          </p:cNvPr>
          <p:cNvSpPr/>
          <p:nvPr/>
        </p:nvSpPr>
        <p:spPr>
          <a:xfrm>
            <a:off x="6595047" y="5597726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Triangle 316">
            <a:extLst>
              <a:ext uri="{FF2B5EF4-FFF2-40B4-BE49-F238E27FC236}">
                <a16:creationId xmlns:a16="http://schemas.microsoft.com/office/drawing/2014/main" id="{3E0FFC0C-9F4F-A645-897D-0A24121907B2}"/>
              </a:ext>
            </a:extLst>
          </p:cNvPr>
          <p:cNvSpPr/>
          <p:nvPr/>
        </p:nvSpPr>
        <p:spPr>
          <a:xfrm>
            <a:off x="6420042" y="5944349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9" name="Triangle 1218">
            <a:extLst>
              <a:ext uri="{FF2B5EF4-FFF2-40B4-BE49-F238E27FC236}">
                <a16:creationId xmlns:a16="http://schemas.microsoft.com/office/drawing/2014/main" id="{1A1950A2-5CD9-744E-AEA9-B6F9C8B7D6A9}"/>
              </a:ext>
            </a:extLst>
          </p:cNvPr>
          <p:cNvSpPr/>
          <p:nvPr/>
        </p:nvSpPr>
        <p:spPr>
          <a:xfrm>
            <a:off x="6493686" y="6129927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0" name="Triangle 1219">
            <a:extLst>
              <a:ext uri="{FF2B5EF4-FFF2-40B4-BE49-F238E27FC236}">
                <a16:creationId xmlns:a16="http://schemas.microsoft.com/office/drawing/2014/main" id="{F421CAB2-4BAD-B048-8F14-F0295FE0E2AB}"/>
              </a:ext>
            </a:extLst>
          </p:cNvPr>
          <p:cNvSpPr/>
          <p:nvPr/>
        </p:nvSpPr>
        <p:spPr>
          <a:xfrm>
            <a:off x="6555810" y="5973652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1" name="Triangle 1220">
            <a:extLst>
              <a:ext uri="{FF2B5EF4-FFF2-40B4-BE49-F238E27FC236}">
                <a16:creationId xmlns:a16="http://schemas.microsoft.com/office/drawing/2014/main" id="{5A15CB3E-BA45-444D-888D-AE71822256BF}"/>
              </a:ext>
            </a:extLst>
          </p:cNvPr>
          <p:cNvSpPr/>
          <p:nvPr/>
        </p:nvSpPr>
        <p:spPr>
          <a:xfrm>
            <a:off x="6532653" y="6265600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2" name="Triangle 1221">
            <a:extLst>
              <a:ext uri="{FF2B5EF4-FFF2-40B4-BE49-F238E27FC236}">
                <a16:creationId xmlns:a16="http://schemas.microsoft.com/office/drawing/2014/main" id="{A845669A-F0CD-1C42-A57E-0F9532F27D58}"/>
              </a:ext>
            </a:extLst>
          </p:cNvPr>
          <p:cNvSpPr/>
          <p:nvPr/>
        </p:nvSpPr>
        <p:spPr>
          <a:xfrm>
            <a:off x="6331502" y="6118075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3" name="Triangle 1222">
            <a:extLst>
              <a:ext uri="{FF2B5EF4-FFF2-40B4-BE49-F238E27FC236}">
                <a16:creationId xmlns:a16="http://schemas.microsoft.com/office/drawing/2014/main" id="{FFA25576-8FC2-0749-A291-15B3C189B795}"/>
              </a:ext>
            </a:extLst>
          </p:cNvPr>
          <p:cNvSpPr/>
          <p:nvPr/>
        </p:nvSpPr>
        <p:spPr>
          <a:xfrm>
            <a:off x="6655141" y="6078343"/>
            <a:ext cx="147288" cy="1269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4" name="Oval 1223">
            <a:extLst>
              <a:ext uri="{FF2B5EF4-FFF2-40B4-BE49-F238E27FC236}">
                <a16:creationId xmlns:a16="http://schemas.microsoft.com/office/drawing/2014/main" id="{A1D33CF2-D942-C546-99FC-D211E1C29D03}"/>
              </a:ext>
            </a:extLst>
          </p:cNvPr>
          <p:cNvSpPr/>
          <p:nvPr/>
        </p:nvSpPr>
        <p:spPr>
          <a:xfrm>
            <a:off x="6743184" y="5674523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5" name="Oval 1224">
            <a:extLst>
              <a:ext uri="{FF2B5EF4-FFF2-40B4-BE49-F238E27FC236}">
                <a16:creationId xmlns:a16="http://schemas.microsoft.com/office/drawing/2014/main" id="{E4D8C3F7-2876-254B-9825-D6D0BF7DFAC9}"/>
              </a:ext>
            </a:extLst>
          </p:cNvPr>
          <p:cNvSpPr/>
          <p:nvPr/>
        </p:nvSpPr>
        <p:spPr>
          <a:xfrm>
            <a:off x="6667481" y="5428150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6" name="Oval 1225">
            <a:extLst>
              <a:ext uri="{FF2B5EF4-FFF2-40B4-BE49-F238E27FC236}">
                <a16:creationId xmlns:a16="http://schemas.microsoft.com/office/drawing/2014/main" id="{78A96FB6-D54E-4945-AC7D-1C27F4040A78}"/>
              </a:ext>
            </a:extLst>
          </p:cNvPr>
          <p:cNvSpPr/>
          <p:nvPr/>
        </p:nvSpPr>
        <p:spPr>
          <a:xfrm>
            <a:off x="6911010" y="5675572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7" name="Oval 1226">
            <a:extLst>
              <a:ext uri="{FF2B5EF4-FFF2-40B4-BE49-F238E27FC236}">
                <a16:creationId xmlns:a16="http://schemas.microsoft.com/office/drawing/2014/main" id="{A2E8A9F4-D41E-6E4C-A66E-2A14313BBB9A}"/>
              </a:ext>
            </a:extLst>
          </p:cNvPr>
          <p:cNvSpPr/>
          <p:nvPr/>
        </p:nvSpPr>
        <p:spPr>
          <a:xfrm>
            <a:off x="6795584" y="5546197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8" name="Oval 1227">
            <a:extLst>
              <a:ext uri="{FF2B5EF4-FFF2-40B4-BE49-F238E27FC236}">
                <a16:creationId xmlns:a16="http://schemas.microsoft.com/office/drawing/2014/main" id="{07DFF530-F955-9B41-8160-CA94A47E301E}"/>
              </a:ext>
            </a:extLst>
          </p:cNvPr>
          <p:cNvSpPr/>
          <p:nvPr/>
        </p:nvSpPr>
        <p:spPr>
          <a:xfrm>
            <a:off x="6840774" y="5386247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9" name="Oval 1228">
            <a:extLst>
              <a:ext uri="{FF2B5EF4-FFF2-40B4-BE49-F238E27FC236}">
                <a16:creationId xmlns:a16="http://schemas.microsoft.com/office/drawing/2014/main" id="{29322264-EC7E-324E-8EFC-2DD64E68124A}"/>
              </a:ext>
            </a:extLst>
          </p:cNvPr>
          <p:cNvSpPr/>
          <p:nvPr/>
        </p:nvSpPr>
        <p:spPr>
          <a:xfrm>
            <a:off x="6965497" y="5512229"/>
            <a:ext cx="103058" cy="10305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0" name="Rectangle 1229">
            <a:extLst>
              <a:ext uri="{FF2B5EF4-FFF2-40B4-BE49-F238E27FC236}">
                <a16:creationId xmlns:a16="http://schemas.microsoft.com/office/drawing/2014/main" id="{199439C6-CE65-E34E-A459-065E801D2176}"/>
              </a:ext>
            </a:extLst>
          </p:cNvPr>
          <p:cNvSpPr/>
          <p:nvPr/>
        </p:nvSpPr>
        <p:spPr>
          <a:xfrm>
            <a:off x="10189689" y="89067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1" name="Rounded Rectangle 1230">
            <a:extLst>
              <a:ext uri="{FF2B5EF4-FFF2-40B4-BE49-F238E27FC236}">
                <a16:creationId xmlns:a16="http://schemas.microsoft.com/office/drawing/2014/main" id="{185B2B43-DD38-2644-AAAB-CDBA9B48EE29}"/>
              </a:ext>
            </a:extLst>
          </p:cNvPr>
          <p:cNvSpPr/>
          <p:nvPr/>
        </p:nvSpPr>
        <p:spPr>
          <a:xfrm>
            <a:off x="10259703" y="149352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5" name="Picture 324">
            <a:extLst>
              <a:ext uri="{FF2B5EF4-FFF2-40B4-BE49-F238E27FC236}">
                <a16:creationId xmlns:a16="http://schemas.microsoft.com/office/drawing/2014/main" id="{9E9DCE16-2795-3440-BC43-53515BFED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985" y="-2277034"/>
            <a:ext cx="1100637" cy="1080000"/>
          </a:xfrm>
          <a:prstGeom prst="rect">
            <a:avLst/>
          </a:prstGeom>
        </p:spPr>
      </p:pic>
      <p:cxnSp>
        <p:nvCxnSpPr>
          <p:cNvPr id="1245" name="Straight Connector 1244">
            <a:extLst>
              <a:ext uri="{FF2B5EF4-FFF2-40B4-BE49-F238E27FC236}">
                <a16:creationId xmlns:a16="http://schemas.microsoft.com/office/drawing/2014/main" id="{49FD1B6A-859D-5C41-A111-B1E658259334}"/>
              </a:ext>
            </a:extLst>
          </p:cNvPr>
          <p:cNvCxnSpPr>
            <a:cxnSpLocks/>
          </p:cNvCxnSpPr>
          <p:nvPr/>
        </p:nvCxnSpPr>
        <p:spPr>
          <a:xfrm flipH="1" flipV="1">
            <a:off x="6367843" y="5725575"/>
            <a:ext cx="491041" cy="219372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6" name="Straight Connector 1245">
            <a:extLst>
              <a:ext uri="{FF2B5EF4-FFF2-40B4-BE49-F238E27FC236}">
                <a16:creationId xmlns:a16="http://schemas.microsoft.com/office/drawing/2014/main" id="{96525D8D-6E53-594B-904C-3DD66E1224D4}"/>
              </a:ext>
            </a:extLst>
          </p:cNvPr>
          <p:cNvCxnSpPr>
            <a:cxnSpLocks/>
          </p:cNvCxnSpPr>
          <p:nvPr/>
        </p:nvCxnSpPr>
        <p:spPr>
          <a:xfrm flipH="1" flipV="1">
            <a:off x="6865929" y="5951554"/>
            <a:ext cx="9079" cy="507529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7" name="Straight Connector 1246">
            <a:extLst>
              <a:ext uri="{FF2B5EF4-FFF2-40B4-BE49-F238E27FC236}">
                <a16:creationId xmlns:a16="http://schemas.microsoft.com/office/drawing/2014/main" id="{E8FA21AC-6F1E-D24E-8279-25DCB6889BB4}"/>
              </a:ext>
            </a:extLst>
          </p:cNvPr>
          <p:cNvCxnSpPr>
            <a:cxnSpLocks/>
          </p:cNvCxnSpPr>
          <p:nvPr/>
        </p:nvCxnSpPr>
        <p:spPr>
          <a:xfrm flipH="1">
            <a:off x="6872062" y="5598161"/>
            <a:ext cx="487033" cy="350727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Rectangle 344">
            <a:extLst>
              <a:ext uri="{FF2B5EF4-FFF2-40B4-BE49-F238E27FC236}">
                <a16:creationId xmlns:a16="http://schemas.microsoft.com/office/drawing/2014/main" id="{DB098F6C-34A8-C547-BC90-99DDD03CD75B}"/>
              </a:ext>
            </a:extLst>
          </p:cNvPr>
          <p:cNvSpPr/>
          <p:nvPr/>
        </p:nvSpPr>
        <p:spPr>
          <a:xfrm>
            <a:off x="7237447" y="5890902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8" name="Rectangle 1247">
            <a:extLst>
              <a:ext uri="{FF2B5EF4-FFF2-40B4-BE49-F238E27FC236}">
                <a16:creationId xmlns:a16="http://schemas.microsoft.com/office/drawing/2014/main" id="{05463F93-85D6-AA48-984D-C42AA0A07861}"/>
              </a:ext>
            </a:extLst>
          </p:cNvPr>
          <p:cNvSpPr/>
          <p:nvPr/>
        </p:nvSpPr>
        <p:spPr>
          <a:xfrm>
            <a:off x="7077190" y="5972078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9" name="Rectangle 1248">
            <a:extLst>
              <a:ext uri="{FF2B5EF4-FFF2-40B4-BE49-F238E27FC236}">
                <a16:creationId xmlns:a16="http://schemas.microsoft.com/office/drawing/2014/main" id="{5740F041-3A9E-BB4F-A1B5-658F47A55220}"/>
              </a:ext>
            </a:extLst>
          </p:cNvPr>
          <p:cNvSpPr/>
          <p:nvPr/>
        </p:nvSpPr>
        <p:spPr>
          <a:xfrm>
            <a:off x="7250484" y="6102095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0" name="Rectangle 1249">
            <a:extLst>
              <a:ext uri="{FF2B5EF4-FFF2-40B4-BE49-F238E27FC236}">
                <a16:creationId xmlns:a16="http://schemas.microsoft.com/office/drawing/2014/main" id="{4A52F0CE-CE3D-814C-AE60-664445249C7A}"/>
              </a:ext>
            </a:extLst>
          </p:cNvPr>
          <p:cNvSpPr/>
          <p:nvPr/>
        </p:nvSpPr>
        <p:spPr>
          <a:xfrm>
            <a:off x="7014975" y="6138885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1" name="Rectangle 1250">
            <a:extLst>
              <a:ext uri="{FF2B5EF4-FFF2-40B4-BE49-F238E27FC236}">
                <a16:creationId xmlns:a16="http://schemas.microsoft.com/office/drawing/2014/main" id="{4C3C3D60-5DDE-8845-A6F4-53EB172999E7}"/>
              </a:ext>
            </a:extLst>
          </p:cNvPr>
          <p:cNvSpPr/>
          <p:nvPr/>
        </p:nvSpPr>
        <p:spPr>
          <a:xfrm>
            <a:off x="7166649" y="6296217"/>
            <a:ext cx="136666" cy="13666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8969A98B-D794-ED4B-9050-100617A427E4}"/>
              </a:ext>
            </a:extLst>
          </p:cNvPr>
          <p:cNvSpPr txBox="1"/>
          <p:nvPr/>
        </p:nvSpPr>
        <p:spPr>
          <a:xfrm>
            <a:off x="10636576" y="36498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*</a:t>
            </a:r>
          </a:p>
        </p:txBody>
      </p:sp>
      <p:cxnSp>
        <p:nvCxnSpPr>
          <p:cNvPr id="1272" name="Straight Connector 1271">
            <a:extLst>
              <a:ext uri="{FF2B5EF4-FFF2-40B4-BE49-F238E27FC236}">
                <a16:creationId xmlns:a16="http://schemas.microsoft.com/office/drawing/2014/main" id="{14EDD3C4-B88C-F147-8F68-175FF42AF671}"/>
              </a:ext>
            </a:extLst>
          </p:cNvPr>
          <p:cNvCxnSpPr>
            <a:cxnSpLocks/>
          </p:cNvCxnSpPr>
          <p:nvPr/>
        </p:nvCxnSpPr>
        <p:spPr>
          <a:xfrm flipH="1">
            <a:off x="10572381" y="414092"/>
            <a:ext cx="527613" cy="0"/>
          </a:xfrm>
          <a:prstGeom prst="line">
            <a:avLst/>
          </a:prstGeom>
          <a:ln w="38100" cap="rnd">
            <a:solidFill>
              <a:schemeClr val="tx1"/>
            </a:solidFill>
            <a:prstDash val="solid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33B91BBF-71CF-5C48-A5EA-D7D359096E4E}"/>
              </a:ext>
            </a:extLst>
          </p:cNvPr>
          <p:cNvGrpSpPr/>
          <p:nvPr/>
        </p:nvGrpSpPr>
        <p:grpSpPr>
          <a:xfrm rot="10800000">
            <a:off x="10420704" y="837319"/>
            <a:ext cx="411242" cy="528058"/>
            <a:chOff x="8200969" y="6073423"/>
            <a:chExt cx="395985" cy="508468"/>
          </a:xfrm>
        </p:grpSpPr>
        <p:sp>
          <p:nvSpPr>
            <p:cNvPr id="1232" name="Oval 1231">
              <a:extLst>
                <a:ext uri="{FF2B5EF4-FFF2-40B4-BE49-F238E27FC236}">
                  <a16:creationId xmlns:a16="http://schemas.microsoft.com/office/drawing/2014/main" id="{AA47C5DA-09C6-014C-B71E-0A7CD471E381}"/>
                </a:ext>
              </a:extLst>
            </p:cNvPr>
            <p:cNvSpPr/>
            <p:nvPr/>
          </p:nvSpPr>
          <p:spPr>
            <a:xfrm>
              <a:off x="8200969" y="6205751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9" name="Oval 1238">
              <a:extLst>
                <a:ext uri="{FF2B5EF4-FFF2-40B4-BE49-F238E27FC236}">
                  <a16:creationId xmlns:a16="http://schemas.microsoft.com/office/drawing/2014/main" id="{931E6196-8C08-224F-87CA-2139BA77F9E6}"/>
                </a:ext>
              </a:extLst>
            </p:cNvPr>
            <p:cNvSpPr/>
            <p:nvPr/>
          </p:nvSpPr>
          <p:spPr>
            <a:xfrm>
              <a:off x="8450898" y="6301207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0" name="Oval 1239">
              <a:extLst>
                <a:ext uri="{FF2B5EF4-FFF2-40B4-BE49-F238E27FC236}">
                  <a16:creationId xmlns:a16="http://schemas.microsoft.com/office/drawing/2014/main" id="{5A99C787-2D67-1846-8DE3-A700CF52F684}"/>
                </a:ext>
              </a:extLst>
            </p:cNvPr>
            <p:cNvSpPr/>
            <p:nvPr/>
          </p:nvSpPr>
          <p:spPr>
            <a:xfrm>
              <a:off x="8336503" y="6212424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1" name="Oval 1240">
              <a:extLst>
                <a:ext uri="{FF2B5EF4-FFF2-40B4-BE49-F238E27FC236}">
                  <a16:creationId xmlns:a16="http://schemas.microsoft.com/office/drawing/2014/main" id="{D0ADF0E3-CE22-F744-84D8-92ABEAED83B2}"/>
                </a:ext>
              </a:extLst>
            </p:cNvPr>
            <p:cNvSpPr/>
            <p:nvPr/>
          </p:nvSpPr>
          <p:spPr>
            <a:xfrm>
              <a:off x="8464499" y="6163044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2" name="Oval 1241">
              <a:extLst>
                <a:ext uri="{FF2B5EF4-FFF2-40B4-BE49-F238E27FC236}">
                  <a16:creationId xmlns:a16="http://schemas.microsoft.com/office/drawing/2014/main" id="{9612E1BD-97EC-9246-98E8-DECDAEF54EF0}"/>
                </a:ext>
              </a:extLst>
            </p:cNvPr>
            <p:cNvSpPr/>
            <p:nvPr/>
          </p:nvSpPr>
          <p:spPr>
            <a:xfrm>
              <a:off x="8478386" y="6412175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3" name="Oval 1242">
              <a:extLst>
                <a:ext uri="{FF2B5EF4-FFF2-40B4-BE49-F238E27FC236}">
                  <a16:creationId xmlns:a16="http://schemas.microsoft.com/office/drawing/2014/main" id="{C105C6CA-7881-7949-B6DF-A84049A4B10B}"/>
                </a:ext>
              </a:extLst>
            </p:cNvPr>
            <p:cNvSpPr/>
            <p:nvPr/>
          </p:nvSpPr>
          <p:spPr>
            <a:xfrm>
              <a:off x="8280698" y="640980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4" name="Oval 1243">
              <a:extLst>
                <a:ext uri="{FF2B5EF4-FFF2-40B4-BE49-F238E27FC236}">
                  <a16:creationId xmlns:a16="http://schemas.microsoft.com/office/drawing/2014/main" id="{E0CAF152-407B-524B-8201-8D2C933A82C2}"/>
                </a:ext>
              </a:extLst>
            </p:cNvPr>
            <p:cNvSpPr/>
            <p:nvPr/>
          </p:nvSpPr>
          <p:spPr>
            <a:xfrm>
              <a:off x="8233370" y="6304207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66FCD80E-28EF-4A43-A6E8-EC6AAEA2DA68}"/>
                </a:ext>
              </a:extLst>
            </p:cNvPr>
            <p:cNvSpPr/>
            <p:nvPr/>
          </p:nvSpPr>
          <p:spPr>
            <a:xfrm rot="10800000">
              <a:off x="8209897" y="6092739"/>
              <a:ext cx="387057" cy="489152"/>
            </a:xfrm>
            <a:custGeom>
              <a:avLst/>
              <a:gdLst>
                <a:gd name="connsiteX0" fmla="*/ 0 w 488574"/>
                <a:gd name="connsiteY0" fmla="*/ 0 h 961487"/>
                <a:gd name="connsiteX1" fmla="*/ 488574 w 488574"/>
                <a:gd name="connsiteY1" fmla="*/ 0 h 961487"/>
                <a:gd name="connsiteX2" fmla="*/ 488574 w 488574"/>
                <a:gd name="connsiteY2" fmla="*/ 961487 h 961487"/>
                <a:gd name="connsiteX3" fmla="*/ 0 w 488574"/>
                <a:gd name="connsiteY3" fmla="*/ 961487 h 961487"/>
                <a:gd name="connsiteX4" fmla="*/ 0 w 488574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0 w 491749"/>
                <a:gd name="connsiteY3" fmla="*/ 961487 h 961487"/>
                <a:gd name="connsiteX4" fmla="*/ 0 w 491749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6350 w 491749"/>
                <a:gd name="connsiteY3" fmla="*/ 478887 h 961487"/>
                <a:gd name="connsiteX4" fmla="*/ 0 w 491749"/>
                <a:gd name="connsiteY4" fmla="*/ 0 h 96148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20"/>
                <a:gd name="connsiteY0" fmla="*/ 0 h 977362"/>
                <a:gd name="connsiteX1" fmla="*/ 485417 w 485420"/>
                <a:gd name="connsiteY1" fmla="*/ 463550 h 977362"/>
                <a:gd name="connsiteX2" fmla="*/ 250467 w 485420"/>
                <a:gd name="connsiteY2" fmla="*/ 977362 h 977362"/>
                <a:gd name="connsiteX3" fmla="*/ 18 w 485420"/>
                <a:gd name="connsiteY3" fmla="*/ 485237 h 977362"/>
                <a:gd name="connsiteX4" fmla="*/ 190518 w 485420"/>
                <a:gd name="connsiteY4" fmla="*/ 0 h 977362"/>
                <a:gd name="connsiteX0" fmla="*/ 190518 w 409221"/>
                <a:gd name="connsiteY0" fmla="*/ 0 h 977362"/>
                <a:gd name="connsiteX1" fmla="*/ 409217 w 409221"/>
                <a:gd name="connsiteY1" fmla="*/ 488950 h 977362"/>
                <a:gd name="connsiteX2" fmla="*/ 250467 w 409221"/>
                <a:gd name="connsiteY2" fmla="*/ 977362 h 977362"/>
                <a:gd name="connsiteX3" fmla="*/ 18 w 409221"/>
                <a:gd name="connsiteY3" fmla="*/ 485237 h 977362"/>
                <a:gd name="connsiteX4" fmla="*/ 190518 w 409221"/>
                <a:gd name="connsiteY4" fmla="*/ 0 h 977362"/>
                <a:gd name="connsiteX0" fmla="*/ 184597 w 410205"/>
                <a:gd name="connsiteY0" fmla="*/ 0 h 993237"/>
                <a:gd name="connsiteX1" fmla="*/ 409646 w 410205"/>
                <a:gd name="connsiteY1" fmla="*/ 504825 h 993237"/>
                <a:gd name="connsiteX2" fmla="*/ 250896 w 410205"/>
                <a:gd name="connsiteY2" fmla="*/ 993237 h 993237"/>
                <a:gd name="connsiteX3" fmla="*/ 447 w 410205"/>
                <a:gd name="connsiteY3" fmla="*/ 501112 h 993237"/>
                <a:gd name="connsiteX4" fmla="*/ 184597 w 410205"/>
                <a:gd name="connsiteY4" fmla="*/ 0 h 993237"/>
                <a:gd name="connsiteX0" fmla="*/ 184597 w 410205"/>
                <a:gd name="connsiteY0" fmla="*/ 0 h 1101187"/>
                <a:gd name="connsiteX1" fmla="*/ 409646 w 410205"/>
                <a:gd name="connsiteY1" fmla="*/ 612775 h 1101187"/>
                <a:gd name="connsiteX2" fmla="*/ 250896 w 410205"/>
                <a:gd name="connsiteY2" fmla="*/ 1101187 h 1101187"/>
                <a:gd name="connsiteX3" fmla="*/ 447 w 410205"/>
                <a:gd name="connsiteY3" fmla="*/ 609062 h 1101187"/>
                <a:gd name="connsiteX4" fmla="*/ 184597 w 410205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200074 w 409300"/>
                <a:gd name="connsiteY0" fmla="*/ 0 h 1098012"/>
                <a:gd name="connsiteX1" fmla="*/ 409248 w 409300"/>
                <a:gd name="connsiteY1" fmla="*/ 609600 h 1098012"/>
                <a:gd name="connsiteX2" fmla="*/ 221923 w 409300"/>
                <a:gd name="connsiteY2" fmla="*/ 1098012 h 1098012"/>
                <a:gd name="connsiteX3" fmla="*/ 49 w 409300"/>
                <a:gd name="connsiteY3" fmla="*/ 605887 h 1098012"/>
                <a:gd name="connsiteX4" fmla="*/ 200074 w 409300"/>
                <a:gd name="connsiteY4" fmla="*/ 0 h 1098012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231" h="1101187">
                  <a:moveTo>
                    <a:pt x="200041" y="0"/>
                  </a:moveTo>
                  <a:cubicBezTo>
                    <a:pt x="209441" y="252942"/>
                    <a:pt x="407161" y="426069"/>
                    <a:pt x="409215" y="609600"/>
                  </a:cubicBezTo>
                  <a:cubicBezTo>
                    <a:pt x="411269" y="793131"/>
                    <a:pt x="216598" y="850541"/>
                    <a:pt x="212365" y="1101187"/>
                  </a:cubicBezTo>
                  <a:cubicBezTo>
                    <a:pt x="189207" y="864120"/>
                    <a:pt x="2070" y="789418"/>
                    <a:pt x="16" y="605887"/>
                  </a:cubicBezTo>
                  <a:cubicBezTo>
                    <a:pt x="-2038" y="422356"/>
                    <a:pt x="198983" y="248529"/>
                    <a:pt x="200041" y="0"/>
                  </a:cubicBezTo>
                  <a:close/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76" name="Oval 1275">
              <a:extLst>
                <a:ext uri="{FF2B5EF4-FFF2-40B4-BE49-F238E27FC236}">
                  <a16:creationId xmlns:a16="http://schemas.microsoft.com/office/drawing/2014/main" id="{DBE226E3-446A-464F-9AED-1D515697B38B}"/>
                </a:ext>
              </a:extLst>
            </p:cNvPr>
            <p:cNvSpPr/>
            <p:nvPr/>
          </p:nvSpPr>
          <p:spPr>
            <a:xfrm>
              <a:off x="8369398" y="6352982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7" name="Oval 1276">
              <a:extLst>
                <a:ext uri="{FF2B5EF4-FFF2-40B4-BE49-F238E27FC236}">
                  <a16:creationId xmlns:a16="http://schemas.microsoft.com/office/drawing/2014/main" id="{8905B06B-432A-6A4C-A228-03F9E061D441}"/>
                </a:ext>
              </a:extLst>
            </p:cNvPr>
            <p:cNvSpPr/>
            <p:nvPr/>
          </p:nvSpPr>
          <p:spPr>
            <a:xfrm>
              <a:off x="8343935" y="607342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F5DBCF48-B600-0A45-AFD7-5B1F42BE4D4B}"/>
              </a:ext>
            </a:extLst>
          </p:cNvPr>
          <p:cNvGrpSpPr/>
          <p:nvPr/>
        </p:nvGrpSpPr>
        <p:grpSpPr>
          <a:xfrm rot="10800000">
            <a:off x="10863494" y="463824"/>
            <a:ext cx="425648" cy="528614"/>
            <a:chOff x="8747218" y="5639561"/>
            <a:chExt cx="409857" cy="508997"/>
          </a:xfrm>
        </p:grpSpPr>
        <p:sp>
          <p:nvSpPr>
            <p:cNvPr id="1264" name="Oval 1263">
              <a:extLst>
                <a:ext uri="{FF2B5EF4-FFF2-40B4-BE49-F238E27FC236}">
                  <a16:creationId xmlns:a16="http://schemas.microsoft.com/office/drawing/2014/main" id="{936224DD-0826-B249-A73D-67448FED08BF}"/>
                </a:ext>
              </a:extLst>
            </p:cNvPr>
            <p:cNvSpPr/>
            <p:nvPr/>
          </p:nvSpPr>
          <p:spPr>
            <a:xfrm>
              <a:off x="8807251" y="571900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5" name="Oval 1264">
              <a:extLst>
                <a:ext uri="{FF2B5EF4-FFF2-40B4-BE49-F238E27FC236}">
                  <a16:creationId xmlns:a16="http://schemas.microsoft.com/office/drawing/2014/main" id="{2464D9F2-D935-7247-BDBD-95CEF03C1DB0}"/>
                </a:ext>
              </a:extLst>
            </p:cNvPr>
            <p:cNvSpPr/>
            <p:nvPr/>
          </p:nvSpPr>
          <p:spPr>
            <a:xfrm>
              <a:off x="8886735" y="5966946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6" name="Oval 1265">
              <a:extLst>
                <a:ext uri="{FF2B5EF4-FFF2-40B4-BE49-F238E27FC236}">
                  <a16:creationId xmlns:a16="http://schemas.microsoft.com/office/drawing/2014/main" id="{CCF9BF9B-16E4-8140-8637-B3011275AE23}"/>
                </a:ext>
              </a:extLst>
            </p:cNvPr>
            <p:cNvSpPr/>
            <p:nvPr/>
          </p:nvSpPr>
          <p:spPr>
            <a:xfrm>
              <a:off x="8900135" y="5761558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7" name="Oval 1266">
              <a:extLst>
                <a:ext uri="{FF2B5EF4-FFF2-40B4-BE49-F238E27FC236}">
                  <a16:creationId xmlns:a16="http://schemas.microsoft.com/office/drawing/2014/main" id="{B0671022-1D83-4042-8537-29004FD92323}"/>
                </a:ext>
              </a:extLst>
            </p:cNvPr>
            <p:cNvSpPr/>
            <p:nvPr/>
          </p:nvSpPr>
          <p:spPr>
            <a:xfrm>
              <a:off x="9050712" y="5773524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8" name="Oval 1267">
              <a:extLst>
                <a:ext uri="{FF2B5EF4-FFF2-40B4-BE49-F238E27FC236}">
                  <a16:creationId xmlns:a16="http://schemas.microsoft.com/office/drawing/2014/main" id="{ABB1E4C2-247A-D344-8AA9-0FB1708B559C}"/>
                </a:ext>
              </a:extLst>
            </p:cNvPr>
            <p:cNvSpPr/>
            <p:nvPr/>
          </p:nvSpPr>
          <p:spPr>
            <a:xfrm>
              <a:off x="9017994" y="5915045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9" name="Oval 1268">
              <a:extLst>
                <a:ext uri="{FF2B5EF4-FFF2-40B4-BE49-F238E27FC236}">
                  <a16:creationId xmlns:a16="http://schemas.microsoft.com/office/drawing/2014/main" id="{A3F569B5-D40C-9C45-A04E-22B61B02BD41}"/>
                </a:ext>
              </a:extLst>
            </p:cNvPr>
            <p:cNvSpPr/>
            <p:nvPr/>
          </p:nvSpPr>
          <p:spPr>
            <a:xfrm>
              <a:off x="8927834" y="6058259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0" name="Oval 1269">
              <a:extLst>
                <a:ext uri="{FF2B5EF4-FFF2-40B4-BE49-F238E27FC236}">
                  <a16:creationId xmlns:a16="http://schemas.microsoft.com/office/drawing/2014/main" id="{E606ED35-3057-F64C-8685-4DE56DBC1D0B}"/>
                </a:ext>
              </a:extLst>
            </p:cNvPr>
            <p:cNvSpPr/>
            <p:nvPr/>
          </p:nvSpPr>
          <p:spPr>
            <a:xfrm>
              <a:off x="8788949" y="5862350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1" name="Rectangle 398">
              <a:extLst>
                <a:ext uri="{FF2B5EF4-FFF2-40B4-BE49-F238E27FC236}">
                  <a16:creationId xmlns:a16="http://schemas.microsoft.com/office/drawing/2014/main" id="{F5C3F92A-8648-8744-8314-F1BA15982209}"/>
                </a:ext>
              </a:extLst>
            </p:cNvPr>
            <p:cNvSpPr/>
            <p:nvPr/>
          </p:nvSpPr>
          <p:spPr>
            <a:xfrm>
              <a:off x="8747218" y="5659688"/>
              <a:ext cx="409857" cy="449283"/>
            </a:xfrm>
            <a:custGeom>
              <a:avLst/>
              <a:gdLst>
                <a:gd name="connsiteX0" fmla="*/ 0 w 488574"/>
                <a:gd name="connsiteY0" fmla="*/ 0 h 961487"/>
                <a:gd name="connsiteX1" fmla="*/ 488574 w 488574"/>
                <a:gd name="connsiteY1" fmla="*/ 0 h 961487"/>
                <a:gd name="connsiteX2" fmla="*/ 488574 w 488574"/>
                <a:gd name="connsiteY2" fmla="*/ 961487 h 961487"/>
                <a:gd name="connsiteX3" fmla="*/ 0 w 488574"/>
                <a:gd name="connsiteY3" fmla="*/ 961487 h 961487"/>
                <a:gd name="connsiteX4" fmla="*/ 0 w 488574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0 w 491749"/>
                <a:gd name="connsiteY3" fmla="*/ 961487 h 961487"/>
                <a:gd name="connsiteX4" fmla="*/ 0 w 491749"/>
                <a:gd name="connsiteY4" fmla="*/ 0 h 961487"/>
                <a:gd name="connsiteX0" fmla="*/ 0 w 491749"/>
                <a:gd name="connsiteY0" fmla="*/ 0 h 961487"/>
                <a:gd name="connsiteX1" fmla="*/ 491749 w 491749"/>
                <a:gd name="connsiteY1" fmla="*/ 457200 h 961487"/>
                <a:gd name="connsiteX2" fmla="*/ 488574 w 491749"/>
                <a:gd name="connsiteY2" fmla="*/ 961487 h 961487"/>
                <a:gd name="connsiteX3" fmla="*/ 6350 w 491749"/>
                <a:gd name="connsiteY3" fmla="*/ 478887 h 961487"/>
                <a:gd name="connsiteX4" fmla="*/ 0 w 491749"/>
                <a:gd name="connsiteY4" fmla="*/ 0 h 96148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67837"/>
                <a:gd name="connsiteX1" fmla="*/ 485417 w 485417"/>
                <a:gd name="connsiteY1" fmla="*/ 463550 h 967837"/>
                <a:gd name="connsiteX2" fmla="*/ 482242 w 485417"/>
                <a:gd name="connsiteY2" fmla="*/ 967837 h 967837"/>
                <a:gd name="connsiteX3" fmla="*/ 18 w 485417"/>
                <a:gd name="connsiteY3" fmla="*/ 485237 h 967837"/>
                <a:gd name="connsiteX4" fmla="*/ 190518 w 485417"/>
                <a:gd name="connsiteY4" fmla="*/ 0 h 967837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17"/>
                <a:gd name="connsiteY0" fmla="*/ 0 h 977362"/>
                <a:gd name="connsiteX1" fmla="*/ 485417 w 485417"/>
                <a:gd name="connsiteY1" fmla="*/ 463550 h 977362"/>
                <a:gd name="connsiteX2" fmla="*/ 250467 w 485417"/>
                <a:gd name="connsiteY2" fmla="*/ 977362 h 977362"/>
                <a:gd name="connsiteX3" fmla="*/ 18 w 485417"/>
                <a:gd name="connsiteY3" fmla="*/ 485237 h 977362"/>
                <a:gd name="connsiteX4" fmla="*/ 190518 w 485417"/>
                <a:gd name="connsiteY4" fmla="*/ 0 h 977362"/>
                <a:gd name="connsiteX0" fmla="*/ 190518 w 485420"/>
                <a:gd name="connsiteY0" fmla="*/ 0 h 977362"/>
                <a:gd name="connsiteX1" fmla="*/ 485417 w 485420"/>
                <a:gd name="connsiteY1" fmla="*/ 463550 h 977362"/>
                <a:gd name="connsiteX2" fmla="*/ 250467 w 485420"/>
                <a:gd name="connsiteY2" fmla="*/ 977362 h 977362"/>
                <a:gd name="connsiteX3" fmla="*/ 18 w 485420"/>
                <a:gd name="connsiteY3" fmla="*/ 485237 h 977362"/>
                <a:gd name="connsiteX4" fmla="*/ 190518 w 485420"/>
                <a:gd name="connsiteY4" fmla="*/ 0 h 977362"/>
                <a:gd name="connsiteX0" fmla="*/ 190518 w 409221"/>
                <a:gd name="connsiteY0" fmla="*/ 0 h 977362"/>
                <a:gd name="connsiteX1" fmla="*/ 409217 w 409221"/>
                <a:gd name="connsiteY1" fmla="*/ 488950 h 977362"/>
                <a:gd name="connsiteX2" fmla="*/ 250467 w 409221"/>
                <a:gd name="connsiteY2" fmla="*/ 977362 h 977362"/>
                <a:gd name="connsiteX3" fmla="*/ 18 w 409221"/>
                <a:gd name="connsiteY3" fmla="*/ 485237 h 977362"/>
                <a:gd name="connsiteX4" fmla="*/ 190518 w 409221"/>
                <a:gd name="connsiteY4" fmla="*/ 0 h 977362"/>
                <a:gd name="connsiteX0" fmla="*/ 184597 w 410205"/>
                <a:gd name="connsiteY0" fmla="*/ 0 h 993237"/>
                <a:gd name="connsiteX1" fmla="*/ 409646 w 410205"/>
                <a:gd name="connsiteY1" fmla="*/ 504825 h 993237"/>
                <a:gd name="connsiteX2" fmla="*/ 250896 w 410205"/>
                <a:gd name="connsiteY2" fmla="*/ 993237 h 993237"/>
                <a:gd name="connsiteX3" fmla="*/ 447 w 410205"/>
                <a:gd name="connsiteY3" fmla="*/ 501112 h 993237"/>
                <a:gd name="connsiteX4" fmla="*/ 184597 w 410205"/>
                <a:gd name="connsiteY4" fmla="*/ 0 h 993237"/>
                <a:gd name="connsiteX0" fmla="*/ 184597 w 410205"/>
                <a:gd name="connsiteY0" fmla="*/ 0 h 1101187"/>
                <a:gd name="connsiteX1" fmla="*/ 409646 w 410205"/>
                <a:gd name="connsiteY1" fmla="*/ 612775 h 1101187"/>
                <a:gd name="connsiteX2" fmla="*/ 250896 w 410205"/>
                <a:gd name="connsiteY2" fmla="*/ 1101187 h 1101187"/>
                <a:gd name="connsiteX3" fmla="*/ 447 w 410205"/>
                <a:gd name="connsiteY3" fmla="*/ 609062 h 1101187"/>
                <a:gd name="connsiteX4" fmla="*/ 184597 w 410205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604 w 410212"/>
                <a:gd name="connsiteY0" fmla="*/ 0 h 1101187"/>
                <a:gd name="connsiteX1" fmla="*/ 409653 w 410212"/>
                <a:gd name="connsiteY1" fmla="*/ 612775 h 1101187"/>
                <a:gd name="connsiteX2" fmla="*/ 250903 w 410212"/>
                <a:gd name="connsiteY2" fmla="*/ 1101187 h 1101187"/>
                <a:gd name="connsiteX3" fmla="*/ 454 w 410212"/>
                <a:gd name="connsiteY3" fmla="*/ 609062 h 1101187"/>
                <a:gd name="connsiteX4" fmla="*/ 184604 w 410212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13"/>
                <a:gd name="connsiteY0" fmla="*/ 0 h 1101187"/>
                <a:gd name="connsiteX1" fmla="*/ 409353 w 409513"/>
                <a:gd name="connsiteY1" fmla="*/ 612775 h 1101187"/>
                <a:gd name="connsiteX2" fmla="*/ 222028 w 409513"/>
                <a:gd name="connsiteY2" fmla="*/ 1101187 h 1101187"/>
                <a:gd name="connsiteX3" fmla="*/ 154 w 409513"/>
                <a:gd name="connsiteY3" fmla="*/ 609062 h 1101187"/>
                <a:gd name="connsiteX4" fmla="*/ 184304 w 409513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184304 w 409506"/>
                <a:gd name="connsiteY0" fmla="*/ 0 h 1101187"/>
                <a:gd name="connsiteX1" fmla="*/ 409353 w 409506"/>
                <a:gd name="connsiteY1" fmla="*/ 612775 h 1101187"/>
                <a:gd name="connsiteX2" fmla="*/ 222028 w 409506"/>
                <a:gd name="connsiteY2" fmla="*/ 1101187 h 1101187"/>
                <a:gd name="connsiteX3" fmla="*/ 154 w 409506"/>
                <a:gd name="connsiteY3" fmla="*/ 609062 h 1101187"/>
                <a:gd name="connsiteX4" fmla="*/ 184304 w 409506"/>
                <a:gd name="connsiteY4" fmla="*/ 0 h 1101187"/>
                <a:gd name="connsiteX0" fmla="*/ 200074 w 409300"/>
                <a:gd name="connsiteY0" fmla="*/ 0 h 1098012"/>
                <a:gd name="connsiteX1" fmla="*/ 409248 w 409300"/>
                <a:gd name="connsiteY1" fmla="*/ 609600 h 1098012"/>
                <a:gd name="connsiteX2" fmla="*/ 221923 w 409300"/>
                <a:gd name="connsiteY2" fmla="*/ 1098012 h 1098012"/>
                <a:gd name="connsiteX3" fmla="*/ 49 w 409300"/>
                <a:gd name="connsiteY3" fmla="*/ 605887 h 1098012"/>
                <a:gd name="connsiteX4" fmla="*/ 200074 w 409300"/>
                <a:gd name="connsiteY4" fmla="*/ 0 h 1098012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  <a:gd name="connsiteX0" fmla="*/ 200041 w 409231"/>
                <a:gd name="connsiteY0" fmla="*/ 0 h 1101187"/>
                <a:gd name="connsiteX1" fmla="*/ 409215 w 409231"/>
                <a:gd name="connsiteY1" fmla="*/ 609600 h 1101187"/>
                <a:gd name="connsiteX2" fmla="*/ 212365 w 409231"/>
                <a:gd name="connsiteY2" fmla="*/ 1101187 h 1101187"/>
                <a:gd name="connsiteX3" fmla="*/ 16 w 409231"/>
                <a:gd name="connsiteY3" fmla="*/ 605887 h 1101187"/>
                <a:gd name="connsiteX4" fmla="*/ 200041 w 409231"/>
                <a:gd name="connsiteY4" fmla="*/ 0 h 1101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231" h="1101187">
                  <a:moveTo>
                    <a:pt x="200041" y="0"/>
                  </a:moveTo>
                  <a:cubicBezTo>
                    <a:pt x="209441" y="252942"/>
                    <a:pt x="407161" y="426069"/>
                    <a:pt x="409215" y="609600"/>
                  </a:cubicBezTo>
                  <a:cubicBezTo>
                    <a:pt x="411269" y="793131"/>
                    <a:pt x="216598" y="850541"/>
                    <a:pt x="212365" y="1101187"/>
                  </a:cubicBezTo>
                  <a:cubicBezTo>
                    <a:pt x="189207" y="864120"/>
                    <a:pt x="2070" y="789418"/>
                    <a:pt x="16" y="605887"/>
                  </a:cubicBezTo>
                  <a:cubicBezTo>
                    <a:pt x="-2038" y="422356"/>
                    <a:pt x="198983" y="248529"/>
                    <a:pt x="200041" y="0"/>
                  </a:cubicBezTo>
                  <a:close/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5" name="Oval 1274">
              <a:extLst>
                <a:ext uri="{FF2B5EF4-FFF2-40B4-BE49-F238E27FC236}">
                  <a16:creationId xmlns:a16="http://schemas.microsoft.com/office/drawing/2014/main" id="{73542218-C5E0-6049-8B6E-B1485CE2166A}"/>
                </a:ext>
              </a:extLst>
            </p:cNvPr>
            <p:cNvSpPr/>
            <p:nvPr/>
          </p:nvSpPr>
          <p:spPr>
            <a:xfrm>
              <a:off x="8936236" y="5868083"/>
              <a:ext cx="90299" cy="902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8" name="Oval 1277">
              <a:extLst>
                <a:ext uri="{FF2B5EF4-FFF2-40B4-BE49-F238E27FC236}">
                  <a16:creationId xmlns:a16="http://schemas.microsoft.com/office/drawing/2014/main" id="{BD63D7DE-EC9F-BE45-9E64-5EEEF07451CD}"/>
                </a:ext>
              </a:extLst>
            </p:cNvPr>
            <p:cNvSpPr/>
            <p:nvPr/>
          </p:nvSpPr>
          <p:spPr>
            <a:xfrm>
              <a:off x="8942084" y="5639561"/>
              <a:ext cx="90299" cy="9029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9" name="Rectangle 1278">
            <a:extLst>
              <a:ext uri="{FF2B5EF4-FFF2-40B4-BE49-F238E27FC236}">
                <a16:creationId xmlns:a16="http://schemas.microsoft.com/office/drawing/2014/main" id="{FD8AC978-AD9C-3A47-8170-813812DB6178}"/>
              </a:ext>
            </a:extLst>
          </p:cNvPr>
          <p:cNvSpPr/>
          <p:nvPr/>
        </p:nvSpPr>
        <p:spPr>
          <a:xfrm>
            <a:off x="9110054" y="5256833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0" name="Rounded Rectangle 1279">
            <a:extLst>
              <a:ext uri="{FF2B5EF4-FFF2-40B4-BE49-F238E27FC236}">
                <a16:creationId xmlns:a16="http://schemas.microsoft.com/office/drawing/2014/main" id="{97890325-AF78-F04D-B33E-90DE877E5ED6}"/>
              </a:ext>
            </a:extLst>
          </p:cNvPr>
          <p:cNvSpPr/>
          <p:nvPr/>
        </p:nvSpPr>
        <p:spPr>
          <a:xfrm>
            <a:off x="9180068" y="5317118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05" name="Straight Connector 1304">
            <a:extLst>
              <a:ext uri="{FF2B5EF4-FFF2-40B4-BE49-F238E27FC236}">
                <a16:creationId xmlns:a16="http://schemas.microsoft.com/office/drawing/2014/main" id="{D694450D-752F-D040-AE13-3D34ED9BDA28}"/>
              </a:ext>
            </a:extLst>
          </p:cNvPr>
          <p:cNvCxnSpPr>
            <a:cxnSpLocks/>
          </p:cNvCxnSpPr>
          <p:nvPr/>
        </p:nvCxnSpPr>
        <p:spPr>
          <a:xfrm flipH="1">
            <a:off x="10442813" y="1109668"/>
            <a:ext cx="377794" cy="0"/>
          </a:xfrm>
          <a:prstGeom prst="line">
            <a:avLst/>
          </a:prstGeom>
          <a:ln w="38100" cap="rnd">
            <a:solidFill>
              <a:schemeClr val="tx1"/>
            </a:solidFill>
            <a:prstDash val="solid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7" name="Straight Connector 1306">
            <a:extLst>
              <a:ext uri="{FF2B5EF4-FFF2-40B4-BE49-F238E27FC236}">
                <a16:creationId xmlns:a16="http://schemas.microsoft.com/office/drawing/2014/main" id="{BE1ECA58-DD72-0F4F-9ED5-D45104F2E6A0}"/>
              </a:ext>
            </a:extLst>
          </p:cNvPr>
          <p:cNvCxnSpPr>
            <a:cxnSpLocks/>
          </p:cNvCxnSpPr>
          <p:nvPr/>
        </p:nvCxnSpPr>
        <p:spPr>
          <a:xfrm flipH="1">
            <a:off x="10893793" y="713428"/>
            <a:ext cx="377794" cy="0"/>
          </a:xfrm>
          <a:prstGeom prst="line">
            <a:avLst/>
          </a:prstGeom>
          <a:ln w="38100" cap="rnd">
            <a:solidFill>
              <a:schemeClr val="tx1"/>
            </a:solidFill>
            <a:prstDash val="solid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381CF3D1-E00A-9940-932A-FD9D13B9AAD8}"/>
              </a:ext>
            </a:extLst>
          </p:cNvPr>
          <p:cNvGrpSpPr/>
          <p:nvPr/>
        </p:nvGrpSpPr>
        <p:grpSpPr>
          <a:xfrm>
            <a:off x="9233298" y="5861408"/>
            <a:ext cx="342575" cy="342575"/>
            <a:chOff x="11629675" y="5497596"/>
            <a:chExt cx="416549" cy="416549"/>
          </a:xfrm>
        </p:grpSpPr>
        <p:sp>
          <p:nvSpPr>
            <p:cNvPr id="410" name="Teardrop 409">
              <a:extLst>
                <a:ext uri="{FF2B5EF4-FFF2-40B4-BE49-F238E27FC236}">
                  <a16:creationId xmlns:a16="http://schemas.microsoft.com/office/drawing/2014/main" id="{8B3662C1-726F-9F46-8A07-EDE8E788E7CF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8" name="Oval 1307">
              <a:extLst>
                <a:ext uri="{FF2B5EF4-FFF2-40B4-BE49-F238E27FC236}">
                  <a16:creationId xmlns:a16="http://schemas.microsoft.com/office/drawing/2014/main" id="{5612DA78-53CA-1A40-A849-B9D466A48E1C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17" name="Oval 1316">
            <a:extLst>
              <a:ext uri="{FF2B5EF4-FFF2-40B4-BE49-F238E27FC236}">
                <a16:creationId xmlns:a16="http://schemas.microsoft.com/office/drawing/2014/main" id="{2CF615A4-A49E-504A-AE0A-F34636ECE312}"/>
              </a:ext>
            </a:extLst>
          </p:cNvPr>
          <p:cNvSpPr/>
          <p:nvPr/>
        </p:nvSpPr>
        <p:spPr>
          <a:xfrm rot="10800000">
            <a:off x="9339671" y="6286259"/>
            <a:ext cx="138843" cy="13884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8" name="Oval 1317">
            <a:extLst>
              <a:ext uri="{FF2B5EF4-FFF2-40B4-BE49-F238E27FC236}">
                <a16:creationId xmlns:a16="http://schemas.microsoft.com/office/drawing/2014/main" id="{8774A60A-F264-8741-ABB9-89EEBE4797FE}"/>
              </a:ext>
            </a:extLst>
          </p:cNvPr>
          <p:cNvSpPr/>
          <p:nvPr/>
        </p:nvSpPr>
        <p:spPr>
          <a:xfrm rot="10800000">
            <a:off x="10001000" y="5553660"/>
            <a:ext cx="65261" cy="652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9" name="Straight Connector 1318">
            <a:extLst>
              <a:ext uri="{FF2B5EF4-FFF2-40B4-BE49-F238E27FC236}">
                <a16:creationId xmlns:a16="http://schemas.microsoft.com/office/drawing/2014/main" id="{BE137ACB-DCA7-BC4F-8709-1B8A3C956EB8}"/>
              </a:ext>
            </a:extLst>
          </p:cNvPr>
          <p:cNvCxnSpPr>
            <a:cxnSpLocks/>
          </p:cNvCxnSpPr>
          <p:nvPr/>
        </p:nvCxnSpPr>
        <p:spPr>
          <a:xfrm flipH="1" flipV="1">
            <a:off x="9665989" y="5733264"/>
            <a:ext cx="512614" cy="348386"/>
          </a:xfrm>
          <a:prstGeom prst="line">
            <a:avLst/>
          </a:prstGeom>
          <a:ln w="31750" cap="rnd">
            <a:solidFill>
              <a:schemeClr val="tx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traight Connector 1319">
            <a:extLst>
              <a:ext uri="{FF2B5EF4-FFF2-40B4-BE49-F238E27FC236}">
                <a16:creationId xmlns:a16="http://schemas.microsoft.com/office/drawing/2014/main" id="{F40F8A48-D983-4443-AABC-84903DF0B735}"/>
              </a:ext>
            </a:extLst>
          </p:cNvPr>
          <p:cNvCxnSpPr>
            <a:cxnSpLocks/>
          </p:cNvCxnSpPr>
          <p:nvPr/>
        </p:nvCxnSpPr>
        <p:spPr>
          <a:xfrm flipV="1">
            <a:off x="9470566" y="6110114"/>
            <a:ext cx="732943" cy="231269"/>
          </a:xfrm>
          <a:prstGeom prst="line">
            <a:avLst/>
          </a:prstGeom>
          <a:ln w="44450" cap="rnd">
            <a:solidFill>
              <a:schemeClr val="tx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21" name="Group 1320">
            <a:extLst>
              <a:ext uri="{FF2B5EF4-FFF2-40B4-BE49-F238E27FC236}">
                <a16:creationId xmlns:a16="http://schemas.microsoft.com/office/drawing/2014/main" id="{CA36A934-CB20-F143-872C-8EB7DCAFCAC0}"/>
              </a:ext>
            </a:extLst>
          </p:cNvPr>
          <p:cNvGrpSpPr/>
          <p:nvPr/>
        </p:nvGrpSpPr>
        <p:grpSpPr>
          <a:xfrm>
            <a:off x="9965736" y="5395099"/>
            <a:ext cx="126410" cy="126410"/>
            <a:chOff x="11629675" y="5497596"/>
            <a:chExt cx="416549" cy="416549"/>
          </a:xfrm>
        </p:grpSpPr>
        <p:sp>
          <p:nvSpPr>
            <p:cNvPr id="1322" name="Teardrop 1321">
              <a:extLst>
                <a:ext uri="{FF2B5EF4-FFF2-40B4-BE49-F238E27FC236}">
                  <a16:creationId xmlns:a16="http://schemas.microsoft.com/office/drawing/2014/main" id="{0D1A1890-5BD2-DA44-A8E1-1EE5E1B8FA33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3" name="Oval 1322">
              <a:extLst>
                <a:ext uri="{FF2B5EF4-FFF2-40B4-BE49-F238E27FC236}">
                  <a16:creationId xmlns:a16="http://schemas.microsoft.com/office/drawing/2014/main" id="{115ADE66-EB51-C942-90A8-EEA6E11AFD19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24" name="Oval 1323">
            <a:extLst>
              <a:ext uri="{FF2B5EF4-FFF2-40B4-BE49-F238E27FC236}">
                <a16:creationId xmlns:a16="http://schemas.microsoft.com/office/drawing/2014/main" id="{F4AE3D1A-6027-6842-9022-A6409E220452}"/>
              </a:ext>
            </a:extLst>
          </p:cNvPr>
          <p:cNvSpPr/>
          <p:nvPr/>
        </p:nvSpPr>
        <p:spPr>
          <a:xfrm rot="10800000">
            <a:off x="10163485" y="6058994"/>
            <a:ext cx="93778" cy="9377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5" name="Oval 1324">
            <a:extLst>
              <a:ext uri="{FF2B5EF4-FFF2-40B4-BE49-F238E27FC236}">
                <a16:creationId xmlns:a16="http://schemas.microsoft.com/office/drawing/2014/main" id="{F24170CB-2D2F-2140-8A79-62D120EFB93D}"/>
              </a:ext>
            </a:extLst>
          </p:cNvPr>
          <p:cNvSpPr/>
          <p:nvPr/>
        </p:nvSpPr>
        <p:spPr>
          <a:xfrm rot="10800000">
            <a:off x="9597368" y="5671527"/>
            <a:ext cx="78965" cy="78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26" name="Group 1325">
            <a:extLst>
              <a:ext uri="{FF2B5EF4-FFF2-40B4-BE49-F238E27FC236}">
                <a16:creationId xmlns:a16="http://schemas.microsoft.com/office/drawing/2014/main" id="{018E0690-4336-5F45-9583-C777B0F5F5C8}"/>
              </a:ext>
            </a:extLst>
          </p:cNvPr>
          <p:cNvGrpSpPr/>
          <p:nvPr/>
        </p:nvGrpSpPr>
        <p:grpSpPr>
          <a:xfrm>
            <a:off x="9544925" y="5448868"/>
            <a:ext cx="179442" cy="179442"/>
            <a:chOff x="11629675" y="5497596"/>
            <a:chExt cx="416549" cy="416549"/>
          </a:xfrm>
        </p:grpSpPr>
        <p:sp>
          <p:nvSpPr>
            <p:cNvPr id="1327" name="Teardrop 1326">
              <a:extLst>
                <a:ext uri="{FF2B5EF4-FFF2-40B4-BE49-F238E27FC236}">
                  <a16:creationId xmlns:a16="http://schemas.microsoft.com/office/drawing/2014/main" id="{65806F8C-BD5A-0E4A-8670-D7F1A7A94E17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8" name="Oval 1327">
              <a:extLst>
                <a:ext uri="{FF2B5EF4-FFF2-40B4-BE49-F238E27FC236}">
                  <a16:creationId xmlns:a16="http://schemas.microsoft.com/office/drawing/2014/main" id="{B589F62A-E44C-F447-A1B9-6F468DDA9CC8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0" name="Group 1459">
            <a:extLst>
              <a:ext uri="{FF2B5EF4-FFF2-40B4-BE49-F238E27FC236}">
                <a16:creationId xmlns:a16="http://schemas.microsoft.com/office/drawing/2014/main" id="{B881527B-52EE-5D4C-8FC0-0B9FB9FAC696}"/>
              </a:ext>
            </a:extLst>
          </p:cNvPr>
          <p:cNvGrpSpPr/>
          <p:nvPr/>
        </p:nvGrpSpPr>
        <p:grpSpPr>
          <a:xfrm>
            <a:off x="7883374" y="6044371"/>
            <a:ext cx="403225" cy="440558"/>
            <a:chOff x="9375775" y="5967941"/>
            <a:chExt cx="403225" cy="440558"/>
          </a:xfrm>
        </p:grpSpPr>
        <p:sp>
          <p:nvSpPr>
            <p:cNvPr id="1457" name="Process 1456">
              <a:extLst>
                <a:ext uri="{FF2B5EF4-FFF2-40B4-BE49-F238E27FC236}">
                  <a16:creationId xmlns:a16="http://schemas.microsoft.com/office/drawing/2014/main" id="{8FB8BCB9-5CE7-EC46-A9FE-4C0881D1B177}"/>
                </a:ext>
              </a:extLst>
            </p:cNvPr>
            <p:cNvSpPr/>
            <p:nvPr/>
          </p:nvSpPr>
          <p:spPr>
            <a:xfrm>
              <a:off x="9375775" y="6107712"/>
              <a:ext cx="403225" cy="265174"/>
            </a:xfrm>
            <a:prstGeom prst="flowChartProcess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58" name="Straight Connector 1457">
              <a:extLst>
                <a:ext uri="{FF2B5EF4-FFF2-40B4-BE49-F238E27FC236}">
                  <a16:creationId xmlns:a16="http://schemas.microsoft.com/office/drawing/2014/main" id="{3DBC529F-097E-E541-A40A-C4BA71212E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77387" y="5967941"/>
              <a:ext cx="0" cy="440558"/>
            </a:xfrm>
            <a:prstGeom prst="line">
              <a:avLst/>
            </a:prstGeom>
            <a:ln w="38100" cap="rnd">
              <a:solidFill>
                <a:schemeClr val="tx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5" name="Straight Connector 1454">
              <a:extLst>
                <a:ext uri="{FF2B5EF4-FFF2-40B4-BE49-F238E27FC236}">
                  <a16:creationId xmlns:a16="http://schemas.microsoft.com/office/drawing/2014/main" id="{38B44610-18E3-844C-B823-6D08FD747B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8490" y="6258292"/>
              <a:ext cx="377794" cy="0"/>
            </a:xfrm>
            <a:prstGeom prst="line">
              <a:avLst/>
            </a:prstGeom>
            <a:ln w="38100" cap="rnd">
              <a:solidFill>
                <a:schemeClr val="bg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9" name="Group 1328">
            <a:extLst>
              <a:ext uri="{FF2B5EF4-FFF2-40B4-BE49-F238E27FC236}">
                <a16:creationId xmlns:a16="http://schemas.microsoft.com/office/drawing/2014/main" id="{50D71C2F-DA37-064F-A789-F07318F4564D}"/>
              </a:ext>
            </a:extLst>
          </p:cNvPr>
          <p:cNvGrpSpPr/>
          <p:nvPr/>
        </p:nvGrpSpPr>
        <p:grpSpPr>
          <a:xfrm>
            <a:off x="10089174" y="5777457"/>
            <a:ext cx="231384" cy="231384"/>
            <a:chOff x="11629675" y="5497596"/>
            <a:chExt cx="416549" cy="416549"/>
          </a:xfrm>
        </p:grpSpPr>
        <p:sp>
          <p:nvSpPr>
            <p:cNvPr id="1330" name="Teardrop 1329">
              <a:extLst>
                <a:ext uri="{FF2B5EF4-FFF2-40B4-BE49-F238E27FC236}">
                  <a16:creationId xmlns:a16="http://schemas.microsoft.com/office/drawing/2014/main" id="{E9023A1A-9BCC-3947-AC96-6FF6A205D96C}"/>
                </a:ext>
              </a:extLst>
            </p:cNvPr>
            <p:cNvSpPr/>
            <p:nvPr/>
          </p:nvSpPr>
          <p:spPr>
            <a:xfrm rot="8100000">
              <a:off x="11629675" y="5497596"/>
              <a:ext cx="416549" cy="416549"/>
            </a:xfrm>
            <a:prstGeom prst="teardrop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1" name="Oval 1330">
              <a:extLst>
                <a:ext uri="{FF2B5EF4-FFF2-40B4-BE49-F238E27FC236}">
                  <a16:creationId xmlns:a16="http://schemas.microsoft.com/office/drawing/2014/main" id="{21D6423C-1BEB-4143-887F-A34A93ACEE6E}"/>
                </a:ext>
              </a:extLst>
            </p:cNvPr>
            <p:cNvSpPr/>
            <p:nvPr/>
          </p:nvSpPr>
          <p:spPr>
            <a:xfrm rot="10800000">
              <a:off x="11743837" y="5606789"/>
              <a:ext cx="193057" cy="19305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2" name="Group 1461">
            <a:extLst>
              <a:ext uri="{FF2B5EF4-FFF2-40B4-BE49-F238E27FC236}">
                <a16:creationId xmlns:a16="http://schemas.microsoft.com/office/drawing/2014/main" id="{CBD705CF-7857-5444-BADE-4727DEBAFDFD}"/>
              </a:ext>
            </a:extLst>
          </p:cNvPr>
          <p:cNvGrpSpPr/>
          <p:nvPr/>
        </p:nvGrpSpPr>
        <p:grpSpPr>
          <a:xfrm>
            <a:off x="8334921" y="5700484"/>
            <a:ext cx="403225" cy="440558"/>
            <a:chOff x="9375775" y="6077532"/>
            <a:chExt cx="403225" cy="440558"/>
          </a:xfrm>
        </p:grpSpPr>
        <p:sp>
          <p:nvSpPr>
            <p:cNvPr id="1463" name="Process 1462">
              <a:extLst>
                <a:ext uri="{FF2B5EF4-FFF2-40B4-BE49-F238E27FC236}">
                  <a16:creationId xmlns:a16="http://schemas.microsoft.com/office/drawing/2014/main" id="{ED1E8D39-B59F-4548-B55B-09BC1C455971}"/>
                </a:ext>
              </a:extLst>
            </p:cNvPr>
            <p:cNvSpPr/>
            <p:nvPr/>
          </p:nvSpPr>
          <p:spPr>
            <a:xfrm>
              <a:off x="9375775" y="6107712"/>
              <a:ext cx="403225" cy="311448"/>
            </a:xfrm>
            <a:prstGeom prst="flowChartProcess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64" name="Straight Connector 1463">
              <a:extLst>
                <a:ext uri="{FF2B5EF4-FFF2-40B4-BE49-F238E27FC236}">
                  <a16:creationId xmlns:a16="http://schemas.microsoft.com/office/drawing/2014/main" id="{010B0AE7-6FDE-1241-B3EB-503F01B93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77387" y="6077532"/>
              <a:ext cx="0" cy="440558"/>
            </a:xfrm>
            <a:prstGeom prst="line">
              <a:avLst/>
            </a:prstGeom>
            <a:ln w="38100" cap="rnd">
              <a:solidFill>
                <a:schemeClr val="tx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5" name="Straight Connector 1464">
              <a:extLst>
                <a:ext uri="{FF2B5EF4-FFF2-40B4-BE49-F238E27FC236}">
                  <a16:creationId xmlns:a16="http://schemas.microsoft.com/office/drawing/2014/main" id="{8388DBDB-8CE9-7A45-8888-34CC376D5F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8490" y="6228012"/>
              <a:ext cx="377794" cy="0"/>
            </a:xfrm>
            <a:prstGeom prst="line">
              <a:avLst/>
            </a:prstGeom>
            <a:ln w="38100" cap="rnd">
              <a:solidFill>
                <a:schemeClr val="bg1"/>
              </a:solidFill>
              <a:prstDash val="solid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32" name="Straight Connector 1331">
            <a:extLst>
              <a:ext uri="{FF2B5EF4-FFF2-40B4-BE49-F238E27FC236}">
                <a16:creationId xmlns:a16="http://schemas.microsoft.com/office/drawing/2014/main" id="{AD6A2882-D897-3147-941B-0F0FAF686CA1}"/>
              </a:ext>
            </a:extLst>
          </p:cNvPr>
          <p:cNvCxnSpPr>
            <a:cxnSpLocks/>
          </p:cNvCxnSpPr>
          <p:nvPr/>
        </p:nvCxnSpPr>
        <p:spPr>
          <a:xfrm flipV="1">
            <a:off x="9669812" y="5591175"/>
            <a:ext cx="369538" cy="109774"/>
          </a:xfrm>
          <a:prstGeom prst="line">
            <a:avLst/>
          </a:prstGeom>
          <a:ln w="15875" cap="rnd">
            <a:solidFill>
              <a:schemeClr val="tx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9" name="Rectangle 1338">
            <a:extLst>
              <a:ext uri="{FF2B5EF4-FFF2-40B4-BE49-F238E27FC236}">
                <a16:creationId xmlns:a16="http://schemas.microsoft.com/office/drawing/2014/main" id="{853DB538-7E96-484F-B540-0A65524F7AC7}"/>
              </a:ext>
            </a:extLst>
          </p:cNvPr>
          <p:cNvSpPr/>
          <p:nvPr/>
        </p:nvSpPr>
        <p:spPr>
          <a:xfrm>
            <a:off x="1243391" y="3779171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5" name="Rounded Rectangle 1404">
            <a:extLst>
              <a:ext uri="{FF2B5EF4-FFF2-40B4-BE49-F238E27FC236}">
                <a16:creationId xmlns:a16="http://schemas.microsoft.com/office/drawing/2014/main" id="{3C386F06-D720-8B47-83F0-2883AC0021EB}"/>
              </a:ext>
            </a:extLst>
          </p:cNvPr>
          <p:cNvSpPr/>
          <p:nvPr/>
        </p:nvSpPr>
        <p:spPr>
          <a:xfrm>
            <a:off x="1310963" y="3844711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06" name="Group 1405">
            <a:extLst>
              <a:ext uri="{FF2B5EF4-FFF2-40B4-BE49-F238E27FC236}">
                <a16:creationId xmlns:a16="http://schemas.microsoft.com/office/drawing/2014/main" id="{99476A56-6FD9-3442-9896-B1622256FF18}"/>
              </a:ext>
            </a:extLst>
          </p:cNvPr>
          <p:cNvGrpSpPr/>
          <p:nvPr/>
        </p:nvGrpSpPr>
        <p:grpSpPr>
          <a:xfrm rot="20623026">
            <a:off x="1406121" y="4013469"/>
            <a:ext cx="906003" cy="813212"/>
            <a:chOff x="6036208" y="46177"/>
            <a:chExt cx="1095709" cy="983494"/>
          </a:xfrm>
        </p:grpSpPr>
        <p:sp>
          <p:nvSpPr>
            <p:cNvPr id="1407" name="Oval 1406">
              <a:extLst>
                <a:ext uri="{FF2B5EF4-FFF2-40B4-BE49-F238E27FC236}">
                  <a16:creationId xmlns:a16="http://schemas.microsoft.com/office/drawing/2014/main" id="{6FF9F301-04CD-4948-8C19-B002A16D45F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8" name="Oval 1407">
              <a:extLst>
                <a:ext uri="{FF2B5EF4-FFF2-40B4-BE49-F238E27FC236}">
                  <a16:creationId xmlns:a16="http://schemas.microsoft.com/office/drawing/2014/main" id="{F8489D16-7037-C849-A20F-69241818FEE0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9" name="Oval 1408">
              <a:extLst>
                <a:ext uri="{FF2B5EF4-FFF2-40B4-BE49-F238E27FC236}">
                  <a16:creationId xmlns:a16="http://schemas.microsoft.com/office/drawing/2014/main" id="{25138759-B73A-9F43-9E26-8277932A7AD6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0" name="Oval 1409">
              <a:extLst>
                <a:ext uri="{FF2B5EF4-FFF2-40B4-BE49-F238E27FC236}">
                  <a16:creationId xmlns:a16="http://schemas.microsoft.com/office/drawing/2014/main" id="{44C23D1F-6115-0948-907D-906D51B13249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1" name="Oval 1410">
              <a:extLst>
                <a:ext uri="{FF2B5EF4-FFF2-40B4-BE49-F238E27FC236}">
                  <a16:creationId xmlns:a16="http://schemas.microsoft.com/office/drawing/2014/main" id="{59278E72-78AA-EF4F-B933-96CD0471230D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2" name="Oval 1411">
              <a:extLst>
                <a:ext uri="{FF2B5EF4-FFF2-40B4-BE49-F238E27FC236}">
                  <a16:creationId xmlns:a16="http://schemas.microsoft.com/office/drawing/2014/main" id="{7123B527-20EF-2349-B650-0E03399DAE72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3" name="Oval 1412">
              <a:extLst>
                <a:ext uri="{FF2B5EF4-FFF2-40B4-BE49-F238E27FC236}">
                  <a16:creationId xmlns:a16="http://schemas.microsoft.com/office/drawing/2014/main" id="{380F3AE1-018D-B64B-88F2-4A0782873BA2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4" name="Oval 1413">
              <a:extLst>
                <a:ext uri="{FF2B5EF4-FFF2-40B4-BE49-F238E27FC236}">
                  <a16:creationId xmlns:a16="http://schemas.microsoft.com/office/drawing/2014/main" id="{C7EE344E-0C2B-9847-939C-BD32B728CEB4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5" name="Oval 1414">
              <a:extLst>
                <a:ext uri="{FF2B5EF4-FFF2-40B4-BE49-F238E27FC236}">
                  <a16:creationId xmlns:a16="http://schemas.microsoft.com/office/drawing/2014/main" id="{02327214-82BB-0248-B64E-A28DBD51BCE6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6" name="Oval 1415">
              <a:extLst>
                <a:ext uri="{FF2B5EF4-FFF2-40B4-BE49-F238E27FC236}">
                  <a16:creationId xmlns:a16="http://schemas.microsoft.com/office/drawing/2014/main" id="{B72E8939-824D-7343-990F-9244A974BE7D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7" name="Oval 1416">
              <a:extLst>
                <a:ext uri="{FF2B5EF4-FFF2-40B4-BE49-F238E27FC236}">
                  <a16:creationId xmlns:a16="http://schemas.microsoft.com/office/drawing/2014/main" id="{3471C85D-7F78-D342-95BB-E26D0AACC46D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18" name="Straight Connector 1417">
              <a:extLst>
                <a:ext uri="{FF2B5EF4-FFF2-40B4-BE49-F238E27FC236}">
                  <a16:creationId xmlns:a16="http://schemas.microsoft.com/office/drawing/2014/main" id="{F1432A3D-0631-5446-BC19-9F29298B12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9" name="Straight Connector 1418">
              <a:extLst>
                <a:ext uri="{FF2B5EF4-FFF2-40B4-BE49-F238E27FC236}">
                  <a16:creationId xmlns:a16="http://schemas.microsoft.com/office/drawing/2014/main" id="{5853EEDA-CF19-224B-8618-4CD10B4ED6A0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0" name="Straight Connector 1419">
              <a:extLst>
                <a:ext uri="{FF2B5EF4-FFF2-40B4-BE49-F238E27FC236}">
                  <a16:creationId xmlns:a16="http://schemas.microsoft.com/office/drawing/2014/main" id="{8B70DAF9-85BF-3B43-9CB6-5E9FDA0CD8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1" name="Straight Connector 1420">
              <a:extLst>
                <a:ext uri="{FF2B5EF4-FFF2-40B4-BE49-F238E27FC236}">
                  <a16:creationId xmlns:a16="http://schemas.microsoft.com/office/drawing/2014/main" id="{25F6A0AC-88EA-734E-A45D-DE95D67B6B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2" name="Straight Connector 1421">
              <a:extLst>
                <a:ext uri="{FF2B5EF4-FFF2-40B4-BE49-F238E27FC236}">
                  <a16:creationId xmlns:a16="http://schemas.microsoft.com/office/drawing/2014/main" id="{D91CB230-6112-864A-A68B-3CC27B1AF1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3" name="Straight Connector 1422">
              <a:extLst>
                <a:ext uri="{FF2B5EF4-FFF2-40B4-BE49-F238E27FC236}">
                  <a16:creationId xmlns:a16="http://schemas.microsoft.com/office/drawing/2014/main" id="{B1E6F715-9E2D-F440-B420-0324CFCD4895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4" name="Straight Connector 1423">
              <a:extLst>
                <a:ext uri="{FF2B5EF4-FFF2-40B4-BE49-F238E27FC236}">
                  <a16:creationId xmlns:a16="http://schemas.microsoft.com/office/drawing/2014/main" id="{F5106590-81DB-964E-8319-D1A945032E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5" name="Straight Connector 1424">
              <a:extLst>
                <a:ext uri="{FF2B5EF4-FFF2-40B4-BE49-F238E27FC236}">
                  <a16:creationId xmlns:a16="http://schemas.microsoft.com/office/drawing/2014/main" id="{B72FD087-3F3B-394F-879F-F370881697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6" name="Straight Connector 1425">
              <a:extLst>
                <a:ext uri="{FF2B5EF4-FFF2-40B4-BE49-F238E27FC236}">
                  <a16:creationId xmlns:a16="http://schemas.microsoft.com/office/drawing/2014/main" id="{365E5A2E-14D3-EC49-8539-607158A8D9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7" name="Straight Connector 1426">
              <a:extLst>
                <a:ext uri="{FF2B5EF4-FFF2-40B4-BE49-F238E27FC236}">
                  <a16:creationId xmlns:a16="http://schemas.microsoft.com/office/drawing/2014/main" id="{C1F56A96-CEE3-8141-86D3-E1B23CB8D9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8" name="Straight Connector 1427">
              <a:extLst>
                <a:ext uri="{FF2B5EF4-FFF2-40B4-BE49-F238E27FC236}">
                  <a16:creationId xmlns:a16="http://schemas.microsoft.com/office/drawing/2014/main" id="{EB4D1FE8-4C4E-3C43-A11D-13386581A6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9" name="Rectangle 1428">
            <a:extLst>
              <a:ext uri="{FF2B5EF4-FFF2-40B4-BE49-F238E27FC236}">
                <a16:creationId xmlns:a16="http://schemas.microsoft.com/office/drawing/2014/main" id="{984DDCD2-FCFE-5F47-BF96-3460BA6449CB}"/>
              </a:ext>
            </a:extLst>
          </p:cNvPr>
          <p:cNvSpPr/>
          <p:nvPr/>
        </p:nvSpPr>
        <p:spPr>
          <a:xfrm>
            <a:off x="7632752" y="527233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3" name="Rectangle 1482">
            <a:extLst>
              <a:ext uri="{FF2B5EF4-FFF2-40B4-BE49-F238E27FC236}">
                <a16:creationId xmlns:a16="http://schemas.microsoft.com/office/drawing/2014/main" id="{969A8024-9673-A048-9BE3-CE6ADE4170F2}"/>
              </a:ext>
            </a:extLst>
          </p:cNvPr>
          <p:cNvSpPr/>
          <p:nvPr/>
        </p:nvSpPr>
        <p:spPr>
          <a:xfrm>
            <a:off x="3214026" y="3862380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0" name="Rounded Rectangle 1429">
            <a:extLst>
              <a:ext uri="{FF2B5EF4-FFF2-40B4-BE49-F238E27FC236}">
                <a16:creationId xmlns:a16="http://schemas.microsoft.com/office/drawing/2014/main" id="{9446EA78-7F24-1D42-B81E-97630293B7FE}"/>
              </a:ext>
            </a:extLst>
          </p:cNvPr>
          <p:cNvSpPr/>
          <p:nvPr/>
        </p:nvSpPr>
        <p:spPr>
          <a:xfrm>
            <a:off x="7702766" y="5332620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5" name="Rectangle 1484">
            <a:extLst>
              <a:ext uri="{FF2B5EF4-FFF2-40B4-BE49-F238E27FC236}">
                <a16:creationId xmlns:a16="http://schemas.microsoft.com/office/drawing/2014/main" id="{B9E887A3-74C8-FE47-97F8-D0AFB753B425}"/>
              </a:ext>
            </a:extLst>
          </p:cNvPr>
          <p:cNvSpPr/>
          <p:nvPr/>
        </p:nvSpPr>
        <p:spPr>
          <a:xfrm>
            <a:off x="3755609" y="4124157"/>
            <a:ext cx="628368" cy="628369"/>
          </a:xfrm>
          <a:prstGeom prst="rect">
            <a:avLst/>
          </a:prstGeom>
          <a:noFill/>
          <a:ln w="28575" cap="rnd">
            <a:solidFill>
              <a:schemeClr val="tx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1" name="TextBox 1430">
            <a:extLst>
              <a:ext uri="{FF2B5EF4-FFF2-40B4-BE49-F238E27FC236}">
                <a16:creationId xmlns:a16="http://schemas.microsoft.com/office/drawing/2014/main" id="{8342C8E5-8F96-5A45-B053-1D8BFBE96306}"/>
              </a:ext>
            </a:extLst>
          </p:cNvPr>
          <p:cNvSpPr txBox="1"/>
          <p:nvPr/>
        </p:nvSpPr>
        <p:spPr>
          <a:xfrm>
            <a:off x="7869246" y="5293440"/>
            <a:ext cx="8723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***</a:t>
            </a:r>
          </a:p>
        </p:txBody>
      </p:sp>
      <p:cxnSp>
        <p:nvCxnSpPr>
          <p:cNvPr id="1486" name="Straight Connector 1485">
            <a:extLst>
              <a:ext uri="{FF2B5EF4-FFF2-40B4-BE49-F238E27FC236}">
                <a16:creationId xmlns:a16="http://schemas.microsoft.com/office/drawing/2014/main" id="{32208BA4-DDB7-B84E-BC98-7D6D0389EC07}"/>
              </a:ext>
            </a:extLst>
          </p:cNvPr>
          <p:cNvCxnSpPr/>
          <p:nvPr/>
        </p:nvCxnSpPr>
        <p:spPr>
          <a:xfrm flipV="1">
            <a:off x="3401373" y="4118615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7" name="Straight Connector 1486">
            <a:extLst>
              <a:ext uri="{FF2B5EF4-FFF2-40B4-BE49-F238E27FC236}">
                <a16:creationId xmlns:a16="http://schemas.microsoft.com/office/drawing/2014/main" id="{0915871D-411C-BB41-8D4A-0091B10D44A2}"/>
              </a:ext>
            </a:extLst>
          </p:cNvPr>
          <p:cNvCxnSpPr/>
          <p:nvPr/>
        </p:nvCxnSpPr>
        <p:spPr>
          <a:xfrm flipV="1">
            <a:off x="3392910" y="4742652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8" name="Straight Connector 1487">
            <a:extLst>
              <a:ext uri="{FF2B5EF4-FFF2-40B4-BE49-F238E27FC236}">
                <a16:creationId xmlns:a16="http://schemas.microsoft.com/office/drawing/2014/main" id="{3FAD83AB-3115-E340-BC91-E53BFDC738C6}"/>
              </a:ext>
            </a:extLst>
          </p:cNvPr>
          <p:cNvCxnSpPr/>
          <p:nvPr/>
        </p:nvCxnSpPr>
        <p:spPr>
          <a:xfrm flipV="1">
            <a:off x="4008844" y="4130282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9" name="Straight Connector 1488">
            <a:extLst>
              <a:ext uri="{FF2B5EF4-FFF2-40B4-BE49-F238E27FC236}">
                <a16:creationId xmlns:a16="http://schemas.microsoft.com/office/drawing/2014/main" id="{AC01A23D-1549-F442-B0F6-0653361600DA}"/>
              </a:ext>
            </a:extLst>
          </p:cNvPr>
          <p:cNvCxnSpPr/>
          <p:nvPr/>
        </p:nvCxnSpPr>
        <p:spPr>
          <a:xfrm flipV="1">
            <a:off x="4019392" y="4759277"/>
            <a:ext cx="372851" cy="220341"/>
          </a:xfrm>
          <a:prstGeom prst="line">
            <a:avLst/>
          </a:prstGeom>
          <a:ln w="28575" cap="rnd">
            <a:solidFill>
              <a:schemeClr val="tx1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00" name="Group 1499">
            <a:extLst>
              <a:ext uri="{FF2B5EF4-FFF2-40B4-BE49-F238E27FC236}">
                <a16:creationId xmlns:a16="http://schemas.microsoft.com/office/drawing/2014/main" id="{9606BD07-7B68-1744-83B1-E431A6EDC40B}"/>
              </a:ext>
            </a:extLst>
          </p:cNvPr>
          <p:cNvGrpSpPr/>
          <p:nvPr/>
        </p:nvGrpSpPr>
        <p:grpSpPr>
          <a:xfrm>
            <a:off x="3715202" y="4635422"/>
            <a:ext cx="313483" cy="281351"/>
            <a:chOff x="4905537" y="5806796"/>
            <a:chExt cx="545170" cy="494967"/>
          </a:xfrm>
          <a:solidFill>
            <a:schemeClr val="tx1"/>
          </a:solidFill>
        </p:grpSpPr>
        <p:sp>
          <p:nvSpPr>
            <p:cNvPr id="1509" name="Parallelogram 1508">
              <a:extLst>
                <a:ext uri="{FF2B5EF4-FFF2-40B4-BE49-F238E27FC236}">
                  <a16:creationId xmlns:a16="http://schemas.microsoft.com/office/drawing/2014/main" id="{DC2280C0-3378-6A46-B515-22FFC9036059}"/>
                </a:ext>
              </a:extLst>
            </p:cNvPr>
            <p:cNvSpPr/>
            <p:nvPr/>
          </p:nvSpPr>
          <p:spPr>
            <a:xfrm rot="5400000" flipH="1">
              <a:off x="5105715" y="5956769"/>
              <a:ext cx="494962" cy="195023"/>
            </a:xfrm>
            <a:prstGeom prst="parallelogram">
              <a:avLst>
                <a:gd name="adj" fmla="val 68968"/>
              </a:avLst>
            </a:prstGeom>
            <a:grpFill/>
            <a:ln w="190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0" name="Parallelogram 1509">
              <a:extLst>
                <a:ext uri="{FF2B5EF4-FFF2-40B4-BE49-F238E27FC236}">
                  <a16:creationId xmlns:a16="http://schemas.microsoft.com/office/drawing/2014/main" id="{84D63947-09C2-0740-B48E-ADAA94624A37}"/>
                </a:ext>
              </a:extLst>
            </p:cNvPr>
            <p:cNvSpPr/>
            <p:nvPr/>
          </p:nvSpPr>
          <p:spPr>
            <a:xfrm>
              <a:off x="4905537" y="5806796"/>
              <a:ext cx="542530" cy="130197"/>
            </a:xfrm>
            <a:prstGeom prst="parallelogram">
              <a:avLst>
                <a:gd name="adj" fmla="val 153011"/>
              </a:avLst>
            </a:prstGeom>
            <a:grpFill/>
            <a:ln w="190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8" name="Rectangle 1507">
              <a:extLst>
                <a:ext uri="{FF2B5EF4-FFF2-40B4-BE49-F238E27FC236}">
                  <a16:creationId xmlns:a16="http://schemas.microsoft.com/office/drawing/2014/main" id="{E61126E9-2D7A-8B49-92B8-D86A117DBF76}"/>
                </a:ext>
              </a:extLst>
            </p:cNvPr>
            <p:cNvSpPr/>
            <p:nvPr/>
          </p:nvSpPr>
          <p:spPr>
            <a:xfrm>
              <a:off x="4905708" y="5941763"/>
              <a:ext cx="360000" cy="360000"/>
            </a:xfrm>
            <a:prstGeom prst="rect">
              <a:avLst/>
            </a:prstGeom>
            <a:grpFill/>
            <a:ln w="1905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8" name="Rectangle 1497">
            <a:extLst>
              <a:ext uri="{FF2B5EF4-FFF2-40B4-BE49-F238E27FC236}">
                <a16:creationId xmlns:a16="http://schemas.microsoft.com/office/drawing/2014/main" id="{3123B154-0656-B64F-BA59-82CD28592F55}"/>
              </a:ext>
            </a:extLst>
          </p:cNvPr>
          <p:cNvSpPr/>
          <p:nvPr/>
        </p:nvSpPr>
        <p:spPr>
          <a:xfrm>
            <a:off x="3393686" y="4344498"/>
            <a:ext cx="628368" cy="628369"/>
          </a:xfrm>
          <a:prstGeom prst="rect">
            <a:avLst/>
          </a:prstGeom>
          <a:noFill/>
          <a:ln w="28575" cap="rnd">
            <a:solidFill>
              <a:schemeClr val="tx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1" name="Rounded Rectangle 1510">
            <a:extLst>
              <a:ext uri="{FF2B5EF4-FFF2-40B4-BE49-F238E27FC236}">
                <a16:creationId xmlns:a16="http://schemas.microsoft.com/office/drawing/2014/main" id="{5B2B2DB6-53BF-AD43-886D-3E0B207A97A5}"/>
              </a:ext>
            </a:extLst>
          </p:cNvPr>
          <p:cNvSpPr/>
          <p:nvPr/>
        </p:nvSpPr>
        <p:spPr>
          <a:xfrm>
            <a:off x="3295882" y="3925582"/>
            <a:ext cx="1205195" cy="122465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12" name="Group 1511">
            <a:extLst>
              <a:ext uri="{FF2B5EF4-FFF2-40B4-BE49-F238E27FC236}">
                <a16:creationId xmlns:a16="http://schemas.microsoft.com/office/drawing/2014/main" id="{E5230A82-B7A1-8D44-AAD3-64675E945D66}"/>
              </a:ext>
            </a:extLst>
          </p:cNvPr>
          <p:cNvGrpSpPr/>
          <p:nvPr/>
        </p:nvGrpSpPr>
        <p:grpSpPr>
          <a:xfrm>
            <a:off x="1860186" y="5319083"/>
            <a:ext cx="1205195" cy="1224654"/>
            <a:chOff x="1860186" y="5342617"/>
            <a:chExt cx="1205195" cy="1224654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721DF5C3-9F9C-D742-881F-964D53809AC5}"/>
                </a:ext>
              </a:extLst>
            </p:cNvPr>
            <p:cNvSpPr/>
            <p:nvPr/>
          </p:nvSpPr>
          <p:spPr>
            <a:xfrm>
              <a:off x="2064830" y="6371129"/>
              <a:ext cx="130127" cy="130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FEBD874-1EB4-A240-BC0E-424C51818A99}"/>
                </a:ext>
              </a:extLst>
            </p:cNvPr>
            <p:cNvGrpSpPr/>
            <p:nvPr/>
          </p:nvGrpSpPr>
          <p:grpSpPr>
            <a:xfrm>
              <a:off x="1934898" y="5402595"/>
              <a:ext cx="557004" cy="504357"/>
              <a:chOff x="1820920" y="5346061"/>
              <a:chExt cx="642595" cy="581859"/>
            </a:xfrm>
          </p:grpSpPr>
          <p:grpSp>
            <p:nvGrpSpPr>
              <p:cNvPr id="849" name="Group 848">
                <a:extLst>
                  <a:ext uri="{FF2B5EF4-FFF2-40B4-BE49-F238E27FC236}">
                    <a16:creationId xmlns:a16="http://schemas.microsoft.com/office/drawing/2014/main" id="{4545D63F-45A2-DF4B-8EA5-6DF9CFD66B7D}"/>
                  </a:ext>
                </a:extLst>
              </p:cNvPr>
              <p:cNvGrpSpPr/>
              <p:nvPr/>
            </p:nvGrpSpPr>
            <p:grpSpPr>
              <a:xfrm>
                <a:off x="1862784" y="5379759"/>
                <a:ext cx="563170" cy="501810"/>
                <a:chOff x="4905708" y="5806796"/>
                <a:chExt cx="555491" cy="494967"/>
              </a:xfrm>
            </p:grpSpPr>
            <p:sp>
              <p:nvSpPr>
                <p:cNvPr id="850" name="Rectangle 849">
                  <a:extLst>
                    <a:ext uri="{FF2B5EF4-FFF2-40B4-BE49-F238E27FC236}">
                      <a16:creationId xmlns:a16="http://schemas.microsoft.com/office/drawing/2014/main" id="{DBDFC5BF-3C09-7E4F-B0EA-64FA5B3D041A}"/>
                    </a:ext>
                  </a:extLst>
                </p:cNvPr>
                <p:cNvSpPr/>
                <p:nvPr/>
              </p:nvSpPr>
              <p:spPr>
                <a:xfrm>
                  <a:off x="4905708" y="5941763"/>
                  <a:ext cx="360000" cy="360000"/>
                </a:xfrm>
                <a:prstGeom prst="rect">
                  <a:avLst/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1" name="Parallelogram 850">
                  <a:extLst>
                    <a:ext uri="{FF2B5EF4-FFF2-40B4-BE49-F238E27FC236}">
                      <a16:creationId xmlns:a16="http://schemas.microsoft.com/office/drawing/2014/main" id="{6FD180AE-65B6-614D-B4A8-3F61535C52F8}"/>
                    </a:ext>
                  </a:extLst>
                </p:cNvPr>
                <p:cNvSpPr/>
                <p:nvPr/>
              </p:nvSpPr>
              <p:spPr>
                <a:xfrm rot="5400000" flipH="1">
                  <a:off x="5116207" y="5956768"/>
                  <a:ext cx="494962" cy="195023"/>
                </a:xfrm>
                <a:prstGeom prst="parallelogram">
                  <a:avLst>
                    <a:gd name="adj" fmla="val 67413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2" name="Parallelogram 851">
                  <a:extLst>
                    <a:ext uri="{FF2B5EF4-FFF2-40B4-BE49-F238E27FC236}">
                      <a16:creationId xmlns:a16="http://schemas.microsoft.com/office/drawing/2014/main" id="{D939AD10-B129-3340-9A90-1792F6D44CF7}"/>
                    </a:ext>
                  </a:extLst>
                </p:cNvPr>
                <p:cNvSpPr/>
                <p:nvPr/>
              </p:nvSpPr>
              <p:spPr>
                <a:xfrm>
                  <a:off x="4908160" y="5806796"/>
                  <a:ext cx="553039" cy="130197"/>
                </a:xfrm>
                <a:prstGeom prst="parallelogram">
                  <a:avLst>
                    <a:gd name="adj" fmla="val 147599"/>
                  </a:avLst>
                </a:prstGeom>
                <a:solidFill>
                  <a:schemeClr val="bg1"/>
                </a:solidFill>
                <a:ln w="285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55" name="Oval 854">
                <a:extLst>
                  <a:ext uri="{FF2B5EF4-FFF2-40B4-BE49-F238E27FC236}">
                    <a16:creationId xmlns:a16="http://schemas.microsoft.com/office/drawing/2014/main" id="{83944635-AF4B-7844-B9B5-74EA8EA78FF1}"/>
                  </a:ext>
                </a:extLst>
              </p:cNvPr>
              <p:cNvSpPr/>
              <p:nvPr/>
            </p:nvSpPr>
            <p:spPr>
              <a:xfrm>
                <a:off x="1820920" y="5841797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6" name="Oval 855">
                <a:extLst>
                  <a:ext uri="{FF2B5EF4-FFF2-40B4-BE49-F238E27FC236}">
                    <a16:creationId xmlns:a16="http://schemas.microsoft.com/office/drawing/2014/main" id="{43CAF453-BE12-3444-AC41-517EC0C2D58F}"/>
                  </a:ext>
                </a:extLst>
              </p:cNvPr>
              <p:cNvSpPr/>
              <p:nvPr/>
            </p:nvSpPr>
            <p:spPr>
              <a:xfrm>
                <a:off x="2183805" y="5837653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7" name="Oval 856">
                <a:extLst>
                  <a:ext uri="{FF2B5EF4-FFF2-40B4-BE49-F238E27FC236}">
                    <a16:creationId xmlns:a16="http://schemas.microsoft.com/office/drawing/2014/main" id="{1CEC79C6-D2E9-1648-ADF0-2A453B5D76E7}"/>
                  </a:ext>
                </a:extLst>
              </p:cNvPr>
              <p:cNvSpPr/>
              <p:nvPr/>
            </p:nvSpPr>
            <p:spPr>
              <a:xfrm>
                <a:off x="1825424" y="5473742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4" name="Oval 863">
                <a:extLst>
                  <a:ext uri="{FF2B5EF4-FFF2-40B4-BE49-F238E27FC236}">
                    <a16:creationId xmlns:a16="http://schemas.microsoft.com/office/drawing/2014/main" id="{B578F065-2C96-F845-83B3-D9CE64C481AF}"/>
                  </a:ext>
                </a:extLst>
              </p:cNvPr>
              <p:cNvSpPr/>
              <p:nvPr/>
            </p:nvSpPr>
            <p:spPr>
              <a:xfrm>
                <a:off x="2187343" y="5475706"/>
                <a:ext cx="86123" cy="8612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5" name="Oval 864">
                <a:extLst>
                  <a:ext uri="{FF2B5EF4-FFF2-40B4-BE49-F238E27FC236}">
                    <a16:creationId xmlns:a16="http://schemas.microsoft.com/office/drawing/2014/main" id="{262974CF-3E92-7B4B-AD3C-1756210EAE6E}"/>
                  </a:ext>
                </a:extLst>
              </p:cNvPr>
              <p:cNvSpPr/>
              <p:nvPr/>
            </p:nvSpPr>
            <p:spPr>
              <a:xfrm>
                <a:off x="2018958" y="5346061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6" name="Oval 865">
                <a:extLst>
                  <a:ext uri="{FF2B5EF4-FFF2-40B4-BE49-F238E27FC236}">
                    <a16:creationId xmlns:a16="http://schemas.microsoft.com/office/drawing/2014/main" id="{CC872CC6-1E8A-4B47-BF1C-7398AE04A1EC}"/>
                  </a:ext>
                </a:extLst>
              </p:cNvPr>
              <p:cNvSpPr/>
              <p:nvPr/>
            </p:nvSpPr>
            <p:spPr>
              <a:xfrm>
                <a:off x="2376709" y="5346432"/>
                <a:ext cx="73834" cy="7383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7" name="Oval 866">
                <a:extLst>
                  <a:ext uri="{FF2B5EF4-FFF2-40B4-BE49-F238E27FC236}">
                    <a16:creationId xmlns:a16="http://schemas.microsoft.com/office/drawing/2014/main" id="{7BFD4C18-1F32-3543-A82A-BB6A402206C5}"/>
                  </a:ext>
                </a:extLst>
              </p:cNvPr>
              <p:cNvSpPr/>
              <p:nvPr/>
            </p:nvSpPr>
            <p:spPr>
              <a:xfrm>
                <a:off x="2389681" y="570225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B90B92DE-67AC-3149-836D-D03880DF02A0}"/>
                </a:ext>
              </a:extLst>
            </p:cNvPr>
            <p:cNvSpPr/>
            <p:nvPr/>
          </p:nvSpPr>
          <p:spPr>
            <a:xfrm rot="21425432">
              <a:off x="2221252" y="5805505"/>
              <a:ext cx="486176" cy="594195"/>
            </a:xfrm>
            <a:custGeom>
              <a:avLst/>
              <a:gdLst>
                <a:gd name="connsiteX0" fmla="*/ 0 w 331912"/>
                <a:gd name="connsiteY0" fmla="*/ 0 h 438462"/>
                <a:gd name="connsiteX1" fmla="*/ 258580 w 331912"/>
                <a:gd name="connsiteY1" fmla="*/ 108678 h 438462"/>
                <a:gd name="connsiteX2" fmla="*/ 326036 w 331912"/>
                <a:gd name="connsiteY2" fmla="*/ 251085 h 438462"/>
                <a:gd name="connsiteX3" fmla="*/ 138659 w 331912"/>
                <a:gd name="connsiteY3" fmla="*/ 438462 h 438462"/>
                <a:gd name="connsiteX0" fmla="*/ 0 w 331912"/>
                <a:gd name="connsiteY0" fmla="*/ 0 h 442210"/>
                <a:gd name="connsiteX1" fmla="*/ 258580 w 331912"/>
                <a:gd name="connsiteY1" fmla="*/ 108678 h 442210"/>
                <a:gd name="connsiteX2" fmla="*/ 326036 w 331912"/>
                <a:gd name="connsiteY2" fmla="*/ 251085 h 442210"/>
                <a:gd name="connsiteX3" fmla="*/ 33728 w 331912"/>
                <a:gd name="connsiteY3" fmla="*/ 442210 h 442210"/>
                <a:gd name="connsiteX0" fmla="*/ 0 w 331912"/>
                <a:gd name="connsiteY0" fmla="*/ 0 h 442210"/>
                <a:gd name="connsiteX1" fmla="*/ 258580 w 331912"/>
                <a:gd name="connsiteY1" fmla="*/ 108678 h 442210"/>
                <a:gd name="connsiteX2" fmla="*/ 326036 w 331912"/>
                <a:gd name="connsiteY2" fmla="*/ 251085 h 442210"/>
                <a:gd name="connsiteX3" fmla="*/ 33728 w 331912"/>
                <a:gd name="connsiteY3" fmla="*/ 442210 h 442210"/>
                <a:gd name="connsiteX0" fmla="*/ 14990 w 297479"/>
                <a:gd name="connsiteY0" fmla="*/ 0 h 430967"/>
                <a:gd name="connsiteX1" fmla="*/ 224852 w 297479"/>
                <a:gd name="connsiteY1" fmla="*/ 97435 h 430967"/>
                <a:gd name="connsiteX2" fmla="*/ 292308 w 297479"/>
                <a:gd name="connsiteY2" fmla="*/ 239842 h 430967"/>
                <a:gd name="connsiteX3" fmla="*/ 0 w 297479"/>
                <a:gd name="connsiteY3" fmla="*/ 430967 h 430967"/>
                <a:gd name="connsiteX0" fmla="*/ 14990 w 292328"/>
                <a:gd name="connsiteY0" fmla="*/ 0 h 430967"/>
                <a:gd name="connsiteX1" fmla="*/ 292308 w 292328"/>
                <a:gd name="connsiteY1" fmla="*/ 239842 h 430967"/>
                <a:gd name="connsiteX2" fmla="*/ 0 w 292328"/>
                <a:gd name="connsiteY2" fmla="*/ 430967 h 430967"/>
                <a:gd name="connsiteX0" fmla="*/ 14990 w 294038"/>
                <a:gd name="connsiteY0" fmla="*/ 0 h 430967"/>
                <a:gd name="connsiteX1" fmla="*/ 292308 w 294038"/>
                <a:gd name="connsiteY1" fmla="*/ 239842 h 430967"/>
                <a:gd name="connsiteX2" fmla="*/ 0 w 294038"/>
                <a:gd name="connsiteY2" fmla="*/ 430967 h 430967"/>
                <a:gd name="connsiteX0" fmla="*/ 14990 w 292334"/>
                <a:gd name="connsiteY0" fmla="*/ 0 h 430967"/>
                <a:gd name="connsiteX1" fmla="*/ 292308 w 292334"/>
                <a:gd name="connsiteY1" fmla="*/ 239842 h 430967"/>
                <a:gd name="connsiteX2" fmla="*/ 0 w 292334"/>
                <a:gd name="connsiteY2" fmla="*/ 430967 h 430967"/>
                <a:gd name="connsiteX0" fmla="*/ 14990 w 292368"/>
                <a:gd name="connsiteY0" fmla="*/ 0 h 430967"/>
                <a:gd name="connsiteX1" fmla="*/ 292308 w 292368"/>
                <a:gd name="connsiteY1" fmla="*/ 239842 h 430967"/>
                <a:gd name="connsiteX2" fmla="*/ 0 w 292368"/>
                <a:gd name="connsiteY2" fmla="*/ 430967 h 430967"/>
                <a:gd name="connsiteX0" fmla="*/ 14990 w 292368"/>
                <a:gd name="connsiteY0" fmla="*/ 0 h 430967"/>
                <a:gd name="connsiteX1" fmla="*/ 292308 w 292368"/>
                <a:gd name="connsiteY1" fmla="*/ 239842 h 430967"/>
                <a:gd name="connsiteX2" fmla="*/ 0 w 292368"/>
                <a:gd name="connsiteY2" fmla="*/ 430967 h 430967"/>
                <a:gd name="connsiteX0" fmla="*/ 14990 w 292525"/>
                <a:gd name="connsiteY0" fmla="*/ 0 h 430967"/>
                <a:gd name="connsiteX1" fmla="*/ 292308 w 292525"/>
                <a:gd name="connsiteY1" fmla="*/ 239842 h 430967"/>
                <a:gd name="connsiteX2" fmla="*/ 0 w 292525"/>
                <a:gd name="connsiteY2" fmla="*/ 430967 h 430967"/>
                <a:gd name="connsiteX0" fmla="*/ 14990 w 292525"/>
                <a:gd name="connsiteY0" fmla="*/ 0 h 430967"/>
                <a:gd name="connsiteX1" fmla="*/ 292308 w 292525"/>
                <a:gd name="connsiteY1" fmla="*/ 202367 h 430967"/>
                <a:gd name="connsiteX2" fmla="*/ 0 w 292525"/>
                <a:gd name="connsiteY2" fmla="*/ 430967 h 430967"/>
                <a:gd name="connsiteX0" fmla="*/ 14990 w 297885"/>
                <a:gd name="connsiteY0" fmla="*/ 0 h 430967"/>
                <a:gd name="connsiteX1" fmla="*/ 292308 w 297885"/>
                <a:gd name="connsiteY1" fmla="*/ 202367 h 430967"/>
                <a:gd name="connsiteX2" fmla="*/ 0 w 297885"/>
                <a:gd name="connsiteY2" fmla="*/ 430967 h 430967"/>
                <a:gd name="connsiteX0" fmla="*/ 14990 w 297885"/>
                <a:gd name="connsiteY0" fmla="*/ 0 h 430967"/>
                <a:gd name="connsiteX1" fmla="*/ 292308 w 297885"/>
                <a:gd name="connsiteY1" fmla="*/ 202367 h 430967"/>
                <a:gd name="connsiteX2" fmla="*/ 0 w 297885"/>
                <a:gd name="connsiteY2" fmla="*/ 430967 h 430967"/>
                <a:gd name="connsiteX0" fmla="*/ 14990 w 297885"/>
                <a:gd name="connsiteY0" fmla="*/ 0 h 430967"/>
                <a:gd name="connsiteX1" fmla="*/ 292308 w 297885"/>
                <a:gd name="connsiteY1" fmla="*/ 202367 h 430967"/>
                <a:gd name="connsiteX2" fmla="*/ 0 w 297885"/>
                <a:gd name="connsiteY2" fmla="*/ 430967 h 430967"/>
                <a:gd name="connsiteX0" fmla="*/ 14990 w 298356"/>
                <a:gd name="connsiteY0" fmla="*/ 0 h 430967"/>
                <a:gd name="connsiteX1" fmla="*/ 292308 w 298356"/>
                <a:gd name="connsiteY1" fmla="*/ 202367 h 430967"/>
                <a:gd name="connsiteX2" fmla="*/ 0 w 298356"/>
                <a:gd name="connsiteY2" fmla="*/ 430967 h 430967"/>
                <a:gd name="connsiteX0" fmla="*/ 14990 w 298111"/>
                <a:gd name="connsiteY0" fmla="*/ 0 h 430967"/>
                <a:gd name="connsiteX1" fmla="*/ 292308 w 298111"/>
                <a:gd name="connsiteY1" fmla="*/ 202367 h 430967"/>
                <a:gd name="connsiteX2" fmla="*/ 0 w 298111"/>
                <a:gd name="connsiteY2" fmla="*/ 430967 h 430967"/>
                <a:gd name="connsiteX0" fmla="*/ 89941 w 368054"/>
                <a:gd name="connsiteY0" fmla="*/ 0 h 445958"/>
                <a:gd name="connsiteX1" fmla="*/ 367259 w 368054"/>
                <a:gd name="connsiteY1" fmla="*/ 202367 h 445958"/>
                <a:gd name="connsiteX2" fmla="*/ 0 w 368054"/>
                <a:gd name="connsiteY2" fmla="*/ 445958 h 445958"/>
                <a:gd name="connsiteX0" fmla="*/ 89941 w 368054"/>
                <a:gd name="connsiteY0" fmla="*/ 0 h 445958"/>
                <a:gd name="connsiteX1" fmla="*/ 367259 w 368054"/>
                <a:gd name="connsiteY1" fmla="*/ 202367 h 445958"/>
                <a:gd name="connsiteX2" fmla="*/ 0 w 368054"/>
                <a:gd name="connsiteY2" fmla="*/ 445958 h 445958"/>
                <a:gd name="connsiteX0" fmla="*/ 89941 w 370990"/>
                <a:gd name="connsiteY0" fmla="*/ 0 h 445958"/>
                <a:gd name="connsiteX1" fmla="*/ 367259 w 370990"/>
                <a:gd name="connsiteY1" fmla="*/ 202367 h 445958"/>
                <a:gd name="connsiteX2" fmla="*/ 0 w 370990"/>
                <a:gd name="connsiteY2" fmla="*/ 445958 h 445958"/>
                <a:gd name="connsiteX0" fmla="*/ 89941 w 393203"/>
                <a:gd name="connsiteY0" fmla="*/ 0 h 445958"/>
                <a:gd name="connsiteX1" fmla="*/ 389744 w 393203"/>
                <a:gd name="connsiteY1" fmla="*/ 179882 h 445958"/>
                <a:gd name="connsiteX2" fmla="*/ 0 w 393203"/>
                <a:gd name="connsiteY2" fmla="*/ 445958 h 445958"/>
                <a:gd name="connsiteX0" fmla="*/ 89941 w 393203"/>
                <a:gd name="connsiteY0" fmla="*/ 0 h 445958"/>
                <a:gd name="connsiteX1" fmla="*/ 389744 w 393203"/>
                <a:gd name="connsiteY1" fmla="*/ 179882 h 445958"/>
                <a:gd name="connsiteX2" fmla="*/ 0 w 393203"/>
                <a:gd name="connsiteY2" fmla="*/ 445958 h 445958"/>
                <a:gd name="connsiteX0" fmla="*/ 89941 w 400616"/>
                <a:gd name="connsiteY0" fmla="*/ 0 h 445958"/>
                <a:gd name="connsiteX1" fmla="*/ 397239 w 400616"/>
                <a:gd name="connsiteY1" fmla="*/ 198620 h 445958"/>
                <a:gd name="connsiteX2" fmla="*/ 0 w 400616"/>
                <a:gd name="connsiteY2" fmla="*/ 445958 h 445958"/>
                <a:gd name="connsiteX0" fmla="*/ 89941 w 401323"/>
                <a:gd name="connsiteY0" fmla="*/ 0 h 445958"/>
                <a:gd name="connsiteX1" fmla="*/ 397239 w 401323"/>
                <a:gd name="connsiteY1" fmla="*/ 198620 h 445958"/>
                <a:gd name="connsiteX2" fmla="*/ 0 w 401323"/>
                <a:gd name="connsiteY2" fmla="*/ 445958 h 445958"/>
                <a:gd name="connsiteX0" fmla="*/ 166953 w 400658"/>
                <a:gd name="connsiteY0" fmla="*/ 0 h 422134"/>
                <a:gd name="connsiteX1" fmla="*/ 397239 w 400658"/>
                <a:gd name="connsiteY1" fmla="*/ 174796 h 422134"/>
                <a:gd name="connsiteX2" fmla="*/ 0 w 400658"/>
                <a:gd name="connsiteY2" fmla="*/ 422134 h 422134"/>
                <a:gd name="connsiteX0" fmla="*/ 166953 w 400790"/>
                <a:gd name="connsiteY0" fmla="*/ 0 h 422134"/>
                <a:gd name="connsiteX1" fmla="*/ 397239 w 400790"/>
                <a:gd name="connsiteY1" fmla="*/ 174796 h 422134"/>
                <a:gd name="connsiteX2" fmla="*/ 0 w 400790"/>
                <a:gd name="connsiteY2" fmla="*/ 422134 h 422134"/>
                <a:gd name="connsiteX0" fmla="*/ 166953 w 386597"/>
                <a:gd name="connsiteY0" fmla="*/ 0 h 422134"/>
                <a:gd name="connsiteX1" fmla="*/ 382709 w 386597"/>
                <a:gd name="connsiteY1" fmla="*/ 208015 h 422134"/>
                <a:gd name="connsiteX2" fmla="*/ 0 w 386597"/>
                <a:gd name="connsiteY2" fmla="*/ 422134 h 422134"/>
                <a:gd name="connsiteX0" fmla="*/ 166953 w 386597"/>
                <a:gd name="connsiteY0" fmla="*/ 0 h 422134"/>
                <a:gd name="connsiteX1" fmla="*/ 382709 w 386597"/>
                <a:gd name="connsiteY1" fmla="*/ 208015 h 422134"/>
                <a:gd name="connsiteX2" fmla="*/ 0 w 386597"/>
                <a:gd name="connsiteY2" fmla="*/ 422134 h 42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6597" h="422134">
                  <a:moveTo>
                    <a:pt x="166953" y="0"/>
                  </a:moveTo>
                  <a:cubicBezTo>
                    <a:pt x="283861" y="47342"/>
                    <a:pt x="410535" y="137659"/>
                    <a:pt x="382709" y="208015"/>
                  </a:cubicBezTo>
                  <a:cubicBezTo>
                    <a:pt x="354884" y="278371"/>
                    <a:pt x="229716" y="344156"/>
                    <a:pt x="0" y="422134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prstDash val="sysDot"/>
              <a:round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7" name="Rounded Rectangle 1476">
              <a:extLst>
                <a:ext uri="{FF2B5EF4-FFF2-40B4-BE49-F238E27FC236}">
                  <a16:creationId xmlns:a16="http://schemas.microsoft.com/office/drawing/2014/main" id="{4551883E-2D29-8344-9C26-9C46CEA7ECF2}"/>
                </a:ext>
              </a:extLst>
            </p:cNvPr>
            <p:cNvSpPr/>
            <p:nvPr/>
          </p:nvSpPr>
          <p:spPr>
            <a:xfrm>
              <a:off x="1860186" y="5342617"/>
              <a:ext cx="1205195" cy="122465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73" name="Group 1472">
              <a:extLst>
                <a:ext uri="{FF2B5EF4-FFF2-40B4-BE49-F238E27FC236}">
                  <a16:creationId xmlns:a16="http://schemas.microsoft.com/office/drawing/2014/main" id="{F89B0E52-AA20-E04E-99EE-15B56E90CE9A}"/>
                </a:ext>
              </a:extLst>
            </p:cNvPr>
            <p:cNvGrpSpPr/>
            <p:nvPr/>
          </p:nvGrpSpPr>
          <p:grpSpPr>
            <a:xfrm rot="21289175">
              <a:off x="2577614" y="6030948"/>
              <a:ext cx="303355" cy="194558"/>
              <a:chOff x="2354894" y="6167257"/>
              <a:chExt cx="392209" cy="251545"/>
            </a:xfrm>
          </p:grpSpPr>
          <p:cxnSp>
            <p:nvCxnSpPr>
              <p:cNvPr id="1474" name="Straight Connector 1473">
                <a:extLst>
                  <a:ext uri="{FF2B5EF4-FFF2-40B4-BE49-F238E27FC236}">
                    <a16:creationId xmlns:a16="http://schemas.microsoft.com/office/drawing/2014/main" id="{B08C4D0D-8444-5545-B857-389E398A70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6683" y="6212304"/>
                <a:ext cx="329354" cy="170896"/>
              </a:xfrm>
              <a:prstGeom prst="line">
                <a:avLst/>
              </a:prstGeom>
              <a:ln w="76200">
                <a:solidFill>
                  <a:schemeClr val="bg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5" name="Oval 1474">
                <a:extLst>
                  <a:ext uri="{FF2B5EF4-FFF2-40B4-BE49-F238E27FC236}">
                    <a16:creationId xmlns:a16="http://schemas.microsoft.com/office/drawing/2014/main" id="{8016F9DF-DFC4-2547-9DB7-49D24A0C3912}"/>
                  </a:ext>
                </a:extLst>
              </p:cNvPr>
              <p:cNvSpPr/>
              <p:nvPr/>
            </p:nvSpPr>
            <p:spPr>
              <a:xfrm>
                <a:off x="2354894" y="616725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6" name="Oval 1475">
                <a:extLst>
                  <a:ext uri="{FF2B5EF4-FFF2-40B4-BE49-F238E27FC236}">
                    <a16:creationId xmlns:a16="http://schemas.microsoft.com/office/drawing/2014/main" id="{B1D9C451-A847-9C43-BDB3-E106E121C926}"/>
                  </a:ext>
                </a:extLst>
              </p:cNvPr>
              <p:cNvSpPr/>
              <p:nvPr/>
            </p:nvSpPr>
            <p:spPr>
              <a:xfrm>
                <a:off x="2673269" y="6344968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9" name="Group 1468">
              <a:extLst>
                <a:ext uri="{FF2B5EF4-FFF2-40B4-BE49-F238E27FC236}">
                  <a16:creationId xmlns:a16="http://schemas.microsoft.com/office/drawing/2014/main" id="{5D852EA2-1A8F-2B4B-8833-5A346D53C2C4}"/>
                </a:ext>
              </a:extLst>
            </p:cNvPr>
            <p:cNvGrpSpPr/>
            <p:nvPr/>
          </p:nvGrpSpPr>
          <p:grpSpPr>
            <a:xfrm rot="215272">
              <a:off x="2367954" y="6197451"/>
              <a:ext cx="303355" cy="194558"/>
              <a:chOff x="2354894" y="6167257"/>
              <a:chExt cx="392209" cy="251545"/>
            </a:xfrm>
          </p:grpSpPr>
          <p:cxnSp>
            <p:nvCxnSpPr>
              <p:cNvPr id="1470" name="Straight Connector 1469">
                <a:extLst>
                  <a:ext uri="{FF2B5EF4-FFF2-40B4-BE49-F238E27FC236}">
                    <a16:creationId xmlns:a16="http://schemas.microsoft.com/office/drawing/2014/main" id="{9A10EF61-6A69-0B4E-943D-FECAB8CB4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6683" y="6212304"/>
                <a:ext cx="329354" cy="170896"/>
              </a:xfrm>
              <a:prstGeom prst="line">
                <a:avLst/>
              </a:prstGeom>
              <a:ln w="101600">
                <a:solidFill>
                  <a:schemeClr val="bg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1" name="Oval 1470">
                <a:extLst>
                  <a:ext uri="{FF2B5EF4-FFF2-40B4-BE49-F238E27FC236}">
                    <a16:creationId xmlns:a16="http://schemas.microsoft.com/office/drawing/2014/main" id="{A8DBD35E-57BF-BA4E-90CB-57569DAEC710}"/>
                  </a:ext>
                </a:extLst>
              </p:cNvPr>
              <p:cNvSpPr/>
              <p:nvPr/>
            </p:nvSpPr>
            <p:spPr>
              <a:xfrm>
                <a:off x="2354894" y="6167257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1016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2" name="Oval 1471">
                <a:extLst>
                  <a:ext uri="{FF2B5EF4-FFF2-40B4-BE49-F238E27FC236}">
                    <a16:creationId xmlns:a16="http://schemas.microsoft.com/office/drawing/2014/main" id="{B9761672-53D5-B446-8381-B7E365CFB31C}"/>
                  </a:ext>
                </a:extLst>
              </p:cNvPr>
              <p:cNvSpPr/>
              <p:nvPr/>
            </p:nvSpPr>
            <p:spPr>
              <a:xfrm>
                <a:off x="2673269" y="6344968"/>
                <a:ext cx="73834" cy="73834"/>
              </a:xfrm>
              <a:prstGeom prst="ellipse">
                <a:avLst/>
              </a:prstGeom>
              <a:solidFill>
                <a:schemeClr val="tx1"/>
              </a:solidFill>
              <a:ln w="1016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155249A-D92A-E84A-A0DA-D7AADBAABF5B}"/>
                </a:ext>
              </a:extLst>
            </p:cNvPr>
            <p:cNvGrpSpPr/>
            <p:nvPr/>
          </p:nvGrpSpPr>
          <p:grpSpPr>
            <a:xfrm>
              <a:off x="2366389" y="6194475"/>
              <a:ext cx="398453" cy="253944"/>
              <a:chOff x="2372523" y="6181489"/>
              <a:chExt cx="515163" cy="328325"/>
            </a:xfrm>
          </p:grpSpPr>
          <p:cxnSp>
            <p:nvCxnSpPr>
              <p:cNvPr id="854" name="Straight Connector 853">
                <a:extLst>
                  <a:ext uri="{FF2B5EF4-FFF2-40B4-BE49-F238E27FC236}">
                    <a16:creationId xmlns:a16="http://schemas.microsoft.com/office/drawing/2014/main" id="{CDBCFB86-948E-7147-B2C2-50C29B3FC5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6684" y="6212304"/>
                <a:ext cx="402791" cy="21152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8" name="Oval 857">
                <a:extLst>
                  <a:ext uri="{FF2B5EF4-FFF2-40B4-BE49-F238E27FC236}">
                    <a16:creationId xmlns:a16="http://schemas.microsoft.com/office/drawing/2014/main" id="{3B4050D7-EE52-C24B-A263-C309B283A9CD}"/>
                  </a:ext>
                </a:extLst>
              </p:cNvPr>
              <p:cNvSpPr/>
              <p:nvPr/>
            </p:nvSpPr>
            <p:spPr>
              <a:xfrm>
                <a:off x="2372523" y="6181489"/>
                <a:ext cx="77922" cy="77922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9" name="Oval 858">
                <a:extLst>
                  <a:ext uri="{FF2B5EF4-FFF2-40B4-BE49-F238E27FC236}">
                    <a16:creationId xmlns:a16="http://schemas.microsoft.com/office/drawing/2014/main" id="{247D431D-C479-6548-8CD1-076EE4D9A838}"/>
                  </a:ext>
                </a:extLst>
              </p:cNvPr>
              <p:cNvSpPr/>
              <p:nvPr/>
            </p:nvSpPr>
            <p:spPr>
              <a:xfrm>
                <a:off x="2748064" y="6370192"/>
                <a:ext cx="139622" cy="139622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CB57188-DA1D-BB42-88BB-CDBF906D7995}"/>
                </a:ext>
              </a:extLst>
            </p:cNvPr>
            <p:cNvGrpSpPr/>
            <p:nvPr/>
          </p:nvGrpSpPr>
          <p:grpSpPr>
            <a:xfrm rot="20713736">
              <a:off x="2510345" y="5730828"/>
              <a:ext cx="493760" cy="503543"/>
              <a:chOff x="2449612" y="5510203"/>
              <a:chExt cx="603325" cy="615280"/>
            </a:xfrm>
          </p:grpSpPr>
          <p:sp>
            <p:nvSpPr>
              <p:cNvPr id="853" name="Rectangle 852">
                <a:extLst>
                  <a:ext uri="{FF2B5EF4-FFF2-40B4-BE49-F238E27FC236}">
                    <a16:creationId xmlns:a16="http://schemas.microsoft.com/office/drawing/2014/main" id="{268CD48C-DE8B-6843-B2D4-98D71A970DB3}"/>
                  </a:ext>
                </a:extLst>
              </p:cNvPr>
              <p:cNvSpPr/>
              <p:nvPr/>
            </p:nvSpPr>
            <p:spPr>
              <a:xfrm rot="1839639">
                <a:off x="2560805" y="5624703"/>
                <a:ext cx="380515" cy="380515"/>
              </a:xfrm>
              <a:prstGeom prst="rect">
                <a:avLst/>
              </a:prstGeom>
              <a:solidFill>
                <a:schemeClr val="bg1"/>
              </a:solidFill>
              <a:ln w="285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0" name="Oval 859">
                <a:extLst>
                  <a:ext uri="{FF2B5EF4-FFF2-40B4-BE49-F238E27FC236}">
                    <a16:creationId xmlns:a16="http://schemas.microsoft.com/office/drawing/2014/main" id="{EA495402-3278-F34E-978E-6ACDA1840344}"/>
                  </a:ext>
                </a:extLst>
              </p:cNvPr>
              <p:cNvSpPr/>
              <p:nvPr/>
            </p:nvSpPr>
            <p:spPr>
              <a:xfrm>
                <a:off x="2449612" y="5837987"/>
                <a:ext cx="95736" cy="9573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1" name="Oval 860">
                <a:extLst>
                  <a:ext uri="{FF2B5EF4-FFF2-40B4-BE49-F238E27FC236}">
                    <a16:creationId xmlns:a16="http://schemas.microsoft.com/office/drawing/2014/main" id="{37DD250C-5B7C-FE49-9A34-F93FE0F3096C}"/>
                  </a:ext>
                </a:extLst>
              </p:cNvPr>
              <p:cNvSpPr/>
              <p:nvPr/>
            </p:nvSpPr>
            <p:spPr>
              <a:xfrm>
                <a:off x="2762940" y="6029747"/>
                <a:ext cx="95736" cy="9573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2" name="Oval 861">
                <a:extLst>
                  <a:ext uri="{FF2B5EF4-FFF2-40B4-BE49-F238E27FC236}">
                    <a16:creationId xmlns:a16="http://schemas.microsoft.com/office/drawing/2014/main" id="{EB2BB369-9A8B-B441-9C30-4D03A1BEAC24}"/>
                  </a:ext>
                </a:extLst>
              </p:cNvPr>
              <p:cNvSpPr/>
              <p:nvPr/>
            </p:nvSpPr>
            <p:spPr>
              <a:xfrm>
                <a:off x="2644912" y="5510203"/>
                <a:ext cx="85714" cy="8571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3" name="Oval 862">
                <a:extLst>
                  <a:ext uri="{FF2B5EF4-FFF2-40B4-BE49-F238E27FC236}">
                    <a16:creationId xmlns:a16="http://schemas.microsoft.com/office/drawing/2014/main" id="{F70C58E2-7427-9A43-A535-61D27296E78F}"/>
                  </a:ext>
                </a:extLst>
              </p:cNvPr>
              <p:cNvSpPr/>
              <p:nvPr/>
            </p:nvSpPr>
            <p:spPr>
              <a:xfrm>
                <a:off x="2957201" y="5703860"/>
                <a:ext cx="95736" cy="95736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541" name="Rectangle 1540">
            <a:extLst>
              <a:ext uri="{FF2B5EF4-FFF2-40B4-BE49-F238E27FC236}">
                <a16:creationId xmlns:a16="http://schemas.microsoft.com/office/drawing/2014/main" id="{8ACCF5BF-CEF7-6F4F-8724-094DCCDFF1F4}"/>
              </a:ext>
            </a:extLst>
          </p:cNvPr>
          <p:cNvSpPr/>
          <p:nvPr/>
        </p:nvSpPr>
        <p:spPr>
          <a:xfrm>
            <a:off x="5257118" y="3510177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4" name="Straight Connector 1563">
            <a:extLst>
              <a:ext uri="{FF2B5EF4-FFF2-40B4-BE49-F238E27FC236}">
                <a16:creationId xmlns:a16="http://schemas.microsoft.com/office/drawing/2014/main" id="{C78723CA-2268-AD44-B9F2-54BEACF68066}"/>
              </a:ext>
            </a:extLst>
          </p:cNvPr>
          <p:cNvCxnSpPr>
            <a:cxnSpLocks/>
          </p:cNvCxnSpPr>
          <p:nvPr/>
        </p:nvCxnSpPr>
        <p:spPr>
          <a:xfrm flipH="1">
            <a:off x="5499956" y="4790868"/>
            <a:ext cx="86788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57" name="Group 1556">
            <a:extLst>
              <a:ext uri="{FF2B5EF4-FFF2-40B4-BE49-F238E27FC236}">
                <a16:creationId xmlns:a16="http://schemas.microsoft.com/office/drawing/2014/main" id="{FD1DD31F-FF19-C444-AB36-4E9B618ECD6F}"/>
              </a:ext>
            </a:extLst>
          </p:cNvPr>
          <p:cNvGrpSpPr/>
          <p:nvPr/>
        </p:nvGrpSpPr>
        <p:grpSpPr>
          <a:xfrm>
            <a:off x="5684047" y="3722220"/>
            <a:ext cx="614703" cy="487177"/>
            <a:chOff x="5582051" y="3765164"/>
            <a:chExt cx="998662" cy="791481"/>
          </a:xfrm>
        </p:grpSpPr>
        <p:sp>
          <p:nvSpPr>
            <p:cNvPr id="1553" name="Terminator 1552">
              <a:extLst>
                <a:ext uri="{FF2B5EF4-FFF2-40B4-BE49-F238E27FC236}">
                  <a16:creationId xmlns:a16="http://schemas.microsoft.com/office/drawing/2014/main" id="{AD7E370D-8843-C74C-9D8D-AD6A666E992B}"/>
                </a:ext>
              </a:extLst>
            </p:cNvPr>
            <p:cNvSpPr/>
            <p:nvPr/>
          </p:nvSpPr>
          <p:spPr>
            <a:xfrm rot="3321252">
              <a:off x="5375387" y="3971828"/>
              <a:ext cx="562790" cy="149462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4" name="Terminator 1553">
              <a:extLst>
                <a:ext uri="{FF2B5EF4-FFF2-40B4-BE49-F238E27FC236}">
                  <a16:creationId xmlns:a16="http://schemas.microsoft.com/office/drawing/2014/main" id="{D2C2670E-7EEC-5F47-961B-D5DBC879091C}"/>
                </a:ext>
              </a:extLst>
            </p:cNvPr>
            <p:cNvSpPr/>
            <p:nvPr/>
          </p:nvSpPr>
          <p:spPr>
            <a:xfrm rot="19402233">
              <a:off x="6044830" y="3998827"/>
              <a:ext cx="535883" cy="149462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5" name="Delay 1554">
              <a:extLst>
                <a:ext uri="{FF2B5EF4-FFF2-40B4-BE49-F238E27FC236}">
                  <a16:creationId xmlns:a16="http://schemas.microsoft.com/office/drawing/2014/main" id="{DF72794C-8624-C44B-8436-4F06A41EA73A}"/>
                </a:ext>
              </a:extLst>
            </p:cNvPr>
            <p:cNvSpPr/>
            <p:nvPr/>
          </p:nvSpPr>
          <p:spPr>
            <a:xfrm rot="5400000">
              <a:off x="5722181" y="4137742"/>
              <a:ext cx="463184" cy="374622"/>
            </a:xfrm>
            <a:prstGeom prst="flowChartDelay">
              <a:avLst/>
            </a:prstGeom>
            <a:solidFill>
              <a:schemeClr val="tx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56" name="Oval 1555">
              <a:extLst>
                <a:ext uri="{FF2B5EF4-FFF2-40B4-BE49-F238E27FC236}">
                  <a16:creationId xmlns:a16="http://schemas.microsoft.com/office/drawing/2014/main" id="{CA9A9486-C788-BF46-949C-015D4F878183}"/>
                </a:ext>
              </a:extLst>
            </p:cNvPr>
            <p:cNvSpPr/>
            <p:nvPr/>
          </p:nvSpPr>
          <p:spPr>
            <a:xfrm>
              <a:off x="5798473" y="3815714"/>
              <a:ext cx="316756" cy="316756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61" name="Trapezium 1560">
            <a:extLst>
              <a:ext uri="{FF2B5EF4-FFF2-40B4-BE49-F238E27FC236}">
                <a16:creationId xmlns:a16="http://schemas.microsoft.com/office/drawing/2014/main" id="{567A2A05-0977-E449-A7E0-E223EB8B19E2}"/>
              </a:ext>
            </a:extLst>
          </p:cNvPr>
          <p:cNvSpPr/>
          <p:nvPr/>
        </p:nvSpPr>
        <p:spPr>
          <a:xfrm>
            <a:off x="5788025" y="4156971"/>
            <a:ext cx="269874" cy="177757"/>
          </a:xfrm>
          <a:prstGeom prst="trapezoid">
            <a:avLst>
              <a:gd name="adj" fmla="val 19911"/>
            </a:avLst>
          </a:prstGeom>
          <a:solidFill>
            <a:schemeClr val="tx1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76" name="Group 1575">
            <a:extLst>
              <a:ext uri="{FF2B5EF4-FFF2-40B4-BE49-F238E27FC236}">
                <a16:creationId xmlns:a16="http://schemas.microsoft.com/office/drawing/2014/main" id="{03A669CB-E992-B84B-92ED-912B234644D1}"/>
              </a:ext>
            </a:extLst>
          </p:cNvPr>
          <p:cNvGrpSpPr/>
          <p:nvPr/>
        </p:nvGrpSpPr>
        <p:grpSpPr>
          <a:xfrm rot="3287391">
            <a:off x="6374034" y="3776377"/>
            <a:ext cx="102465" cy="362871"/>
            <a:chOff x="6390016" y="3613748"/>
            <a:chExt cx="102465" cy="362871"/>
          </a:xfrm>
        </p:grpSpPr>
        <p:sp>
          <p:nvSpPr>
            <p:cNvPr id="1571" name="Freeform 1570">
              <a:extLst>
                <a:ext uri="{FF2B5EF4-FFF2-40B4-BE49-F238E27FC236}">
                  <a16:creationId xmlns:a16="http://schemas.microsoft.com/office/drawing/2014/main" id="{8AE556FA-BBAC-ED4D-9EE1-25C4F47CBCD7}"/>
                </a:ext>
              </a:extLst>
            </p:cNvPr>
            <p:cNvSpPr/>
            <p:nvPr/>
          </p:nvSpPr>
          <p:spPr>
            <a:xfrm rot="581990">
              <a:off x="6390016" y="3751194"/>
              <a:ext cx="51819" cy="225425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72" name="Freeform 1571">
              <a:extLst>
                <a:ext uri="{FF2B5EF4-FFF2-40B4-BE49-F238E27FC236}">
                  <a16:creationId xmlns:a16="http://schemas.microsoft.com/office/drawing/2014/main" id="{33B529B1-6E3D-4A46-80E0-57776F4F289B}"/>
                </a:ext>
              </a:extLst>
            </p:cNvPr>
            <p:cNvSpPr/>
            <p:nvPr/>
          </p:nvSpPr>
          <p:spPr>
            <a:xfrm rot="20407215">
              <a:off x="6434931" y="3613748"/>
              <a:ext cx="57550" cy="250356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5" name="Group 1574">
            <a:extLst>
              <a:ext uri="{FF2B5EF4-FFF2-40B4-BE49-F238E27FC236}">
                <a16:creationId xmlns:a16="http://schemas.microsoft.com/office/drawing/2014/main" id="{075F9C0D-2063-E144-A720-4BD55D9A8DC6}"/>
              </a:ext>
            </a:extLst>
          </p:cNvPr>
          <p:cNvGrpSpPr/>
          <p:nvPr/>
        </p:nvGrpSpPr>
        <p:grpSpPr>
          <a:xfrm rot="20382584" flipH="1">
            <a:off x="5361095" y="3587207"/>
            <a:ext cx="81057" cy="376451"/>
            <a:chOff x="6523677" y="3752568"/>
            <a:chExt cx="81057" cy="376451"/>
          </a:xfrm>
        </p:grpSpPr>
        <p:sp>
          <p:nvSpPr>
            <p:cNvPr id="1573" name="Freeform 1572">
              <a:extLst>
                <a:ext uri="{FF2B5EF4-FFF2-40B4-BE49-F238E27FC236}">
                  <a16:creationId xmlns:a16="http://schemas.microsoft.com/office/drawing/2014/main" id="{25221C00-0831-4446-AF43-A927255D3C6C}"/>
                </a:ext>
              </a:extLst>
            </p:cNvPr>
            <p:cNvSpPr/>
            <p:nvPr/>
          </p:nvSpPr>
          <p:spPr>
            <a:xfrm rot="581990">
              <a:off x="6523677" y="3903594"/>
              <a:ext cx="51819" cy="225425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4" name="Freeform 1573">
              <a:extLst>
                <a:ext uri="{FF2B5EF4-FFF2-40B4-BE49-F238E27FC236}">
                  <a16:creationId xmlns:a16="http://schemas.microsoft.com/office/drawing/2014/main" id="{FD9FCDEC-7BB1-2F43-9A0F-CF9BF0AC58BF}"/>
                </a:ext>
              </a:extLst>
            </p:cNvPr>
            <p:cNvSpPr/>
            <p:nvPr/>
          </p:nvSpPr>
          <p:spPr>
            <a:xfrm rot="19830119">
              <a:off x="6547184" y="3752568"/>
              <a:ext cx="57550" cy="250356"/>
            </a:xfrm>
            <a:custGeom>
              <a:avLst/>
              <a:gdLst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6787"/>
                <a:gd name="connsiteY0" fmla="*/ 0 h 279400"/>
                <a:gd name="connsiteX1" fmla="*/ 66675 w 66787"/>
                <a:gd name="connsiteY1" fmla="*/ 161925 h 279400"/>
                <a:gd name="connsiteX2" fmla="*/ 12700 w 66787"/>
                <a:gd name="connsiteY2" fmla="*/ 279400 h 279400"/>
                <a:gd name="connsiteX0" fmla="*/ 0 w 60467"/>
                <a:gd name="connsiteY0" fmla="*/ 0 h 279400"/>
                <a:gd name="connsiteX1" fmla="*/ 60325 w 60467"/>
                <a:gd name="connsiteY1" fmla="*/ 139700 h 279400"/>
                <a:gd name="connsiteX2" fmla="*/ 12700 w 60467"/>
                <a:gd name="connsiteY2" fmla="*/ 279400 h 27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67" h="279400">
                  <a:moveTo>
                    <a:pt x="0" y="0"/>
                  </a:moveTo>
                  <a:cubicBezTo>
                    <a:pt x="41804" y="48154"/>
                    <a:pt x="58208" y="93133"/>
                    <a:pt x="60325" y="139700"/>
                  </a:cubicBezTo>
                  <a:cubicBezTo>
                    <a:pt x="62442" y="186267"/>
                    <a:pt x="40746" y="243946"/>
                    <a:pt x="12700" y="279400"/>
                  </a:cubicBezTo>
                </a:path>
              </a:pathLst>
            </a:custGeom>
            <a:noFill/>
            <a:ln w="285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86" name="Straight Connector 1585">
            <a:extLst>
              <a:ext uri="{FF2B5EF4-FFF2-40B4-BE49-F238E27FC236}">
                <a16:creationId xmlns:a16="http://schemas.microsoft.com/office/drawing/2014/main" id="{E33C6E7D-66B0-8A46-A9F7-8B34BEF3CCDD}"/>
              </a:ext>
            </a:extLst>
          </p:cNvPr>
          <p:cNvCxnSpPr>
            <a:cxnSpLocks/>
          </p:cNvCxnSpPr>
          <p:nvPr/>
        </p:nvCxnSpPr>
        <p:spPr>
          <a:xfrm flipH="1" flipV="1">
            <a:off x="5992011" y="4590102"/>
            <a:ext cx="3174" cy="122551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7" name="Straight Connector 1586">
            <a:extLst>
              <a:ext uri="{FF2B5EF4-FFF2-40B4-BE49-F238E27FC236}">
                <a16:creationId xmlns:a16="http://schemas.microsoft.com/office/drawing/2014/main" id="{6005AD67-F1EB-D141-A466-7170C3D5AE7E}"/>
              </a:ext>
            </a:extLst>
          </p:cNvPr>
          <p:cNvCxnSpPr>
            <a:cxnSpLocks/>
          </p:cNvCxnSpPr>
          <p:nvPr/>
        </p:nvCxnSpPr>
        <p:spPr>
          <a:xfrm flipH="1" flipV="1">
            <a:off x="5958127" y="4689990"/>
            <a:ext cx="785" cy="58104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5" name="Rectangle 1594">
            <a:extLst>
              <a:ext uri="{FF2B5EF4-FFF2-40B4-BE49-F238E27FC236}">
                <a16:creationId xmlns:a16="http://schemas.microsoft.com/office/drawing/2014/main" id="{E83D26A2-2163-724B-966C-876972B6DD1C}"/>
              </a:ext>
            </a:extLst>
          </p:cNvPr>
          <p:cNvSpPr/>
          <p:nvPr/>
        </p:nvSpPr>
        <p:spPr>
          <a:xfrm>
            <a:off x="6898642" y="3500743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96" name="Straight Connector 1595">
            <a:extLst>
              <a:ext uri="{FF2B5EF4-FFF2-40B4-BE49-F238E27FC236}">
                <a16:creationId xmlns:a16="http://schemas.microsoft.com/office/drawing/2014/main" id="{0A850B2E-8AC3-DA42-A094-EA3F3C062E82}"/>
              </a:ext>
            </a:extLst>
          </p:cNvPr>
          <p:cNvCxnSpPr>
            <a:cxnSpLocks/>
          </p:cNvCxnSpPr>
          <p:nvPr/>
        </p:nvCxnSpPr>
        <p:spPr>
          <a:xfrm flipH="1">
            <a:off x="7141480" y="4781434"/>
            <a:ext cx="86788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9" name="Terminator 1598">
            <a:extLst>
              <a:ext uri="{FF2B5EF4-FFF2-40B4-BE49-F238E27FC236}">
                <a16:creationId xmlns:a16="http://schemas.microsoft.com/office/drawing/2014/main" id="{EF42ED05-3A63-1449-B345-D77C76D3397B}"/>
              </a:ext>
            </a:extLst>
          </p:cNvPr>
          <p:cNvSpPr/>
          <p:nvPr/>
        </p:nvSpPr>
        <p:spPr>
          <a:xfrm>
            <a:off x="7733346" y="4725109"/>
            <a:ext cx="104883" cy="4571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1" name="Oval 1600">
            <a:extLst>
              <a:ext uri="{FF2B5EF4-FFF2-40B4-BE49-F238E27FC236}">
                <a16:creationId xmlns:a16="http://schemas.microsoft.com/office/drawing/2014/main" id="{E7B0A64A-073A-2845-B806-0C8C55F979A2}"/>
              </a:ext>
            </a:extLst>
          </p:cNvPr>
          <p:cNvSpPr/>
          <p:nvPr/>
        </p:nvSpPr>
        <p:spPr>
          <a:xfrm>
            <a:off x="7419423" y="3594356"/>
            <a:ext cx="216986" cy="21698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18" name="Group 1617">
            <a:extLst>
              <a:ext uri="{FF2B5EF4-FFF2-40B4-BE49-F238E27FC236}">
                <a16:creationId xmlns:a16="http://schemas.microsoft.com/office/drawing/2014/main" id="{32C1D7DB-D1F4-7D46-B748-89AC6264E31B}"/>
              </a:ext>
            </a:extLst>
          </p:cNvPr>
          <p:cNvGrpSpPr/>
          <p:nvPr/>
        </p:nvGrpSpPr>
        <p:grpSpPr>
          <a:xfrm rot="20669770">
            <a:off x="7249536" y="4041464"/>
            <a:ext cx="281949" cy="710928"/>
            <a:chOff x="7221030" y="4014133"/>
            <a:chExt cx="281949" cy="710928"/>
          </a:xfrm>
        </p:grpSpPr>
        <p:sp>
          <p:nvSpPr>
            <p:cNvPr id="1611" name="Terminator 1610">
              <a:extLst>
                <a:ext uri="{FF2B5EF4-FFF2-40B4-BE49-F238E27FC236}">
                  <a16:creationId xmlns:a16="http://schemas.microsoft.com/office/drawing/2014/main" id="{19972237-5725-E04A-A6C7-4FC73A96C378}"/>
                </a:ext>
              </a:extLst>
            </p:cNvPr>
            <p:cNvSpPr/>
            <p:nvPr/>
          </p:nvSpPr>
          <p:spPr>
            <a:xfrm rot="6206530">
              <a:off x="7105814" y="4550845"/>
              <a:ext cx="289432" cy="59000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2" name="Terminator 1611">
              <a:extLst>
                <a:ext uri="{FF2B5EF4-FFF2-40B4-BE49-F238E27FC236}">
                  <a16:creationId xmlns:a16="http://schemas.microsoft.com/office/drawing/2014/main" id="{3750EA07-A57D-0749-9475-E3B945562B42}"/>
                </a:ext>
              </a:extLst>
            </p:cNvPr>
            <p:cNvSpPr/>
            <p:nvPr/>
          </p:nvSpPr>
          <p:spPr>
            <a:xfrm rot="7721402">
              <a:off x="7170938" y="4237868"/>
              <a:ext cx="555776" cy="108306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00" name="Delay 1599">
            <a:extLst>
              <a:ext uri="{FF2B5EF4-FFF2-40B4-BE49-F238E27FC236}">
                <a16:creationId xmlns:a16="http://schemas.microsoft.com/office/drawing/2014/main" id="{A8B8FA59-C695-3046-AED9-5FDD32006FF0}"/>
              </a:ext>
            </a:extLst>
          </p:cNvPr>
          <p:cNvSpPr/>
          <p:nvPr/>
        </p:nvSpPr>
        <p:spPr>
          <a:xfrm rot="5400000">
            <a:off x="7423772" y="4114940"/>
            <a:ext cx="240930" cy="213795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13" name="Delay 1612">
            <a:extLst>
              <a:ext uri="{FF2B5EF4-FFF2-40B4-BE49-F238E27FC236}">
                <a16:creationId xmlns:a16="http://schemas.microsoft.com/office/drawing/2014/main" id="{FE766A63-01DE-084A-8C46-EA59E4E1C031}"/>
              </a:ext>
            </a:extLst>
          </p:cNvPr>
          <p:cNvSpPr/>
          <p:nvPr/>
        </p:nvSpPr>
        <p:spPr>
          <a:xfrm rot="5400000">
            <a:off x="7408918" y="3868552"/>
            <a:ext cx="265056" cy="318513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14" name="Delay 1613">
            <a:extLst>
              <a:ext uri="{FF2B5EF4-FFF2-40B4-BE49-F238E27FC236}">
                <a16:creationId xmlns:a16="http://schemas.microsoft.com/office/drawing/2014/main" id="{99B65960-EB30-244E-AF89-DDAEA5998B83}"/>
              </a:ext>
            </a:extLst>
          </p:cNvPr>
          <p:cNvSpPr/>
          <p:nvPr/>
        </p:nvSpPr>
        <p:spPr>
          <a:xfrm rot="16200000">
            <a:off x="7490481" y="3789301"/>
            <a:ext cx="90720" cy="289424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21" name="Terminator 1620">
            <a:extLst>
              <a:ext uri="{FF2B5EF4-FFF2-40B4-BE49-F238E27FC236}">
                <a16:creationId xmlns:a16="http://schemas.microsoft.com/office/drawing/2014/main" id="{B0720707-ED0E-3E4E-B0EF-84465FAECF01}"/>
              </a:ext>
            </a:extLst>
          </p:cNvPr>
          <p:cNvSpPr/>
          <p:nvPr/>
        </p:nvSpPr>
        <p:spPr>
          <a:xfrm rot="1287198">
            <a:off x="7323024" y="4237595"/>
            <a:ext cx="114894" cy="272535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2" name="Terminator 1621">
            <a:extLst>
              <a:ext uri="{FF2B5EF4-FFF2-40B4-BE49-F238E27FC236}">
                <a16:creationId xmlns:a16="http://schemas.microsoft.com/office/drawing/2014/main" id="{354942D6-8362-F444-A02C-2AF155A6FF77}"/>
              </a:ext>
            </a:extLst>
          </p:cNvPr>
          <p:cNvSpPr/>
          <p:nvPr/>
        </p:nvSpPr>
        <p:spPr>
          <a:xfrm rot="1448344">
            <a:off x="7388806" y="4317228"/>
            <a:ext cx="104473" cy="15876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3" name="Terminator 1622">
            <a:extLst>
              <a:ext uri="{FF2B5EF4-FFF2-40B4-BE49-F238E27FC236}">
                <a16:creationId xmlns:a16="http://schemas.microsoft.com/office/drawing/2014/main" id="{48302ABD-D322-484F-B084-5D52D6935597}"/>
              </a:ext>
            </a:extLst>
          </p:cNvPr>
          <p:cNvSpPr/>
          <p:nvPr/>
        </p:nvSpPr>
        <p:spPr>
          <a:xfrm rot="479380">
            <a:off x="7313761" y="4562051"/>
            <a:ext cx="79848" cy="15573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28" name="Group 1627">
            <a:extLst>
              <a:ext uri="{FF2B5EF4-FFF2-40B4-BE49-F238E27FC236}">
                <a16:creationId xmlns:a16="http://schemas.microsoft.com/office/drawing/2014/main" id="{6BB896CD-F010-2348-820D-B71F4073F94A}"/>
              </a:ext>
            </a:extLst>
          </p:cNvPr>
          <p:cNvGrpSpPr/>
          <p:nvPr/>
        </p:nvGrpSpPr>
        <p:grpSpPr>
          <a:xfrm rot="930230" flipH="1">
            <a:off x="7533438" y="4032846"/>
            <a:ext cx="291959" cy="721263"/>
            <a:chOff x="7221030" y="4003798"/>
            <a:chExt cx="291959" cy="721263"/>
          </a:xfrm>
        </p:grpSpPr>
        <p:sp>
          <p:nvSpPr>
            <p:cNvPr id="1629" name="Terminator 1628">
              <a:extLst>
                <a:ext uri="{FF2B5EF4-FFF2-40B4-BE49-F238E27FC236}">
                  <a16:creationId xmlns:a16="http://schemas.microsoft.com/office/drawing/2014/main" id="{24768A6F-3BFF-7545-81B7-900083D1B865}"/>
                </a:ext>
              </a:extLst>
            </p:cNvPr>
            <p:cNvSpPr/>
            <p:nvPr/>
          </p:nvSpPr>
          <p:spPr>
            <a:xfrm rot="6206530">
              <a:off x="7105814" y="4550845"/>
              <a:ext cx="289432" cy="59000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0" name="Terminator 1629">
              <a:extLst>
                <a:ext uri="{FF2B5EF4-FFF2-40B4-BE49-F238E27FC236}">
                  <a16:creationId xmlns:a16="http://schemas.microsoft.com/office/drawing/2014/main" id="{A545BDA9-1D3F-2748-8BC8-CAB53F8A38CB}"/>
                </a:ext>
              </a:extLst>
            </p:cNvPr>
            <p:cNvSpPr/>
            <p:nvPr/>
          </p:nvSpPr>
          <p:spPr>
            <a:xfrm rot="7721402">
              <a:off x="7170834" y="4231268"/>
              <a:ext cx="569625" cy="11468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31" name="Delay 1630">
            <a:extLst>
              <a:ext uri="{FF2B5EF4-FFF2-40B4-BE49-F238E27FC236}">
                <a16:creationId xmlns:a16="http://schemas.microsoft.com/office/drawing/2014/main" id="{C1E22061-9CC9-0445-B722-6699A7294D6F}"/>
              </a:ext>
            </a:extLst>
          </p:cNvPr>
          <p:cNvSpPr/>
          <p:nvPr/>
        </p:nvSpPr>
        <p:spPr>
          <a:xfrm rot="16200000" flipH="1">
            <a:off x="7420859" y="4117420"/>
            <a:ext cx="240930" cy="214570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2" name="Delay 1631">
            <a:extLst>
              <a:ext uri="{FF2B5EF4-FFF2-40B4-BE49-F238E27FC236}">
                <a16:creationId xmlns:a16="http://schemas.microsoft.com/office/drawing/2014/main" id="{B0BA5C38-0A9D-7F4B-B4F4-6397FAC6520E}"/>
              </a:ext>
            </a:extLst>
          </p:cNvPr>
          <p:cNvSpPr/>
          <p:nvPr/>
        </p:nvSpPr>
        <p:spPr>
          <a:xfrm rot="5400000" flipH="1">
            <a:off x="7492169" y="3792168"/>
            <a:ext cx="90720" cy="289424"/>
          </a:xfrm>
          <a:prstGeom prst="flowChartDelay">
            <a:avLst/>
          </a:prstGeom>
          <a:solidFill>
            <a:schemeClr val="tx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5" name="Terminator 1634">
            <a:extLst>
              <a:ext uri="{FF2B5EF4-FFF2-40B4-BE49-F238E27FC236}">
                <a16:creationId xmlns:a16="http://schemas.microsoft.com/office/drawing/2014/main" id="{64479AB4-8DD6-F24C-9FA4-214AF6FD940E}"/>
              </a:ext>
            </a:extLst>
          </p:cNvPr>
          <p:cNvSpPr/>
          <p:nvPr/>
        </p:nvSpPr>
        <p:spPr>
          <a:xfrm rot="20312802" flipH="1">
            <a:off x="7635303" y="4239677"/>
            <a:ext cx="119185" cy="272535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6" name="Terminator 1635">
            <a:extLst>
              <a:ext uri="{FF2B5EF4-FFF2-40B4-BE49-F238E27FC236}">
                <a16:creationId xmlns:a16="http://schemas.microsoft.com/office/drawing/2014/main" id="{08F09014-5705-6343-ACEC-36B18C54F977}"/>
              </a:ext>
            </a:extLst>
          </p:cNvPr>
          <p:cNvSpPr/>
          <p:nvPr/>
        </p:nvSpPr>
        <p:spPr>
          <a:xfrm rot="20151656" flipH="1">
            <a:off x="7580091" y="4320095"/>
            <a:ext cx="104473" cy="15876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7" name="Terminator 1636">
            <a:extLst>
              <a:ext uri="{FF2B5EF4-FFF2-40B4-BE49-F238E27FC236}">
                <a16:creationId xmlns:a16="http://schemas.microsoft.com/office/drawing/2014/main" id="{999CB1F7-5188-2B4B-B80B-59E76980BC43}"/>
              </a:ext>
            </a:extLst>
          </p:cNvPr>
          <p:cNvSpPr/>
          <p:nvPr/>
        </p:nvSpPr>
        <p:spPr>
          <a:xfrm rot="21120620" flipH="1">
            <a:off x="7684813" y="4564918"/>
            <a:ext cx="79848" cy="15573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9" name="Terminator 1638">
            <a:extLst>
              <a:ext uri="{FF2B5EF4-FFF2-40B4-BE49-F238E27FC236}">
                <a16:creationId xmlns:a16="http://schemas.microsoft.com/office/drawing/2014/main" id="{5729FEC4-C81A-EF4D-B39C-1B945F928E0D}"/>
              </a:ext>
            </a:extLst>
          </p:cNvPr>
          <p:cNvSpPr/>
          <p:nvPr/>
        </p:nvSpPr>
        <p:spPr>
          <a:xfrm rot="17378935" flipH="1">
            <a:off x="7575800" y="3855143"/>
            <a:ext cx="122741" cy="13155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1" name="Terminator 1640">
            <a:extLst>
              <a:ext uri="{FF2B5EF4-FFF2-40B4-BE49-F238E27FC236}">
                <a16:creationId xmlns:a16="http://schemas.microsoft.com/office/drawing/2014/main" id="{6CE89F03-CB7B-0A45-9BEC-12E8FFC80A0C}"/>
              </a:ext>
            </a:extLst>
          </p:cNvPr>
          <p:cNvSpPr/>
          <p:nvPr/>
        </p:nvSpPr>
        <p:spPr>
          <a:xfrm>
            <a:off x="7466545" y="3790051"/>
            <a:ext cx="122741" cy="131553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46" name="Group 1645">
            <a:extLst>
              <a:ext uri="{FF2B5EF4-FFF2-40B4-BE49-F238E27FC236}">
                <a16:creationId xmlns:a16="http://schemas.microsoft.com/office/drawing/2014/main" id="{CDEADBA7-CA9F-E440-865C-2D60EDB0A1EB}"/>
              </a:ext>
            </a:extLst>
          </p:cNvPr>
          <p:cNvGrpSpPr/>
          <p:nvPr/>
        </p:nvGrpSpPr>
        <p:grpSpPr>
          <a:xfrm>
            <a:off x="7028136" y="3650640"/>
            <a:ext cx="473839" cy="364543"/>
            <a:chOff x="7135174" y="3703288"/>
            <a:chExt cx="366789" cy="282186"/>
          </a:xfrm>
        </p:grpSpPr>
        <p:sp>
          <p:nvSpPr>
            <p:cNvPr id="1617" name="Terminator 1616">
              <a:extLst>
                <a:ext uri="{FF2B5EF4-FFF2-40B4-BE49-F238E27FC236}">
                  <a16:creationId xmlns:a16="http://schemas.microsoft.com/office/drawing/2014/main" id="{907FD963-70B8-9E4E-A6FD-2AD3DB986F74}"/>
                </a:ext>
              </a:extLst>
            </p:cNvPr>
            <p:cNvSpPr/>
            <p:nvPr/>
          </p:nvSpPr>
          <p:spPr>
            <a:xfrm rot="916467">
              <a:off x="7135174" y="3911422"/>
              <a:ext cx="332819" cy="60816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5" name="Terminator 1624">
              <a:extLst>
                <a:ext uri="{FF2B5EF4-FFF2-40B4-BE49-F238E27FC236}">
                  <a16:creationId xmlns:a16="http://schemas.microsoft.com/office/drawing/2014/main" id="{6C51CAEC-3C6B-F346-B4ED-C638E51394FD}"/>
                </a:ext>
              </a:extLst>
            </p:cNvPr>
            <p:cNvSpPr/>
            <p:nvPr/>
          </p:nvSpPr>
          <p:spPr>
            <a:xfrm rot="4221065">
              <a:off x="7374816" y="3852276"/>
              <a:ext cx="122741" cy="131552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45" name="Group 1644">
              <a:extLst>
                <a:ext uri="{FF2B5EF4-FFF2-40B4-BE49-F238E27FC236}">
                  <a16:creationId xmlns:a16="http://schemas.microsoft.com/office/drawing/2014/main" id="{C10C2574-8351-0C41-88A4-68EB8450C1EE}"/>
                </a:ext>
              </a:extLst>
            </p:cNvPr>
            <p:cNvGrpSpPr/>
            <p:nvPr/>
          </p:nvGrpSpPr>
          <p:grpSpPr>
            <a:xfrm>
              <a:off x="7156734" y="3703288"/>
              <a:ext cx="201476" cy="282186"/>
              <a:chOff x="7156734" y="3703288"/>
              <a:chExt cx="201476" cy="282186"/>
            </a:xfrm>
          </p:grpSpPr>
          <p:sp>
            <p:nvSpPr>
              <p:cNvPr id="1598" name="Terminator 1597">
                <a:extLst>
                  <a:ext uri="{FF2B5EF4-FFF2-40B4-BE49-F238E27FC236}">
                    <a16:creationId xmlns:a16="http://schemas.microsoft.com/office/drawing/2014/main" id="{89962C09-9E60-A94C-A979-AA04873C4AF0}"/>
                  </a:ext>
                </a:extLst>
              </p:cNvPr>
              <p:cNvSpPr/>
              <p:nvPr/>
            </p:nvSpPr>
            <p:spPr>
              <a:xfrm rot="6220339">
                <a:off x="7073190" y="3799518"/>
                <a:ext cx="212808" cy="45719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0" name="Terminator 1619">
                <a:extLst>
                  <a:ext uri="{FF2B5EF4-FFF2-40B4-BE49-F238E27FC236}">
                    <a16:creationId xmlns:a16="http://schemas.microsoft.com/office/drawing/2014/main" id="{B4EBACF0-5060-1244-BF81-EAC742DCA979}"/>
                  </a:ext>
                </a:extLst>
              </p:cNvPr>
              <p:cNvSpPr/>
              <p:nvPr/>
            </p:nvSpPr>
            <p:spPr>
              <a:xfrm rot="6080806">
                <a:off x="7231063" y="3858327"/>
                <a:ext cx="122741" cy="13155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4" name="Terminator 1623">
                <a:extLst>
                  <a:ext uri="{FF2B5EF4-FFF2-40B4-BE49-F238E27FC236}">
                    <a16:creationId xmlns:a16="http://schemas.microsoft.com/office/drawing/2014/main" id="{C9F4F48A-5AD4-7A45-A4C8-030BEFE7B241}"/>
                  </a:ext>
                </a:extLst>
              </p:cNvPr>
              <p:cNvSpPr/>
              <p:nvPr/>
            </p:nvSpPr>
            <p:spPr>
              <a:xfrm>
                <a:off x="7176999" y="3777760"/>
                <a:ext cx="45719" cy="9839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2" name="Oval 1641">
                <a:extLst>
                  <a:ext uri="{FF2B5EF4-FFF2-40B4-BE49-F238E27FC236}">
                    <a16:creationId xmlns:a16="http://schemas.microsoft.com/office/drawing/2014/main" id="{448E1F93-0908-774D-813A-BBF635AC142A}"/>
                  </a:ext>
                </a:extLst>
              </p:cNvPr>
              <p:cNvSpPr/>
              <p:nvPr/>
            </p:nvSpPr>
            <p:spPr>
              <a:xfrm>
                <a:off x="7183229" y="3703288"/>
                <a:ext cx="86855" cy="59946"/>
              </a:xfrm>
              <a:prstGeom prst="ellipse">
                <a:avLst/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44" name="Terminator 1643">
            <a:extLst>
              <a:ext uri="{FF2B5EF4-FFF2-40B4-BE49-F238E27FC236}">
                <a16:creationId xmlns:a16="http://schemas.microsoft.com/office/drawing/2014/main" id="{0A61CA0C-4AA1-7841-B0F8-BED87328BB88}"/>
              </a:ext>
            </a:extLst>
          </p:cNvPr>
          <p:cNvSpPr/>
          <p:nvPr/>
        </p:nvSpPr>
        <p:spPr>
          <a:xfrm>
            <a:off x="7237447" y="4725234"/>
            <a:ext cx="104883" cy="45719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47" name="Group 1646">
            <a:extLst>
              <a:ext uri="{FF2B5EF4-FFF2-40B4-BE49-F238E27FC236}">
                <a16:creationId xmlns:a16="http://schemas.microsoft.com/office/drawing/2014/main" id="{8C9D402C-65D1-6B40-99AB-593B62D098A5}"/>
              </a:ext>
            </a:extLst>
          </p:cNvPr>
          <p:cNvGrpSpPr/>
          <p:nvPr/>
        </p:nvGrpSpPr>
        <p:grpSpPr>
          <a:xfrm flipH="1">
            <a:off x="7541936" y="3660695"/>
            <a:ext cx="473855" cy="364543"/>
            <a:chOff x="7135174" y="3703288"/>
            <a:chExt cx="366802" cy="282186"/>
          </a:xfrm>
        </p:grpSpPr>
        <p:sp>
          <p:nvSpPr>
            <p:cNvPr id="1648" name="Terminator 1647">
              <a:extLst>
                <a:ext uri="{FF2B5EF4-FFF2-40B4-BE49-F238E27FC236}">
                  <a16:creationId xmlns:a16="http://schemas.microsoft.com/office/drawing/2014/main" id="{2AB5DC69-C805-1240-B0D0-F041C3441F3E}"/>
                </a:ext>
              </a:extLst>
            </p:cNvPr>
            <p:cNvSpPr/>
            <p:nvPr/>
          </p:nvSpPr>
          <p:spPr>
            <a:xfrm rot="916467">
              <a:off x="7135174" y="3911422"/>
              <a:ext cx="332819" cy="60816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9" name="Terminator 1648">
              <a:extLst>
                <a:ext uri="{FF2B5EF4-FFF2-40B4-BE49-F238E27FC236}">
                  <a16:creationId xmlns:a16="http://schemas.microsoft.com/office/drawing/2014/main" id="{C0EA77B1-7715-6147-9023-09EA0DA27750}"/>
                </a:ext>
              </a:extLst>
            </p:cNvPr>
            <p:cNvSpPr/>
            <p:nvPr/>
          </p:nvSpPr>
          <p:spPr>
            <a:xfrm rot="4221065">
              <a:off x="7374829" y="3852276"/>
              <a:ext cx="122741" cy="13155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50" name="Group 1649">
              <a:extLst>
                <a:ext uri="{FF2B5EF4-FFF2-40B4-BE49-F238E27FC236}">
                  <a16:creationId xmlns:a16="http://schemas.microsoft.com/office/drawing/2014/main" id="{F33C6A04-A0B9-B74E-9D9C-5B3158581A2C}"/>
                </a:ext>
              </a:extLst>
            </p:cNvPr>
            <p:cNvGrpSpPr/>
            <p:nvPr/>
          </p:nvGrpSpPr>
          <p:grpSpPr>
            <a:xfrm>
              <a:off x="7156734" y="3703288"/>
              <a:ext cx="201476" cy="282186"/>
              <a:chOff x="7156734" y="3703288"/>
              <a:chExt cx="201476" cy="282186"/>
            </a:xfrm>
          </p:grpSpPr>
          <p:sp>
            <p:nvSpPr>
              <p:cNvPr id="1651" name="Terminator 1650">
                <a:extLst>
                  <a:ext uri="{FF2B5EF4-FFF2-40B4-BE49-F238E27FC236}">
                    <a16:creationId xmlns:a16="http://schemas.microsoft.com/office/drawing/2014/main" id="{F1033360-E908-384D-AB02-1EDB515E135B}"/>
                  </a:ext>
                </a:extLst>
              </p:cNvPr>
              <p:cNvSpPr/>
              <p:nvPr/>
            </p:nvSpPr>
            <p:spPr>
              <a:xfrm rot="6220339">
                <a:off x="7073190" y="3799518"/>
                <a:ext cx="212808" cy="45719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2" name="Terminator 1651">
                <a:extLst>
                  <a:ext uri="{FF2B5EF4-FFF2-40B4-BE49-F238E27FC236}">
                    <a16:creationId xmlns:a16="http://schemas.microsoft.com/office/drawing/2014/main" id="{37A5CB21-AC45-D344-A80E-5854151B06DE}"/>
                  </a:ext>
                </a:extLst>
              </p:cNvPr>
              <p:cNvSpPr/>
              <p:nvPr/>
            </p:nvSpPr>
            <p:spPr>
              <a:xfrm rot="6080806">
                <a:off x="7231063" y="3858327"/>
                <a:ext cx="122741" cy="13155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3" name="Terminator 1652">
                <a:extLst>
                  <a:ext uri="{FF2B5EF4-FFF2-40B4-BE49-F238E27FC236}">
                    <a16:creationId xmlns:a16="http://schemas.microsoft.com/office/drawing/2014/main" id="{A753788C-6C2B-144D-BC1A-734D04637C2C}"/>
                  </a:ext>
                </a:extLst>
              </p:cNvPr>
              <p:cNvSpPr/>
              <p:nvPr/>
            </p:nvSpPr>
            <p:spPr>
              <a:xfrm>
                <a:off x="7176999" y="3777760"/>
                <a:ext cx="45719" cy="98393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4" name="Oval 1653">
                <a:extLst>
                  <a:ext uri="{FF2B5EF4-FFF2-40B4-BE49-F238E27FC236}">
                    <a16:creationId xmlns:a16="http://schemas.microsoft.com/office/drawing/2014/main" id="{6C28F703-1DFB-FD4A-A636-F9FCD5F20299}"/>
                  </a:ext>
                </a:extLst>
              </p:cNvPr>
              <p:cNvSpPr/>
              <p:nvPr/>
            </p:nvSpPr>
            <p:spPr>
              <a:xfrm>
                <a:off x="7183229" y="3703288"/>
                <a:ext cx="86855" cy="59946"/>
              </a:xfrm>
              <a:prstGeom prst="ellipse">
                <a:avLst/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55" name="Terminator 1654">
            <a:extLst>
              <a:ext uri="{FF2B5EF4-FFF2-40B4-BE49-F238E27FC236}">
                <a16:creationId xmlns:a16="http://schemas.microsoft.com/office/drawing/2014/main" id="{4877B029-4C71-C34B-8CC0-4FDAE838DB6D}"/>
              </a:ext>
            </a:extLst>
          </p:cNvPr>
          <p:cNvSpPr/>
          <p:nvPr/>
        </p:nvSpPr>
        <p:spPr>
          <a:xfrm rot="15518194" flipH="1">
            <a:off x="7596875" y="3832178"/>
            <a:ext cx="142903" cy="169948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6" name="Terminator 1655">
            <a:extLst>
              <a:ext uri="{FF2B5EF4-FFF2-40B4-BE49-F238E27FC236}">
                <a16:creationId xmlns:a16="http://schemas.microsoft.com/office/drawing/2014/main" id="{9D8E805D-EDBF-0942-B5CE-E2EC6BD2A5A6}"/>
              </a:ext>
            </a:extLst>
          </p:cNvPr>
          <p:cNvSpPr/>
          <p:nvPr/>
        </p:nvSpPr>
        <p:spPr>
          <a:xfrm rot="6187475">
            <a:off x="7321950" y="3827562"/>
            <a:ext cx="142903" cy="169948"/>
          </a:xfrm>
          <a:prstGeom prst="flowChartTerminator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58" name="Picture 1657">
            <a:extLst>
              <a:ext uri="{FF2B5EF4-FFF2-40B4-BE49-F238E27FC236}">
                <a16:creationId xmlns:a16="http://schemas.microsoft.com/office/drawing/2014/main" id="{54B6F904-C0C4-0744-A198-8228E4506A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082690" y="7827098"/>
            <a:ext cx="5156200" cy="5207000"/>
          </a:xfrm>
          <a:prstGeom prst="rect">
            <a:avLst/>
          </a:prstGeom>
        </p:spPr>
      </p:pic>
      <p:pic>
        <p:nvPicPr>
          <p:cNvPr id="1659" name="Picture 1658">
            <a:extLst>
              <a:ext uri="{FF2B5EF4-FFF2-40B4-BE49-F238E27FC236}">
                <a16:creationId xmlns:a16="http://schemas.microsoft.com/office/drawing/2014/main" id="{40F1DF5E-3BB2-5442-8D1F-46B726BF215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540126" y="5069365"/>
            <a:ext cx="5168900" cy="5168900"/>
          </a:xfrm>
          <a:prstGeom prst="rect">
            <a:avLst/>
          </a:prstGeom>
        </p:spPr>
      </p:pic>
      <p:pic>
        <p:nvPicPr>
          <p:cNvPr id="1660" name="Picture 1659">
            <a:extLst>
              <a:ext uri="{FF2B5EF4-FFF2-40B4-BE49-F238E27FC236}">
                <a16:creationId xmlns:a16="http://schemas.microsoft.com/office/drawing/2014/main" id="{09FB8528-2C9B-C949-AE40-E7693B3BEE2E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524458" y="-6388358"/>
            <a:ext cx="5156200" cy="5156200"/>
          </a:xfrm>
          <a:prstGeom prst="rect">
            <a:avLst/>
          </a:prstGeom>
        </p:spPr>
      </p:pic>
      <p:pic>
        <p:nvPicPr>
          <p:cNvPr id="1661" name="Picture 1660">
            <a:extLst>
              <a:ext uri="{FF2B5EF4-FFF2-40B4-BE49-F238E27FC236}">
                <a16:creationId xmlns:a16="http://schemas.microsoft.com/office/drawing/2014/main" id="{09DD7485-DE1E-C245-B1B7-1CCE030370E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163042" y="-1141719"/>
            <a:ext cx="5118100" cy="5130800"/>
          </a:xfrm>
          <a:prstGeom prst="rect">
            <a:avLst/>
          </a:prstGeom>
        </p:spPr>
      </p:pic>
      <p:pic>
        <p:nvPicPr>
          <p:cNvPr id="1662" name="Picture 1661">
            <a:extLst>
              <a:ext uri="{FF2B5EF4-FFF2-40B4-BE49-F238E27FC236}">
                <a16:creationId xmlns:a16="http://schemas.microsoft.com/office/drawing/2014/main" id="{74BFEF0F-CDE4-AB43-A813-AC2D1EAAF7B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66161" y="8129358"/>
            <a:ext cx="5118100" cy="5143500"/>
          </a:xfrm>
          <a:prstGeom prst="rect">
            <a:avLst/>
          </a:prstGeom>
        </p:spPr>
      </p:pic>
      <p:pic>
        <p:nvPicPr>
          <p:cNvPr id="1663" name="Picture 1662">
            <a:extLst>
              <a:ext uri="{FF2B5EF4-FFF2-40B4-BE49-F238E27FC236}">
                <a16:creationId xmlns:a16="http://schemas.microsoft.com/office/drawing/2014/main" id="{EC7FCFF5-98DE-0E47-B60E-A5130CEB443D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8441408" y="5509814"/>
            <a:ext cx="5156200" cy="5181600"/>
          </a:xfrm>
          <a:prstGeom prst="rect">
            <a:avLst/>
          </a:prstGeom>
        </p:spPr>
      </p:pic>
      <p:pic>
        <p:nvPicPr>
          <p:cNvPr id="1664" name="Picture 1663">
            <a:extLst>
              <a:ext uri="{FF2B5EF4-FFF2-40B4-BE49-F238E27FC236}">
                <a16:creationId xmlns:a16="http://schemas.microsoft.com/office/drawing/2014/main" id="{B6E8DE72-5871-B54F-AC13-78C8F3FA7AA7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056668" y="7575506"/>
            <a:ext cx="51181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16152</TotalTime>
  <Words>5</Words>
  <Application>Microsoft Macintosh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49</cp:revision>
  <dcterms:created xsi:type="dcterms:W3CDTF">2021-08-16T15:06:29Z</dcterms:created>
  <dcterms:modified xsi:type="dcterms:W3CDTF">2021-09-06T17:08:56Z</dcterms:modified>
</cp:coreProperties>
</file>