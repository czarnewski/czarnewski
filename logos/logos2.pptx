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11"/>
    <p:restoredTop sz="96405"/>
  </p:normalViewPr>
  <p:slideViewPr>
    <p:cSldViewPr snapToGrid="0" snapToObjects="1">
      <p:cViewPr>
        <p:scale>
          <a:sx n="55" d="100"/>
          <a:sy n="55" d="100"/>
        </p:scale>
        <p:origin x="4752" y="2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F233-B146-524C-B496-2078F4AD1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2ABC5-CE45-F846-A1B6-3A6518D38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E23BE-067D-814B-B36F-0FB516A5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FCA03-5DDE-9844-B9F9-570346663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47E43-EE1F-5942-8882-8A9D99100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02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82256-6E9F-1E49-A51C-4887EDACC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D97C4-19F0-124D-95A2-1C4D1C3F8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7C53E-C70E-7B49-9B7A-C57B07FD9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C37D6-E7BA-2441-8460-9A364C227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9C051-D252-DC48-BC06-6CFED41D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9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084FD-408D-EE41-B2DD-5993C06F4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3C57F-757A-894B-A015-BB0847BA0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E0CB6-CBBC-9441-81A1-8543A6FF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E2A71-01F2-2240-BE1B-71C4A56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3F08E-3173-7947-8901-721103F8C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5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5B37-09BE-BC4A-9B32-14D659F4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B483C-2BFD-BB45-94F6-C7F28ECE27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570A37-6BFC-8547-9467-75C19DBEF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957ED-DBFE-D54A-9839-DA259744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9/21/21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104AB-D96F-B34D-8B11-8F56ADB78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F13FB-1FF2-E347-A7DB-AF184035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7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B250-B7E2-404B-9776-3A9C07496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9102E-0877-9641-ADCF-69446C31E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42FF8-EDCD-F04A-A209-4C28D3EA9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F1C389-EAAC-364E-9EA7-C29A56154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64D62-2CBC-D044-BC11-0247A0049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3046B-71C9-994A-AE57-75A2CB98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9/21/21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0B86F-AE37-1542-9E35-1F3CBAFCA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A824CC-DF81-D94C-9E44-1F8911B1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66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FBA82-C524-2F4A-B5CA-3ACF7147B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C84651-AAB6-B849-9ECE-17B26211E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9/21/21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0A2C21-75C0-604A-BFB3-8CC52DE38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F3C516-AC16-CD48-A88D-7DC12EC77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21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06CEB5-AA67-5C4F-9BB4-2A4577F23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9/21/21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0BAFBB-73AB-8849-B9F7-FFE24EEB8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F29F4-B6E9-8B47-8488-4CD0D844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7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49556-8237-2D43-A3EE-AC6B2D07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D625C-F31D-4F4E-A5AD-06F1ED6F9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547653-895B-014B-ABB7-2BBEB372F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D2D1B-334D-5E44-806A-85650027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9/21/21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4FE8C-A1E9-FA46-BACA-77DA750C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589C2-541C-2A4F-810C-D159C153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14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0296-D7D0-A84E-8EF8-5DDEC15FE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692860-077B-C840-B3DA-32CCC39AE1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8011C-414D-0F4E-880F-F92206BF6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12217-3F89-BB4C-9602-075A7CE9D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9/21/21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717AF-F806-8041-B947-1AE10C883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C2B49-F953-A146-A68D-18C95F2EF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78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DC7E-6EAA-FC4A-9556-F0096DA8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052DA-8B33-4545-937E-C2CECFEC9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7CA4E-0112-E24E-AB88-FE7B4274F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A0366-DAE9-BB4D-AC59-ED157F7DC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10474-CE98-0F43-9CAB-6A629FC6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156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461627-1ED3-894B-9561-60AFAE4C6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3CE96-0BCF-CB47-B50F-E4B469F7F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A5679-561B-0A48-8B88-92E9864E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3EB0-79FE-3A48-9677-781C433206CF}" type="datetimeFigureOut">
              <a:rPr lang="en-US" smtClean="0"/>
              <a:t>9/21/21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5D5E7-EC19-4342-B8EE-4CE863F72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24BB8-006A-5E43-844C-79E0B27D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7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080F47-9976-234F-8AD2-C3D2AC421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39BC4-4B90-3244-BD0A-B9DB85C9C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9E41E-9D2B-4A4C-A1E9-65317E30B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93EB0-79FE-3A48-9677-781C433206CF}" type="datetimeFigureOut">
              <a:rPr lang="en-US" smtClean="0"/>
              <a:t>9/21/21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A3D7B-7CBE-BA4B-A156-3117BFDF4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27CAE-DC29-6243-9029-C54AB17AC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54A40-FA13-F340-8BB5-A7C7E8D91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16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Terminator 798">
            <a:extLst>
              <a:ext uri="{FF2B5EF4-FFF2-40B4-BE49-F238E27FC236}">
                <a16:creationId xmlns:a16="http://schemas.microsoft.com/office/drawing/2014/main" id="{834295B5-AE95-8245-83B0-DE722301D813}"/>
              </a:ext>
            </a:extLst>
          </p:cNvPr>
          <p:cNvSpPr/>
          <p:nvPr/>
        </p:nvSpPr>
        <p:spPr>
          <a:xfrm rot="2440303">
            <a:off x="-4444163" y="2338449"/>
            <a:ext cx="497043" cy="164024"/>
          </a:xfrm>
          <a:prstGeom prst="flowChartTerminator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Terminator 319">
            <a:extLst>
              <a:ext uri="{FF2B5EF4-FFF2-40B4-BE49-F238E27FC236}">
                <a16:creationId xmlns:a16="http://schemas.microsoft.com/office/drawing/2014/main" id="{8B777C8D-2F45-AE48-A93E-60C0F9940376}"/>
              </a:ext>
            </a:extLst>
          </p:cNvPr>
          <p:cNvSpPr/>
          <p:nvPr/>
        </p:nvSpPr>
        <p:spPr>
          <a:xfrm rot="7001205">
            <a:off x="-1708691" y="641712"/>
            <a:ext cx="497043" cy="164024"/>
          </a:xfrm>
          <a:prstGeom prst="flowChartTerminator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Delay 314">
            <a:extLst>
              <a:ext uri="{FF2B5EF4-FFF2-40B4-BE49-F238E27FC236}">
                <a16:creationId xmlns:a16="http://schemas.microsoft.com/office/drawing/2014/main" id="{3863B217-6ED4-B746-9BF2-3B6DA0254E0E}"/>
              </a:ext>
            </a:extLst>
          </p:cNvPr>
          <p:cNvSpPr/>
          <p:nvPr/>
        </p:nvSpPr>
        <p:spPr>
          <a:xfrm rot="16877590">
            <a:off x="-1497278" y="537477"/>
            <a:ext cx="564761" cy="373086"/>
          </a:xfrm>
          <a:prstGeom prst="flowChartDelay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DB4E0F74-8DF7-0F48-BAE2-5D2BF40A81D7}"/>
              </a:ext>
            </a:extLst>
          </p:cNvPr>
          <p:cNvSpPr/>
          <p:nvPr/>
        </p:nvSpPr>
        <p:spPr>
          <a:xfrm>
            <a:off x="-1348033" y="240033"/>
            <a:ext cx="347615" cy="347615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5" name="Arc 734">
            <a:extLst>
              <a:ext uri="{FF2B5EF4-FFF2-40B4-BE49-F238E27FC236}">
                <a16:creationId xmlns:a16="http://schemas.microsoft.com/office/drawing/2014/main" id="{1FD4CFC8-81A5-DA46-BAC5-F4B0A411BE0E}"/>
              </a:ext>
            </a:extLst>
          </p:cNvPr>
          <p:cNvSpPr/>
          <p:nvPr/>
        </p:nvSpPr>
        <p:spPr>
          <a:xfrm>
            <a:off x="1475689" y="-1916368"/>
            <a:ext cx="1495710" cy="1495710"/>
          </a:xfrm>
          <a:prstGeom prst="arc">
            <a:avLst>
              <a:gd name="adj1" fmla="val 6321548"/>
              <a:gd name="adj2" fmla="val 4478211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0" name="Rectangle 739">
            <a:extLst>
              <a:ext uri="{FF2B5EF4-FFF2-40B4-BE49-F238E27FC236}">
                <a16:creationId xmlns:a16="http://schemas.microsoft.com/office/drawing/2014/main" id="{39A8F74D-8F71-4A4D-B8CE-D56CE6FCECBD}"/>
              </a:ext>
            </a:extLst>
          </p:cNvPr>
          <p:cNvSpPr/>
          <p:nvPr/>
        </p:nvSpPr>
        <p:spPr>
          <a:xfrm rot="19693329">
            <a:off x="1273231" y="-1156548"/>
            <a:ext cx="547895" cy="153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8" name="Rectangle 737">
            <a:extLst>
              <a:ext uri="{FF2B5EF4-FFF2-40B4-BE49-F238E27FC236}">
                <a16:creationId xmlns:a16="http://schemas.microsoft.com/office/drawing/2014/main" id="{1CF1E953-55CE-774C-9457-AC6BE7E4D96F}"/>
              </a:ext>
            </a:extLst>
          </p:cNvPr>
          <p:cNvSpPr/>
          <p:nvPr/>
        </p:nvSpPr>
        <p:spPr>
          <a:xfrm rot="19819108">
            <a:off x="2513544" y="-1167964"/>
            <a:ext cx="708216" cy="281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9" name="Group 728">
            <a:extLst>
              <a:ext uri="{FF2B5EF4-FFF2-40B4-BE49-F238E27FC236}">
                <a16:creationId xmlns:a16="http://schemas.microsoft.com/office/drawing/2014/main" id="{152DE5FA-DE74-8742-8DF3-93E9715B657B}"/>
              </a:ext>
            </a:extLst>
          </p:cNvPr>
          <p:cNvGrpSpPr/>
          <p:nvPr/>
        </p:nvGrpSpPr>
        <p:grpSpPr>
          <a:xfrm>
            <a:off x="2628639" y="-1251185"/>
            <a:ext cx="535049" cy="482789"/>
            <a:chOff x="6227183" y="2691999"/>
            <a:chExt cx="418056" cy="377222"/>
          </a:xfrm>
        </p:grpSpPr>
        <p:sp>
          <p:nvSpPr>
            <p:cNvPr id="727" name="Rectangle 726">
              <a:extLst>
                <a:ext uri="{FF2B5EF4-FFF2-40B4-BE49-F238E27FC236}">
                  <a16:creationId xmlns:a16="http://schemas.microsoft.com/office/drawing/2014/main" id="{4B4BC7CA-E926-244E-9542-91641371EE72}"/>
                </a:ext>
              </a:extLst>
            </p:cNvPr>
            <p:cNvSpPr/>
            <p:nvPr/>
          </p:nvSpPr>
          <p:spPr>
            <a:xfrm>
              <a:off x="6233054" y="2869072"/>
              <a:ext cx="412185" cy="2001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73" name="Group 672">
              <a:extLst>
                <a:ext uri="{FF2B5EF4-FFF2-40B4-BE49-F238E27FC236}">
                  <a16:creationId xmlns:a16="http://schemas.microsoft.com/office/drawing/2014/main" id="{E29D1CBE-56E3-D14A-AA1B-D10CB797F6ED}"/>
                </a:ext>
              </a:extLst>
            </p:cNvPr>
            <p:cNvGrpSpPr/>
            <p:nvPr/>
          </p:nvGrpSpPr>
          <p:grpSpPr>
            <a:xfrm>
              <a:off x="6227183" y="2691999"/>
              <a:ext cx="373276" cy="354952"/>
              <a:chOff x="6400534" y="1760400"/>
              <a:chExt cx="302867" cy="288000"/>
            </a:xfrm>
          </p:grpSpPr>
          <p:sp>
            <p:nvSpPr>
              <p:cNvPr id="674" name="Rectangle 673">
                <a:extLst>
                  <a:ext uri="{FF2B5EF4-FFF2-40B4-BE49-F238E27FC236}">
                    <a16:creationId xmlns:a16="http://schemas.microsoft.com/office/drawing/2014/main" id="{3628ABDA-3AA1-3941-B38D-2291FAB4F827}"/>
                  </a:ext>
                </a:extLst>
              </p:cNvPr>
              <p:cNvSpPr/>
              <p:nvPr/>
            </p:nvSpPr>
            <p:spPr>
              <a:xfrm>
                <a:off x="6405181" y="2030400"/>
                <a:ext cx="288000" cy="18000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5" name="Rectangle 674">
                <a:extLst>
                  <a:ext uri="{FF2B5EF4-FFF2-40B4-BE49-F238E27FC236}">
                    <a16:creationId xmlns:a16="http://schemas.microsoft.com/office/drawing/2014/main" id="{D22E3B2B-8203-A343-8C34-F99BE53382B6}"/>
                  </a:ext>
                </a:extLst>
              </p:cNvPr>
              <p:cNvSpPr/>
              <p:nvPr/>
            </p:nvSpPr>
            <p:spPr>
              <a:xfrm rot="5400000">
                <a:off x="6265534" y="1895400"/>
                <a:ext cx="288000" cy="18000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6" name="Rectangle 675">
                <a:extLst>
                  <a:ext uri="{FF2B5EF4-FFF2-40B4-BE49-F238E27FC236}">
                    <a16:creationId xmlns:a16="http://schemas.microsoft.com/office/drawing/2014/main" id="{A3612E2B-18ED-4846-A4E4-E712B5F2C706}"/>
                  </a:ext>
                </a:extLst>
              </p:cNvPr>
              <p:cNvSpPr/>
              <p:nvPr/>
            </p:nvSpPr>
            <p:spPr>
              <a:xfrm rot="19077046">
                <a:off x="6415401" y="1884276"/>
                <a:ext cx="288000" cy="18000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7" name="Oval 676">
                <a:extLst>
                  <a:ext uri="{FF2B5EF4-FFF2-40B4-BE49-F238E27FC236}">
                    <a16:creationId xmlns:a16="http://schemas.microsoft.com/office/drawing/2014/main" id="{67513E5F-61C8-914F-A252-119081EF7515}"/>
                  </a:ext>
                </a:extLst>
              </p:cNvPr>
              <p:cNvSpPr/>
              <p:nvPr/>
            </p:nvSpPr>
            <p:spPr>
              <a:xfrm>
                <a:off x="6472750" y="187843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8" name="Oval 677">
                <a:extLst>
                  <a:ext uri="{FF2B5EF4-FFF2-40B4-BE49-F238E27FC236}">
                    <a16:creationId xmlns:a16="http://schemas.microsoft.com/office/drawing/2014/main" id="{AB2E3946-F514-B340-A7F3-A2DC5F84976E}"/>
                  </a:ext>
                </a:extLst>
              </p:cNvPr>
              <p:cNvSpPr/>
              <p:nvPr/>
            </p:nvSpPr>
            <p:spPr>
              <a:xfrm>
                <a:off x="6527050" y="181994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9" name="Oval 678">
                <a:extLst>
                  <a:ext uri="{FF2B5EF4-FFF2-40B4-BE49-F238E27FC236}">
                    <a16:creationId xmlns:a16="http://schemas.microsoft.com/office/drawing/2014/main" id="{EC4FE8C4-682A-3B4F-8F63-E5793AFB878A}"/>
                  </a:ext>
                </a:extLst>
              </p:cNvPr>
              <p:cNvSpPr/>
              <p:nvPr/>
            </p:nvSpPr>
            <p:spPr>
              <a:xfrm>
                <a:off x="6540673" y="1888255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0" name="Oval 679">
                <a:extLst>
                  <a:ext uri="{FF2B5EF4-FFF2-40B4-BE49-F238E27FC236}">
                    <a16:creationId xmlns:a16="http://schemas.microsoft.com/office/drawing/2014/main" id="{F30A5307-26C6-4B40-AD74-649A99081CB6}"/>
                  </a:ext>
                </a:extLst>
              </p:cNvPr>
              <p:cNvSpPr/>
              <p:nvPr/>
            </p:nvSpPr>
            <p:spPr>
              <a:xfrm>
                <a:off x="6456113" y="195395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1" name="Oval 680">
                <a:extLst>
                  <a:ext uri="{FF2B5EF4-FFF2-40B4-BE49-F238E27FC236}">
                    <a16:creationId xmlns:a16="http://schemas.microsoft.com/office/drawing/2014/main" id="{D050FB0D-C7BA-0F4F-973F-48B2A36BBA71}"/>
                  </a:ext>
                </a:extLst>
              </p:cNvPr>
              <p:cNvSpPr/>
              <p:nvPr/>
            </p:nvSpPr>
            <p:spPr>
              <a:xfrm>
                <a:off x="6515244" y="194180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2" name="Oval 681">
                <a:extLst>
                  <a:ext uri="{FF2B5EF4-FFF2-40B4-BE49-F238E27FC236}">
                    <a16:creationId xmlns:a16="http://schemas.microsoft.com/office/drawing/2014/main" id="{64240686-F101-0742-BD10-ABF198A44536}"/>
                  </a:ext>
                </a:extLst>
              </p:cNvPr>
              <p:cNvSpPr/>
              <p:nvPr/>
            </p:nvSpPr>
            <p:spPr>
              <a:xfrm>
                <a:off x="6582490" y="180922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3" name="Oval 682">
                <a:extLst>
                  <a:ext uri="{FF2B5EF4-FFF2-40B4-BE49-F238E27FC236}">
                    <a16:creationId xmlns:a16="http://schemas.microsoft.com/office/drawing/2014/main" id="{3F5EBEE4-6E4E-9443-8E76-6AEE37424F9B}"/>
                  </a:ext>
                </a:extLst>
              </p:cNvPr>
              <p:cNvSpPr/>
              <p:nvPr/>
            </p:nvSpPr>
            <p:spPr>
              <a:xfrm>
                <a:off x="6605737" y="187424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4" name="Oval 683">
                <a:extLst>
                  <a:ext uri="{FF2B5EF4-FFF2-40B4-BE49-F238E27FC236}">
                    <a16:creationId xmlns:a16="http://schemas.microsoft.com/office/drawing/2014/main" id="{237D79A7-5EE9-F444-937E-1325C0DF30A3}"/>
                  </a:ext>
                </a:extLst>
              </p:cNvPr>
              <p:cNvSpPr/>
              <p:nvPr/>
            </p:nvSpPr>
            <p:spPr>
              <a:xfrm>
                <a:off x="6651456" y="181391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41" name="Trapezium 640">
            <a:extLst>
              <a:ext uri="{FF2B5EF4-FFF2-40B4-BE49-F238E27FC236}">
                <a16:creationId xmlns:a16="http://schemas.microsoft.com/office/drawing/2014/main" id="{D0315B30-F78C-C447-9F47-22BD4C5CA88E}"/>
              </a:ext>
            </a:extLst>
          </p:cNvPr>
          <p:cNvSpPr/>
          <p:nvPr/>
        </p:nvSpPr>
        <p:spPr>
          <a:xfrm>
            <a:off x="-2787332" y="906227"/>
            <a:ext cx="594764" cy="126882"/>
          </a:xfrm>
          <a:prstGeom prst="trapezoid">
            <a:avLst>
              <a:gd name="adj" fmla="val 32589"/>
            </a:avLst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79" name="Group 1778">
            <a:extLst>
              <a:ext uri="{FF2B5EF4-FFF2-40B4-BE49-F238E27FC236}">
                <a16:creationId xmlns:a16="http://schemas.microsoft.com/office/drawing/2014/main" id="{3FC5C50E-6844-CF40-8EC1-B07F505E8502}"/>
              </a:ext>
            </a:extLst>
          </p:cNvPr>
          <p:cNvGrpSpPr/>
          <p:nvPr/>
        </p:nvGrpSpPr>
        <p:grpSpPr>
          <a:xfrm>
            <a:off x="10139703" y="3659121"/>
            <a:ext cx="1204571" cy="1087067"/>
            <a:chOff x="10152404" y="3721545"/>
            <a:chExt cx="1013240" cy="914400"/>
          </a:xfrm>
        </p:grpSpPr>
        <p:pic>
          <p:nvPicPr>
            <p:cNvPr id="1756" name="Picture 1755">
              <a:extLst>
                <a:ext uri="{FF2B5EF4-FFF2-40B4-BE49-F238E27FC236}">
                  <a16:creationId xmlns:a16="http://schemas.microsoft.com/office/drawing/2014/main" id="{3B5B3F04-7D75-4646-9EFA-7C17CA85F8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1901"/>
            <a:stretch/>
          </p:blipFill>
          <p:spPr>
            <a:xfrm>
              <a:off x="10908708" y="3721545"/>
              <a:ext cx="256936" cy="914400"/>
            </a:xfrm>
            <a:prstGeom prst="rect">
              <a:avLst/>
            </a:prstGeom>
          </p:spPr>
        </p:pic>
        <p:pic>
          <p:nvPicPr>
            <p:cNvPr id="1738" name="Picture 1737">
              <a:extLst>
                <a:ext uri="{FF2B5EF4-FFF2-40B4-BE49-F238E27FC236}">
                  <a16:creationId xmlns:a16="http://schemas.microsoft.com/office/drawing/2014/main" id="{25CBE79B-448E-B649-90CE-E3E193287E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615" r="37629"/>
            <a:stretch/>
          </p:blipFill>
          <p:spPr>
            <a:xfrm>
              <a:off x="10152404" y="3721545"/>
              <a:ext cx="473259" cy="914400"/>
            </a:xfrm>
            <a:prstGeom prst="rect">
              <a:avLst/>
            </a:prstGeom>
          </p:spPr>
        </p:pic>
        <p:sp>
          <p:nvSpPr>
            <p:cNvPr id="1757" name="Oval 1756">
              <a:extLst>
                <a:ext uri="{FF2B5EF4-FFF2-40B4-BE49-F238E27FC236}">
                  <a16:creationId xmlns:a16="http://schemas.microsoft.com/office/drawing/2014/main" id="{7D90CBD0-1378-2E4C-B263-46C233A15337}"/>
                </a:ext>
              </a:extLst>
            </p:cNvPr>
            <p:cNvSpPr/>
            <p:nvPr/>
          </p:nvSpPr>
          <p:spPr>
            <a:xfrm rot="757569">
              <a:off x="10550226" y="3927112"/>
              <a:ext cx="436060" cy="5952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6" name="Terminator 465">
            <a:extLst>
              <a:ext uri="{FF2B5EF4-FFF2-40B4-BE49-F238E27FC236}">
                <a16:creationId xmlns:a16="http://schemas.microsoft.com/office/drawing/2014/main" id="{A116001A-4DD4-1C4D-8543-1FE024599228}"/>
              </a:ext>
            </a:extLst>
          </p:cNvPr>
          <p:cNvSpPr/>
          <p:nvPr/>
        </p:nvSpPr>
        <p:spPr>
          <a:xfrm rot="17263551">
            <a:off x="-2080529" y="3991023"/>
            <a:ext cx="497043" cy="164024"/>
          </a:xfrm>
          <a:prstGeom prst="flowChartTerminator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ounded Rectangular Callout 87">
            <a:extLst>
              <a:ext uri="{FF2B5EF4-FFF2-40B4-BE49-F238E27FC236}">
                <a16:creationId xmlns:a16="http://schemas.microsoft.com/office/drawing/2014/main" id="{C04C3EB8-EF85-5E4A-B3AD-53FE22E3E882}"/>
              </a:ext>
            </a:extLst>
          </p:cNvPr>
          <p:cNvSpPr/>
          <p:nvPr/>
        </p:nvSpPr>
        <p:spPr>
          <a:xfrm>
            <a:off x="395435" y="140864"/>
            <a:ext cx="739772" cy="845176"/>
          </a:xfrm>
          <a:prstGeom prst="wedgeRoundRectCallout">
            <a:avLst>
              <a:gd name="adj1" fmla="val -68066"/>
              <a:gd name="adj2" fmla="val -1688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C90A436E-35F3-3A42-B454-0F1B272E0FF4}"/>
              </a:ext>
            </a:extLst>
          </p:cNvPr>
          <p:cNvGrpSpPr/>
          <p:nvPr/>
        </p:nvGrpSpPr>
        <p:grpSpPr>
          <a:xfrm>
            <a:off x="430694" y="201950"/>
            <a:ext cx="650880" cy="701793"/>
            <a:chOff x="10326575" y="1388811"/>
            <a:chExt cx="854025" cy="920828"/>
          </a:xfrm>
        </p:grpSpPr>
        <p:grpSp>
          <p:nvGrpSpPr>
            <p:cNvPr id="417" name="Group 416">
              <a:extLst>
                <a:ext uri="{FF2B5EF4-FFF2-40B4-BE49-F238E27FC236}">
                  <a16:creationId xmlns:a16="http://schemas.microsoft.com/office/drawing/2014/main" id="{35647BBC-BF9E-4A4E-860A-60C9B2587F94}"/>
                </a:ext>
              </a:extLst>
            </p:cNvPr>
            <p:cNvGrpSpPr/>
            <p:nvPr/>
          </p:nvGrpSpPr>
          <p:grpSpPr>
            <a:xfrm>
              <a:off x="10544525" y="1617825"/>
              <a:ext cx="423979" cy="691814"/>
              <a:chOff x="10426276" y="1515895"/>
              <a:chExt cx="549204" cy="896144"/>
            </a:xfrm>
          </p:grpSpPr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E959D08F-4E89-C242-84ED-587771406E07}"/>
                  </a:ext>
                </a:extLst>
              </p:cNvPr>
              <p:cNvSpPr/>
              <p:nvPr/>
            </p:nvSpPr>
            <p:spPr>
              <a:xfrm>
                <a:off x="10560344" y="2172879"/>
                <a:ext cx="276226" cy="239160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6" name="Oval 425">
                <a:extLst>
                  <a:ext uri="{FF2B5EF4-FFF2-40B4-BE49-F238E27FC236}">
                    <a16:creationId xmlns:a16="http://schemas.microsoft.com/office/drawing/2014/main" id="{37FB0A73-DC22-FF42-9879-76DB59A0617E}"/>
                  </a:ext>
                </a:extLst>
              </p:cNvPr>
              <p:cNvSpPr/>
              <p:nvPr/>
            </p:nvSpPr>
            <p:spPr>
              <a:xfrm>
                <a:off x="10426276" y="1515895"/>
                <a:ext cx="549204" cy="549204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7" name="Trapezium 426">
                <a:extLst>
                  <a:ext uri="{FF2B5EF4-FFF2-40B4-BE49-F238E27FC236}">
                    <a16:creationId xmlns:a16="http://schemas.microsoft.com/office/drawing/2014/main" id="{60353FA0-1C52-0540-866F-720E0B807C7F}"/>
                  </a:ext>
                </a:extLst>
              </p:cNvPr>
              <p:cNvSpPr/>
              <p:nvPr/>
            </p:nvSpPr>
            <p:spPr>
              <a:xfrm rot="10800000">
                <a:off x="10426276" y="1914321"/>
                <a:ext cx="549204" cy="287131"/>
              </a:xfrm>
              <a:prstGeom prst="trapezoid">
                <a:avLst>
                  <a:gd name="adj" fmla="val 50154"/>
                </a:avLst>
              </a:prstGeom>
              <a:solidFill>
                <a:schemeClr val="tx1"/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8" name="Terminator 417">
              <a:extLst>
                <a:ext uri="{FF2B5EF4-FFF2-40B4-BE49-F238E27FC236}">
                  <a16:creationId xmlns:a16="http://schemas.microsoft.com/office/drawing/2014/main" id="{1796DDD1-E156-2649-9278-D2FA2F470599}"/>
                </a:ext>
              </a:extLst>
            </p:cNvPr>
            <p:cNvSpPr/>
            <p:nvPr/>
          </p:nvSpPr>
          <p:spPr>
            <a:xfrm rot="3292108">
              <a:off x="10438058" y="1530801"/>
              <a:ext cx="211842" cy="69907"/>
            </a:xfrm>
            <a:prstGeom prst="flowChartTerminator">
              <a:avLst/>
            </a:prstGeom>
            <a:solidFill>
              <a:schemeClr val="tx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Terminator 418">
              <a:extLst>
                <a:ext uri="{FF2B5EF4-FFF2-40B4-BE49-F238E27FC236}">
                  <a16:creationId xmlns:a16="http://schemas.microsoft.com/office/drawing/2014/main" id="{226AC0C1-B656-DB4C-911C-1F0ECC295C60}"/>
                </a:ext>
              </a:extLst>
            </p:cNvPr>
            <p:cNvSpPr/>
            <p:nvPr/>
          </p:nvSpPr>
          <p:spPr>
            <a:xfrm rot="1138663">
              <a:off x="10326575" y="1696446"/>
              <a:ext cx="211842" cy="69907"/>
            </a:xfrm>
            <a:prstGeom prst="flowChartTerminator">
              <a:avLst/>
            </a:prstGeom>
            <a:solidFill>
              <a:schemeClr val="tx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Terminator 419">
              <a:extLst>
                <a:ext uri="{FF2B5EF4-FFF2-40B4-BE49-F238E27FC236}">
                  <a16:creationId xmlns:a16="http://schemas.microsoft.com/office/drawing/2014/main" id="{1D6C99FF-4C39-E541-9D5C-6FA72CA32452}"/>
                </a:ext>
              </a:extLst>
            </p:cNvPr>
            <p:cNvSpPr/>
            <p:nvPr/>
          </p:nvSpPr>
          <p:spPr>
            <a:xfrm rot="5400000">
              <a:off x="10643945" y="1459778"/>
              <a:ext cx="211842" cy="69907"/>
            </a:xfrm>
            <a:prstGeom prst="flowChartTerminator">
              <a:avLst/>
            </a:prstGeom>
            <a:solidFill>
              <a:schemeClr val="tx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Terminator 420">
              <a:extLst>
                <a:ext uri="{FF2B5EF4-FFF2-40B4-BE49-F238E27FC236}">
                  <a16:creationId xmlns:a16="http://schemas.microsoft.com/office/drawing/2014/main" id="{3CFD4A4A-470A-894D-833C-51197A6B2BC4}"/>
                </a:ext>
              </a:extLst>
            </p:cNvPr>
            <p:cNvSpPr/>
            <p:nvPr/>
          </p:nvSpPr>
          <p:spPr>
            <a:xfrm rot="18307892" flipH="1">
              <a:off x="10850454" y="1517330"/>
              <a:ext cx="211842" cy="69907"/>
            </a:xfrm>
            <a:prstGeom prst="flowChartTerminator">
              <a:avLst/>
            </a:prstGeom>
            <a:solidFill>
              <a:schemeClr val="tx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Terminator 421">
              <a:extLst>
                <a:ext uri="{FF2B5EF4-FFF2-40B4-BE49-F238E27FC236}">
                  <a16:creationId xmlns:a16="http://schemas.microsoft.com/office/drawing/2014/main" id="{A80012F8-F211-9F4E-8CDC-C91D658A3E56}"/>
                </a:ext>
              </a:extLst>
            </p:cNvPr>
            <p:cNvSpPr/>
            <p:nvPr/>
          </p:nvSpPr>
          <p:spPr>
            <a:xfrm rot="20602129" flipH="1">
              <a:off x="10965650" y="1682640"/>
              <a:ext cx="211842" cy="69907"/>
            </a:xfrm>
            <a:prstGeom prst="flowChartTerminator">
              <a:avLst/>
            </a:prstGeom>
            <a:solidFill>
              <a:schemeClr val="tx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Terminator 422">
              <a:extLst>
                <a:ext uri="{FF2B5EF4-FFF2-40B4-BE49-F238E27FC236}">
                  <a16:creationId xmlns:a16="http://schemas.microsoft.com/office/drawing/2014/main" id="{66C26112-6507-4C4F-9C55-255ADB81FFA5}"/>
                </a:ext>
              </a:extLst>
            </p:cNvPr>
            <p:cNvSpPr/>
            <p:nvPr/>
          </p:nvSpPr>
          <p:spPr>
            <a:xfrm rot="20425690" flipV="1">
              <a:off x="10326602" y="1891662"/>
              <a:ext cx="211842" cy="69907"/>
            </a:xfrm>
            <a:prstGeom prst="flowChartTerminator">
              <a:avLst/>
            </a:prstGeom>
            <a:solidFill>
              <a:schemeClr val="tx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Terminator 423">
              <a:extLst>
                <a:ext uri="{FF2B5EF4-FFF2-40B4-BE49-F238E27FC236}">
                  <a16:creationId xmlns:a16="http://schemas.microsoft.com/office/drawing/2014/main" id="{366C6CDD-229A-0748-89FA-D11E77A50CF5}"/>
                </a:ext>
              </a:extLst>
            </p:cNvPr>
            <p:cNvSpPr/>
            <p:nvPr/>
          </p:nvSpPr>
          <p:spPr>
            <a:xfrm rot="1174310" flipH="1" flipV="1">
              <a:off x="10968758" y="1880246"/>
              <a:ext cx="211842" cy="69907"/>
            </a:xfrm>
            <a:prstGeom prst="flowChartTerminator">
              <a:avLst/>
            </a:prstGeom>
            <a:solidFill>
              <a:schemeClr val="tx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4" name="Terminator 403">
            <a:extLst>
              <a:ext uri="{FF2B5EF4-FFF2-40B4-BE49-F238E27FC236}">
                <a16:creationId xmlns:a16="http://schemas.microsoft.com/office/drawing/2014/main" id="{0CD16582-40FF-AF4B-823E-4A617A8F236E}"/>
              </a:ext>
            </a:extLst>
          </p:cNvPr>
          <p:cNvSpPr/>
          <p:nvPr/>
        </p:nvSpPr>
        <p:spPr>
          <a:xfrm rot="4595377">
            <a:off x="-273606" y="821432"/>
            <a:ext cx="452919" cy="149463"/>
          </a:xfrm>
          <a:prstGeom prst="flowChartTerminator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5" name="Terminator 404">
            <a:extLst>
              <a:ext uri="{FF2B5EF4-FFF2-40B4-BE49-F238E27FC236}">
                <a16:creationId xmlns:a16="http://schemas.microsoft.com/office/drawing/2014/main" id="{7D465D98-7C6F-A949-943B-6EAB2689D8D1}"/>
              </a:ext>
            </a:extLst>
          </p:cNvPr>
          <p:cNvSpPr/>
          <p:nvPr/>
        </p:nvSpPr>
        <p:spPr>
          <a:xfrm rot="3683302">
            <a:off x="233072" y="1135436"/>
            <a:ext cx="452919" cy="149463"/>
          </a:xfrm>
          <a:prstGeom prst="flowChartTerminator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1C08F047-A3CE-224A-A17D-38BF50B5D046}"/>
              </a:ext>
            </a:extLst>
          </p:cNvPr>
          <p:cNvGrpSpPr/>
          <p:nvPr/>
        </p:nvGrpSpPr>
        <p:grpSpPr>
          <a:xfrm rot="1816045">
            <a:off x="766158" y="1908289"/>
            <a:ext cx="673850" cy="891540"/>
            <a:chOff x="7855592" y="4677715"/>
            <a:chExt cx="673850" cy="891540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BDE14D0D-39AC-7F4F-8C66-AFD19513D0DC}"/>
                </a:ext>
              </a:extLst>
            </p:cNvPr>
            <p:cNvSpPr/>
            <p:nvPr/>
          </p:nvSpPr>
          <p:spPr>
            <a:xfrm>
              <a:off x="7855592" y="4677715"/>
              <a:ext cx="673850" cy="89154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ADF1383E-F3B1-2647-9C39-6CBF3F2FCF71}"/>
                </a:ext>
              </a:extLst>
            </p:cNvPr>
            <p:cNvCxnSpPr>
              <a:cxnSpLocks/>
            </p:cNvCxnSpPr>
            <p:nvPr/>
          </p:nvCxnSpPr>
          <p:spPr>
            <a:xfrm rot="19783955">
              <a:off x="7972983" y="4707746"/>
              <a:ext cx="256042" cy="14942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A1BB26CC-4E28-4947-9742-68155D90ECCB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89005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80D993C7-AED1-C94B-9AC8-C605010D71D0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96496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A8DAFE31-F8F0-154F-B2AE-2828645E7DE9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03988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4E1298A0-CCA7-0543-9236-B39BE457320B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1479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99DD4C52-3A8C-9D48-AD90-ECC9A67AF78B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8971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075B57BE-69C8-8840-B99B-FBA66185E7AC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26462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0E7B1573-CF5B-BF46-8534-18DBB6B3285A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11559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063D766D-E6CA-0D4D-B0C0-27E98E670D30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19051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E382CE91-17F8-B047-AC7E-CF98CF28525B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26542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A4EB9D58-E2EA-904F-9847-F281A74C3449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34034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0810B53F-904D-FA4D-AB3D-AB8F917FEDA9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41525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3E004BE3-E042-4E4B-8D9C-3732F1A6DF98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490174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F4041E30-77F7-8549-892E-1D3AB0025EC3}"/>
                </a:ext>
              </a:extLst>
            </p:cNvPr>
            <p:cNvSpPr/>
            <p:nvPr/>
          </p:nvSpPr>
          <p:spPr>
            <a:xfrm>
              <a:off x="8217916" y="4874897"/>
              <a:ext cx="205956" cy="18014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03EF48A4-B941-FE4C-BD46-DFA951177DBF}"/>
                </a:ext>
              </a:extLst>
            </p:cNvPr>
            <p:cNvSpPr/>
            <p:nvPr/>
          </p:nvSpPr>
          <p:spPr>
            <a:xfrm>
              <a:off x="7952777" y="5325827"/>
              <a:ext cx="205956" cy="18014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928D2458-F10C-6A4A-809C-E67678C6D3BF}"/>
                </a:ext>
              </a:extLst>
            </p:cNvPr>
            <p:cNvSpPr/>
            <p:nvPr/>
          </p:nvSpPr>
          <p:spPr>
            <a:xfrm>
              <a:off x="8248427" y="4932781"/>
              <a:ext cx="54034" cy="121628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FA4D5AF4-7374-0D4D-8471-BD9D4B565FF6}"/>
                </a:ext>
              </a:extLst>
            </p:cNvPr>
            <p:cNvSpPr/>
            <p:nvPr/>
          </p:nvSpPr>
          <p:spPr>
            <a:xfrm>
              <a:off x="8330314" y="4980015"/>
              <a:ext cx="50859" cy="72864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2A23DFE1-8447-B846-9F94-1D2AD134A8B6}"/>
                </a:ext>
              </a:extLst>
            </p:cNvPr>
            <p:cNvGrpSpPr/>
            <p:nvPr/>
          </p:nvGrpSpPr>
          <p:grpSpPr>
            <a:xfrm>
              <a:off x="8015345" y="5358023"/>
              <a:ext cx="116581" cy="132641"/>
              <a:chOff x="7996008" y="5361761"/>
              <a:chExt cx="197081" cy="132641"/>
            </a:xfrm>
          </p:grpSpPr>
          <p:cxnSp>
            <p:nvCxnSpPr>
              <p:cNvPr id="199" name="Elbow Connector 198">
                <a:extLst>
                  <a:ext uri="{FF2B5EF4-FFF2-40B4-BE49-F238E27FC236}">
                    <a16:creationId xmlns:a16="http://schemas.microsoft.com/office/drawing/2014/main" id="{AED0441D-64C8-CC46-80B9-7DCE8BDF9AF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996008" y="5400309"/>
                <a:ext cx="94093" cy="94093"/>
              </a:xfrm>
              <a:prstGeom prst="bentConnector3">
                <a:avLst>
                  <a:gd name="adj1" fmla="val 46626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0" name="Triangle 199">
                <a:extLst>
                  <a:ext uri="{FF2B5EF4-FFF2-40B4-BE49-F238E27FC236}">
                    <a16:creationId xmlns:a16="http://schemas.microsoft.com/office/drawing/2014/main" id="{D02A0A68-F104-3A4C-A026-8CBF1B139B6F}"/>
                  </a:ext>
                </a:extLst>
              </p:cNvPr>
              <p:cNvSpPr/>
              <p:nvPr/>
            </p:nvSpPr>
            <p:spPr>
              <a:xfrm rot="2065313">
                <a:off x="8060122" y="5361761"/>
                <a:ext cx="132967" cy="58269"/>
              </a:xfrm>
              <a:prstGeom prst="triangl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BF5369B-22EE-B049-8CE3-6DB51F1F65C3}"/>
              </a:ext>
            </a:extLst>
          </p:cNvPr>
          <p:cNvSpPr/>
          <p:nvPr/>
        </p:nvSpPr>
        <p:spPr>
          <a:xfrm>
            <a:off x="-1528224" y="3532589"/>
            <a:ext cx="768444" cy="582134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FBE8AF7-AE82-6145-A38D-F87A89F3F774}"/>
              </a:ext>
            </a:extLst>
          </p:cNvPr>
          <p:cNvGrpSpPr/>
          <p:nvPr/>
        </p:nvGrpSpPr>
        <p:grpSpPr>
          <a:xfrm>
            <a:off x="-568873" y="3460963"/>
            <a:ext cx="1229558" cy="722370"/>
            <a:chOff x="4681233" y="4518900"/>
            <a:chExt cx="1364624" cy="801721"/>
          </a:xfrm>
        </p:grpSpPr>
        <p:sp>
          <p:nvSpPr>
            <p:cNvPr id="49" name="Delay 48">
              <a:extLst>
                <a:ext uri="{FF2B5EF4-FFF2-40B4-BE49-F238E27FC236}">
                  <a16:creationId xmlns:a16="http://schemas.microsoft.com/office/drawing/2014/main" id="{7E694862-E883-014F-9255-800CB81E4807}"/>
                </a:ext>
              </a:extLst>
            </p:cNvPr>
            <p:cNvSpPr/>
            <p:nvPr/>
          </p:nvSpPr>
          <p:spPr>
            <a:xfrm rot="5400000">
              <a:off x="5163855" y="4775998"/>
              <a:ext cx="398585" cy="690662"/>
            </a:xfrm>
            <a:prstGeom prst="flowChartDelay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Diamond 47">
              <a:extLst>
                <a:ext uri="{FF2B5EF4-FFF2-40B4-BE49-F238E27FC236}">
                  <a16:creationId xmlns:a16="http://schemas.microsoft.com/office/drawing/2014/main" id="{DD67562F-4D7A-FF40-80CF-819372F11E52}"/>
                </a:ext>
              </a:extLst>
            </p:cNvPr>
            <p:cNvSpPr/>
            <p:nvPr/>
          </p:nvSpPr>
          <p:spPr>
            <a:xfrm>
              <a:off x="4681233" y="4518900"/>
              <a:ext cx="1364624" cy="595073"/>
            </a:xfrm>
            <a:prstGeom prst="diamond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6A2BFCE9-B373-B249-9C52-A6E5F30897FB}"/>
                </a:ext>
              </a:extLst>
            </p:cNvPr>
            <p:cNvSpPr/>
            <p:nvPr/>
          </p:nvSpPr>
          <p:spPr>
            <a:xfrm>
              <a:off x="4810895" y="4835402"/>
              <a:ext cx="90373" cy="165722"/>
            </a:xfrm>
            <a:custGeom>
              <a:avLst/>
              <a:gdLst>
                <a:gd name="connsiteX0" fmla="*/ 120072 w 120072"/>
                <a:gd name="connsiteY0" fmla="*/ 0 h 101600"/>
                <a:gd name="connsiteX1" fmla="*/ 0 w 120072"/>
                <a:gd name="connsiteY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0072" h="101600">
                  <a:moveTo>
                    <a:pt x="120072" y="0"/>
                  </a:moveTo>
                  <a:cubicBezTo>
                    <a:pt x="70811" y="26169"/>
                    <a:pt x="21551" y="52339"/>
                    <a:pt x="0" y="101600"/>
                  </a:cubicBezTo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ardrop 50">
              <a:extLst>
                <a:ext uri="{FF2B5EF4-FFF2-40B4-BE49-F238E27FC236}">
                  <a16:creationId xmlns:a16="http://schemas.microsoft.com/office/drawing/2014/main" id="{DE589225-F4B7-FF4E-B506-272FEE1DEC3D}"/>
                </a:ext>
              </a:extLst>
            </p:cNvPr>
            <p:cNvSpPr/>
            <p:nvPr/>
          </p:nvSpPr>
          <p:spPr>
            <a:xfrm rot="18900000">
              <a:off x="4763376" y="4980344"/>
              <a:ext cx="114880" cy="114880"/>
            </a:xfrm>
            <a:prstGeom prst="teardrop">
              <a:avLst>
                <a:gd name="adj" fmla="val 7646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riangle 51">
              <a:extLst>
                <a:ext uri="{FF2B5EF4-FFF2-40B4-BE49-F238E27FC236}">
                  <a16:creationId xmlns:a16="http://schemas.microsoft.com/office/drawing/2014/main" id="{368E8BBD-6760-064F-9A44-CAFA31F00CF5}"/>
                </a:ext>
              </a:extLst>
            </p:cNvPr>
            <p:cNvSpPr/>
            <p:nvPr/>
          </p:nvSpPr>
          <p:spPr>
            <a:xfrm>
              <a:off x="4760753" y="5009245"/>
              <a:ext cx="120072" cy="187394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3DA4783-9604-9041-B75D-84FD89E9315F}"/>
              </a:ext>
            </a:extLst>
          </p:cNvPr>
          <p:cNvGrpSpPr/>
          <p:nvPr/>
        </p:nvGrpSpPr>
        <p:grpSpPr>
          <a:xfrm>
            <a:off x="-3273169" y="3625876"/>
            <a:ext cx="1128168" cy="902416"/>
            <a:chOff x="1877750" y="4461886"/>
            <a:chExt cx="1424354" cy="1139334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9536203F-1338-7947-9837-CA1DCA967DE7}"/>
                </a:ext>
              </a:extLst>
            </p:cNvPr>
            <p:cNvSpPr/>
            <p:nvPr/>
          </p:nvSpPr>
          <p:spPr>
            <a:xfrm>
              <a:off x="2420022" y="4461886"/>
              <a:ext cx="339809" cy="205154"/>
            </a:xfrm>
            <a:prstGeom prst="roundRect">
              <a:avLst>
                <a:gd name="adj" fmla="val 15794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61A56A6A-A176-304B-AB8E-12D33EF95358}"/>
                </a:ext>
              </a:extLst>
            </p:cNvPr>
            <p:cNvSpPr/>
            <p:nvPr/>
          </p:nvSpPr>
          <p:spPr>
            <a:xfrm>
              <a:off x="1917315" y="4594501"/>
              <a:ext cx="1345224" cy="1006719"/>
            </a:xfrm>
            <a:prstGeom prst="roundRect">
              <a:avLst>
                <a:gd name="adj" fmla="val 15794"/>
              </a:avLst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EB2D252D-D4AE-D745-B191-F7B6D9E9F37C}"/>
                </a:ext>
              </a:extLst>
            </p:cNvPr>
            <p:cNvSpPr/>
            <p:nvPr/>
          </p:nvSpPr>
          <p:spPr>
            <a:xfrm>
              <a:off x="1877750" y="4594502"/>
              <a:ext cx="1424354" cy="523142"/>
            </a:xfrm>
            <a:prstGeom prst="roundRect">
              <a:avLst>
                <a:gd name="adj" fmla="val 15794"/>
              </a:avLst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7A27E9AF-FC10-384B-855D-00E95D7446E4}"/>
                </a:ext>
              </a:extLst>
            </p:cNvPr>
            <p:cNvSpPr/>
            <p:nvPr/>
          </p:nvSpPr>
          <p:spPr>
            <a:xfrm>
              <a:off x="2510956" y="5015067"/>
              <a:ext cx="157942" cy="205154"/>
            </a:xfrm>
            <a:prstGeom prst="roundRect">
              <a:avLst>
                <a:gd name="adj" fmla="val 15794"/>
              </a:avLst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F1BA1A0-5EBE-2C4A-9F7C-6B8880828D00}"/>
              </a:ext>
            </a:extLst>
          </p:cNvPr>
          <p:cNvGrpSpPr/>
          <p:nvPr/>
        </p:nvGrpSpPr>
        <p:grpSpPr>
          <a:xfrm>
            <a:off x="-4404062" y="3434777"/>
            <a:ext cx="551797" cy="857181"/>
            <a:chOff x="1035799" y="2533121"/>
            <a:chExt cx="551797" cy="857181"/>
          </a:xfrm>
        </p:grpSpPr>
        <p:sp>
          <p:nvSpPr>
            <p:cNvPr id="58" name="Delay 57">
              <a:extLst>
                <a:ext uri="{FF2B5EF4-FFF2-40B4-BE49-F238E27FC236}">
                  <a16:creationId xmlns:a16="http://schemas.microsoft.com/office/drawing/2014/main" id="{CB38276A-2A89-414B-8242-77D3E4D3CF1C}"/>
                </a:ext>
              </a:extLst>
            </p:cNvPr>
            <p:cNvSpPr/>
            <p:nvPr/>
          </p:nvSpPr>
          <p:spPr>
            <a:xfrm rot="16200000">
              <a:off x="1035799" y="2838505"/>
              <a:ext cx="551797" cy="551797"/>
            </a:xfrm>
            <a:prstGeom prst="flowChartDelay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6A1CFAE-058A-5949-B0A3-A8C0B0304194}"/>
                </a:ext>
              </a:extLst>
            </p:cNvPr>
            <p:cNvSpPr/>
            <p:nvPr/>
          </p:nvSpPr>
          <p:spPr>
            <a:xfrm>
              <a:off x="1143457" y="2533121"/>
              <a:ext cx="339635" cy="33963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0" name="Half-frame 69">
            <a:extLst>
              <a:ext uri="{FF2B5EF4-FFF2-40B4-BE49-F238E27FC236}">
                <a16:creationId xmlns:a16="http://schemas.microsoft.com/office/drawing/2014/main" id="{A8CB2DA5-8EF5-864A-9241-E33F96D90446}"/>
              </a:ext>
            </a:extLst>
          </p:cNvPr>
          <p:cNvSpPr/>
          <p:nvPr/>
        </p:nvSpPr>
        <p:spPr>
          <a:xfrm>
            <a:off x="-3967670" y="4381415"/>
            <a:ext cx="257973" cy="257973"/>
          </a:xfrm>
          <a:prstGeom prst="halfFrame">
            <a:avLst>
              <a:gd name="adj1" fmla="val 0"/>
              <a:gd name="adj2" fmla="val 0"/>
            </a:avLst>
          </a:prstGeom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1" name="Half-frame 70">
            <a:extLst>
              <a:ext uri="{FF2B5EF4-FFF2-40B4-BE49-F238E27FC236}">
                <a16:creationId xmlns:a16="http://schemas.microsoft.com/office/drawing/2014/main" id="{28D38314-E9AA-314A-9322-AAB9BEB470B6}"/>
              </a:ext>
            </a:extLst>
          </p:cNvPr>
          <p:cNvSpPr/>
          <p:nvPr/>
        </p:nvSpPr>
        <p:spPr>
          <a:xfrm>
            <a:off x="-3736859" y="4152595"/>
            <a:ext cx="228820" cy="228820"/>
          </a:xfrm>
          <a:prstGeom prst="halfFrame">
            <a:avLst>
              <a:gd name="adj1" fmla="val 0"/>
              <a:gd name="adj2" fmla="val 0"/>
            </a:avLst>
          </a:prstGeom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62A2FAF-4ECF-2E4A-9BED-ACCC79D65D39}"/>
              </a:ext>
            </a:extLst>
          </p:cNvPr>
          <p:cNvCxnSpPr/>
          <p:nvPr/>
        </p:nvCxnSpPr>
        <p:spPr>
          <a:xfrm flipH="1">
            <a:off x="-4224444" y="4610235"/>
            <a:ext cx="25677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028659-606B-6541-8EB8-0C1914D15A68}"/>
              </a:ext>
            </a:extLst>
          </p:cNvPr>
          <p:cNvGrpSpPr/>
          <p:nvPr/>
        </p:nvGrpSpPr>
        <p:grpSpPr>
          <a:xfrm>
            <a:off x="-4742603" y="3935376"/>
            <a:ext cx="690948" cy="561478"/>
            <a:chOff x="2087261" y="4870399"/>
            <a:chExt cx="1424354" cy="1157458"/>
          </a:xfrm>
        </p:grpSpPr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074D1C17-FF6F-D841-B446-1362EA766735}"/>
                </a:ext>
              </a:extLst>
            </p:cNvPr>
            <p:cNvSpPr/>
            <p:nvPr/>
          </p:nvSpPr>
          <p:spPr>
            <a:xfrm>
              <a:off x="2629533" y="4870399"/>
              <a:ext cx="339809" cy="205153"/>
            </a:xfrm>
            <a:prstGeom prst="roundRect">
              <a:avLst>
                <a:gd name="adj" fmla="val 15794"/>
              </a:avLst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E83F0411-A041-4B47-9A27-67CB7BE7D46E}"/>
                </a:ext>
              </a:extLst>
            </p:cNvPr>
            <p:cNvSpPr/>
            <p:nvPr/>
          </p:nvSpPr>
          <p:spPr>
            <a:xfrm>
              <a:off x="2136227" y="5021138"/>
              <a:ext cx="1345223" cy="1006719"/>
            </a:xfrm>
            <a:prstGeom prst="roundRect">
              <a:avLst>
                <a:gd name="adj" fmla="val 15794"/>
              </a:avLst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0FCD291F-1705-1E41-AE13-F1C8A46A3A50}"/>
                </a:ext>
              </a:extLst>
            </p:cNvPr>
            <p:cNvSpPr/>
            <p:nvPr/>
          </p:nvSpPr>
          <p:spPr>
            <a:xfrm>
              <a:off x="2087261" y="5021139"/>
              <a:ext cx="1424354" cy="523142"/>
            </a:xfrm>
            <a:prstGeom prst="roundRect">
              <a:avLst>
                <a:gd name="adj" fmla="val 15794"/>
              </a:avLst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7E3DAD7A-E605-5A44-BC95-76E9E74AC53F}"/>
                </a:ext>
              </a:extLst>
            </p:cNvPr>
            <p:cNvSpPr/>
            <p:nvPr/>
          </p:nvSpPr>
          <p:spPr>
            <a:xfrm>
              <a:off x="2674844" y="5441705"/>
              <a:ext cx="248877" cy="235191"/>
            </a:xfrm>
            <a:prstGeom prst="roundRect">
              <a:avLst>
                <a:gd name="adj" fmla="val 15794"/>
              </a:avLst>
            </a:prstGeom>
            <a:solidFill>
              <a:schemeClr val="tx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220FD5D-3B4C-0F40-A860-F1960E728419}"/>
              </a:ext>
            </a:extLst>
          </p:cNvPr>
          <p:cNvCxnSpPr/>
          <p:nvPr/>
        </p:nvCxnSpPr>
        <p:spPr>
          <a:xfrm flipH="1">
            <a:off x="-4224444" y="4614110"/>
            <a:ext cx="25677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ight Arrow 90">
            <a:extLst>
              <a:ext uri="{FF2B5EF4-FFF2-40B4-BE49-F238E27FC236}">
                <a16:creationId xmlns:a16="http://schemas.microsoft.com/office/drawing/2014/main" id="{04C3A269-08AD-C240-84E8-CC0F8897EEB4}"/>
              </a:ext>
            </a:extLst>
          </p:cNvPr>
          <p:cNvSpPr/>
          <p:nvPr/>
        </p:nvSpPr>
        <p:spPr>
          <a:xfrm rot="18900000">
            <a:off x="-3919876" y="3409604"/>
            <a:ext cx="504010" cy="458757"/>
          </a:xfrm>
          <a:prstGeom prst="rightArrow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6A8F2A3-DF9C-AC4D-80FE-3EC2E89B1F20}"/>
              </a:ext>
            </a:extLst>
          </p:cNvPr>
          <p:cNvSpPr/>
          <p:nvPr/>
        </p:nvSpPr>
        <p:spPr>
          <a:xfrm>
            <a:off x="-1982105" y="3386048"/>
            <a:ext cx="1345225" cy="13452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FA1619B-6AD9-F346-AD1E-22243005EB5A}"/>
              </a:ext>
            </a:extLst>
          </p:cNvPr>
          <p:cNvSpPr/>
          <p:nvPr/>
        </p:nvSpPr>
        <p:spPr>
          <a:xfrm>
            <a:off x="-4785173" y="3379885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081FDF5-C7D8-FA4B-BD9C-4CEB9F235081}"/>
              </a:ext>
            </a:extLst>
          </p:cNvPr>
          <p:cNvSpPr/>
          <p:nvPr/>
        </p:nvSpPr>
        <p:spPr>
          <a:xfrm>
            <a:off x="-600812" y="3379886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A4D3E4F-644D-8F46-9037-06A75B093F6C}"/>
              </a:ext>
            </a:extLst>
          </p:cNvPr>
          <p:cNvSpPr/>
          <p:nvPr/>
        </p:nvSpPr>
        <p:spPr>
          <a:xfrm>
            <a:off x="-3389996" y="3381745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E41C3DE-38D0-764C-B2BC-568076B0FD18}"/>
              </a:ext>
            </a:extLst>
          </p:cNvPr>
          <p:cNvGrpSpPr/>
          <p:nvPr/>
        </p:nvGrpSpPr>
        <p:grpSpPr>
          <a:xfrm>
            <a:off x="-310035" y="3979373"/>
            <a:ext cx="993189" cy="696964"/>
            <a:chOff x="2842584" y="2506717"/>
            <a:chExt cx="1081005" cy="758588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5A07A32E-5AFB-784C-8F73-68094078A576}"/>
                </a:ext>
              </a:extLst>
            </p:cNvPr>
            <p:cNvGrpSpPr/>
            <p:nvPr/>
          </p:nvGrpSpPr>
          <p:grpSpPr>
            <a:xfrm>
              <a:off x="2842584" y="2506717"/>
              <a:ext cx="1081005" cy="758588"/>
              <a:chOff x="2631798" y="2358799"/>
              <a:chExt cx="1291792" cy="906506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2A6370FC-0DDA-7844-BEC6-B0B97D26D5EE}"/>
                  </a:ext>
                </a:extLst>
              </p:cNvPr>
              <p:cNvGrpSpPr/>
              <p:nvPr/>
            </p:nvGrpSpPr>
            <p:grpSpPr>
              <a:xfrm rot="3722404">
                <a:off x="3129039" y="2175642"/>
                <a:ext cx="314856" cy="1253359"/>
                <a:chOff x="3129038" y="2175641"/>
                <a:chExt cx="314856" cy="1253359"/>
              </a:xfrm>
            </p:grpSpPr>
            <p:sp>
              <p:nvSpPr>
                <p:cNvPr id="102" name="Collate 101">
                  <a:extLst>
                    <a:ext uri="{FF2B5EF4-FFF2-40B4-BE49-F238E27FC236}">
                      <a16:creationId xmlns:a16="http://schemas.microsoft.com/office/drawing/2014/main" id="{661F530F-7883-0A4C-AD05-FAB015117213}"/>
                    </a:ext>
                  </a:extLst>
                </p:cNvPr>
                <p:cNvSpPr/>
                <p:nvPr/>
              </p:nvSpPr>
              <p:spPr>
                <a:xfrm>
                  <a:off x="3129038" y="2175641"/>
                  <a:ext cx="314856" cy="1253359"/>
                </a:xfrm>
                <a:prstGeom prst="flowChartCollat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73BC6E09-02C3-1C41-B936-DB5DBEFC4537}"/>
                    </a:ext>
                  </a:extLst>
                </p:cNvPr>
                <p:cNvSpPr/>
                <p:nvPr/>
              </p:nvSpPr>
              <p:spPr>
                <a:xfrm>
                  <a:off x="3181123" y="2388476"/>
                  <a:ext cx="210686" cy="83557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9810922E-C46E-3547-9F7A-9ADB4D3C8374}"/>
                  </a:ext>
                </a:extLst>
              </p:cNvPr>
              <p:cNvSpPr/>
              <p:nvPr/>
            </p:nvSpPr>
            <p:spPr>
              <a:xfrm rot="20088744">
                <a:off x="2631798" y="2952420"/>
                <a:ext cx="194163" cy="31288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48B599CE-89D3-B244-9ADE-EF843F037873}"/>
                  </a:ext>
                </a:extLst>
              </p:cNvPr>
              <p:cNvSpPr/>
              <p:nvPr/>
            </p:nvSpPr>
            <p:spPr>
              <a:xfrm rot="20088744">
                <a:off x="3729427" y="2358799"/>
                <a:ext cx="194163" cy="31288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9" name="Arc 108">
              <a:extLst>
                <a:ext uri="{FF2B5EF4-FFF2-40B4-BE49-F238E27FC236}">
                  <a16:creationId xmlns:a16="http://schemas.microsoft.com/office/drawing/2014/main" id="{61FFE0E6-6C8A-BA4C-B236-FA3C88E4D083}"/>
                </a:ext>
              </a:extLst>
            </p:cNvPr>
            <p:cNvSpPr/>
            <p:nvPr/>
          </p:nvSpPr>
          <p:spPr>
            <a:xfrm>
              <a:off x="3213207" y="2806066"/>
              <a:ext cx="213031" cy="213031"/>
            </a:xfrm>
            <a:prstGeom prst="arc">
              <a:avLst>
                <a:gd name="adj1" fmla="val 14395500"/>
                <a:gd name="adj2" fmla="val 3697690"/>
              </a:avLst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EF99BD1-CA01-F645-9936-57688BE9DB83}"/>
              </a:ext>
            </a:extLst>
          </p:cNvPr>
          <p:cNvSpPr/>
          <p:nvPr/>
        </p:nvSpPr>
        <p:spPr>
          <a:xfrm>
            <a:off x="309624" y="1743475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424D6E9-E349-3A4E-8325-7874711323F7}"/>
              </a:ext>
            </a:extLst>
          </p:cNvPr>
          <p:cNvGrpSpPr/>
          <p:nvPr/>
        </p:nvGrpSpPr>
        <p:grpSpPr>
          <a:xfrm>
            <a:off x="7618183" y="-785104"/>
            <a:ext cx="673850" cy="891540"/>
            <a:chOff x="7855592" y="4677715"/>
            <a:chExt cx="673850" cy="89154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64F285C-C839-CB47-8E0F-D6E581D40CAD}"/>
                </a:ext>
              </a:extLst>
            </p:cNvPr>
            <p:cNvSpPr/>
            <p:nvPr/>
          </p:nvSpPr>
          <p:spPr>
            <a:xfrm>
              <a:off x="7855592" y="4677715"/>
              <a:ext cx="673850" cy="89154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F1F8AD3-1CBF-3744-93FC-291F50F3A7DB}"/>
                </a:ext>
              </a:extLst>
            </p:cNvPr>
            <p:cNvCxnSpPr>
              <a:cxnSpLocks/>
            </p:cNvCxnSpPr>
            <p:nvPr/>
          </p:nvCxnSpPr>
          <p:spPr>
            <a:xfrm>
              <a:off x="7952777" y="4782458"/>
              <a:ext cx="4710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B911AB5-92D0-2149-A6F8-6E25A3B3A8E4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89005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00F51581-3D77-D047-9F47-D1A2953E039E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96496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4C58C0D1-EF2E-EB4B-8E23-CDC229BA983C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03988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69AB466C-FAB6-AA47-82D2-8AB0CD08D2CA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1479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B50D02B8-EEB1-AF4B-AAF9-0E87286CB596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8971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E16C3966-9D8E-384D-9396-81BCBFF78811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26462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74CCDEF2-8DFE-8E43-BF82-8A7EB5D3268C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11559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29DECF-752C-B84F-A2B7-59D556CC5E4C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19051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2817F6B0-B189-C944-A216-6398E27259F3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26542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33E53A0-5929-FD46-8E67-C57CEA9D6739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34034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5EA8D9A-1C50-8048-9EA6-8E6EB836E182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41525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700C179-0E1E-AD4A-B377-7153F24D73D6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49017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6CA81183-7EDC-7D41-88D5-A21F2BCBB9FC}"/>
                </a:ext>
              </a:extLst>
            </p:cNvPr>
            <p:cNvSpPr/>
            <p:nvPr/>
          </p:nvSpPr>
          <p:spPr>
            <a:xfrm>
              <a:off x="8217916" y="4874897"/>
              <a:ext cx="205956" cy="18014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396CB774-52F3-284F-84CA-61EFCF3D3764}"/>
                </a:ext>
              </a:extLst>
            </p:cNvPr>
            <p:cNvSpPr/>
            <p:nvPr/>
          </p:nvSpPr>
          <p:spPr>
            <a:xfrm>
              <a:off x="7952777" y="5325827"/>
              <a:ext cx="205956" cy="18014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BD4DD0C-3234-1149-AD45-F64A97771EDA}"/>
                </a:ext>
              </a:extLst>
            </p:cNvPr>
            <p:cNvSpPr/>
            <p:nvPr/>
          </p:nvSpPr>
          <p:spPr>
            <a:xfrm>
              <a:off x="8248427" y="4932781"/>
              <a:ext cx="54034" cy="121628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0CF1BF9F-7D32-054C-9A4C-3B2DA97372DB}"/>
                </a:ext>
              </a:extLst>
            </p:cNvPr>
            <p:cNvSpPr/>
            <p:nvPr/>
          </p:nvSpPr>
          <p:spPr>
            <a:xfrm>
              <a:off x="8330314" y="4980015"/>
              <a:ext cx="50859" cy="72864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953F4C46-7D73-9441-925E-31C27531BD01}"/>
                </a:ext>
              </a:extLst>
            </p:cNvPr>
            <p:cNvGrpSpPr/>
            <p:nvPr/>
          </p:nvGrpSpPr>
          <p:grpSpPr>
            <a:xfrm>
              <a:off x="8015345" y="5358023"/>
              <a:ext cx="116581" cy="132641"/>
              <a:chOff x="7996008" y="5361761"/>
              <a:chExt cx="197081" cy="132641"/>
            </a:xfrm>
          </p:grpSpPr>
          <p:cxnSp>
            <p:nvCxnSpPr>
              <p:cNvPr id="150" name="Elbow Connector 149">
                <a:extLst>
                  <a:ext uri="{FF2B5EF4-FFF2-40B4-BE49-F238E27FC236}">
                    <a16:creationId xmlns:a16="http://schemas.microsoft.com/office/drawing/2014/main" id="{3CF7FBB3-FD18-C247-B9BB-C7E14A6C0F4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996008" y="5400309"/>
                <a:ext cx="94093" cy="94093"/>
              </a:xfrm>
              <a:prstGeom prst="bentConnector3">
                <a:avLst>
                  <a:gd name="adj1" fmla="val 46626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Triangle 152">
                <a:extLst>
                  <a:ext uri="{FF2B5EF4-FFF2-40B4-BE49-F238E27FC236}">
                    <a16:creationId xmlns:a16="http://schemas.microsoft.com/office/drawing/2014/main" id="{7353DB9B-C0C6-4946-A7CA-78161BA97B96}"/>
                  </a:ext>
                </a:extLst>
              </p:cNvPr>
              <p:cNvSpPr/>
              <p:nvPr/>
            </p:nvSpPr>
            <p:spPr>
              <a:xfrm rot="2065313">
                <a:off x="8060122" y="5361761"/>
                <a:ext cx="132967" cy="58269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5DEBC26-A9BE-2146-83F0-E8A26B2AB0A2}"/>
              </a:ext>
            </a:extLst>
          </p:cNvPr>
          <p:cNvGrpSpPr/>
          <p:nvPr/>
        </p:nvGrpSpPr>
        <p:grpSpPr>
          <a:xfrm rot="20588204">
            <a:off x="479865" y="1975614"/>
            <a:ext cx="673850" cy="891540"/>
            <a:chOff x="7855592" y="4677715"/>
            <a:chExt cx="673850" cy="891540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192ADA7C-E231-C64E-BA02-3D5FC6912E35}"/>
                </a:ext>
              </a:extLst>
            </p:cNvPr>
            <p:cNvSpPr/>
            <p:nvPr/>
          </p:nvSpPr>
          <p:spPr>
            <a:xfrm>
              <a:off x="7855592" y="4677715"/>
              <a:ext cx="673850" cy="89154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B385DFC5-8F2A-DF4C-AA23-6B5AEE260F20}"/>
                </a:ext>
              </a:extLst>
            </p:cNvPr>
            <p:cNvCxnSpPr>
              <a:cxnSpLocks/>
            </p:cNvCxnSpPr>
            <p:nvPr/>
          </p:nvCxnSpPr>
          <p:spPr>
            <a:xfrm>
              <a:off x="7948895" y="4759723"/>
              <a:ext cx="4710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715A6306-43CD-EB44-B60F-8D515F55FF7D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89005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08E97D16-9BD9-ED4A-A432-D1B48081CA4E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96496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01159C56-F0FA-D54B-B0C7-A686DF68F648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03988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1A0C639D-6761-5542-B279-89A997186B33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1479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476D7F9B-9783-6A48-AD78-6FA723A50E98}"/>
                </a:ext>
              </a:extLst>
            </p:cNvPr>
            <p:cNvCxnSpPr>
              <a:cxnSpLocks/>
            </p:cNvCxnSpPr>
            <p:nvPr/>
          </p:nvCxnSpPr>
          <p:spPr>
            <a:xfrm rot="1011796" flipV="1">
              <a:off x="7943276" y="5174990"/>
              <a:ext cx="97137" cy="294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A8FB6FF0-C860-CA4B-8D15-E355C8E955D0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26462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CD00AB9C-7F6F-4E4A-8263-B5DE350A23E2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11559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FBAE3374-1742-814E-A588-A26A05FDFCEA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19051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093DE8CF-D79A-5243-9BC4-C53E2E1DC7B7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26542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2A759364-9826-3F44-8B7B-8475642A98E6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34034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945EDD06-ECD3-4841-81E2-4998FFD0DF8C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41525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7C1E5062-0572-2B4D-883B-A81FB99C491E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490174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43ADD045-1F8E-9148-B7D8-2A5614A2B6B2}"/>
                </a:ext>
              </a:extLst>
            </p:cNvPr>
            <p:cNvSpPr/>
            <p:nvPr/>
          </p:nvSpPr>
          <p:spPr>
            <a:xfrm>
              <a:off x="8217916" y="4874897"/>
              <a:ext cx="205956" cy="18014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04AE6B6F-5437-3E42-B729-8648654A473E}"/>
                </a:ext>
              </a:extLst>
            </p:cNvPr>
            <p:cNvSpPr/>
            <p:nvPr/>
          </p:nvSpPr>
          <p:spPr>
            <a:xfrm>
              <a:off x="7952777" y="5325827"/>
              <a:ext cx="205956" cy="180141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1E74A1D9-61A9-8845-8DA9-63A93A1FA210}"/>
                </a:ext>
              </a:extLst>
            </p:cNvPr>
            <p:cNvSpPr/>
            <p:nvPr/>
          </p:nvSpPr>
          <p:spPr>
            <a:xfrm>
              <a:off x="8248427" y="4932781"/>
              <a:ext cx="54034" cy="121628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A6CB183A-FBBB-7F4B-8F76-4C4E9DDB5E37}"/>
                </a:ext>
              </a:extLst>
            </p:cNvPr>
            <p:cNvSpPr/>
            <p:nvPr/>
          </p:nvSpPr>
          <p:spPr>
            <a:xfrm>
              <a:off x="8330314" y="4980015"/>
              <a:ext cx="50859" cy="72864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8791E0FF-B843-9446-B19E-1A764DE33D20}"/>
                </a:ext>
              </a:extLst>
            </p:cNvPr>
            <p:cNvGrpSpPr/>
            <p:nvPr/>
          </p:nvGrpSpPr>
          <p:grpSpPr>
            <a:xfrm>
              <a:off x="8015345" y="5358023"/>
              <a:ext cx="116581" cy="132641"/>
              <a:chOff x="7996008" y="5361761"/>
              <a:chExt cx="197081" cy="132641"/>
            </a:xfrm>
          </p:grpSpPr>
          <p:cxnSp>
            <p:nvCxnSpPr>
              <p:cNvPr id="177" name="Elbow Connector 176">
                <a:extLst>
                  <a:ext uri="{FF2B5EF4-FFF2-40B4-BE49-F238E27FC236}">
                    <a16:creationId xmlns:a16="http://schemas.microsoft.com/office/drawing/2014/main" id="{2EFF116E-6231-D546-A26C-CC78FF7097E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996008" y="5400309"/>
                <a:ext cx="94093" cy="94093"/>
              </a:xfrm>
              <a:prstGeom prst="bentConnector3">
                <a:avLst>
                  <a:gd name="adj1" fmla="val 46626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Triangle 177">
                <a:extLst>
                  <a:ext uri="{FF2B5EF4-FFF2-40B4-BE49-F238E27FC236}">
                    <a16:creationId xmlns:a16="http://schemas.microsoft.com/office/drawing/2014/main" id="{13288417-1166-F343-806D-0E149C508592}"/>
                  </a:ext>
                </a:extLst>
              </p:cNvPr>
              <p:cNvSpPr/>
              <p:nvPr/>
            </p:nvSpPr>
            <p:spPr>
              <a:xfrm rot="2065313">
                <a:off x="8060122" y="5361761"/>
                <a:ext cx="132967" cy="58269"/>
              </a:xfrm>
              <a:prstGeom prst="triangl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B5415F73-3B2E-D548-8165-4AFA319600C3}"/>
              </a:ext>
            </a:extLst>
          </p:cNvPr>
          <p:cNvGrpSpPr/>
          <p:nvPr/>
        </p:nvGrpSpPr>
        <p:grpSpPr>
          <a:xfrm>
            <a:off x="718300" y="2141022"/>
            <a:ext cx="673850" cy="891540"/>
            <a:chOff x="7855592" y="4677715"/>
            <a:chExt cx="673850" cy="891540"/>
          </a:xfrm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42F319F5-DDD1-2D40-85D2-4C65A5138711}"/>
                </a:ext>
              </a:extLst>
            </p:cNvPr>
            <p:cNvSpPr/>
            <p:nvPr/>
          </p:nvSpPr>
          <p:spPr>
            <a:xfrm>
              <a:off x="7855592" y="4677715"/>
              <a:ext cx="673850" cy="89154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25686F15-7E96-2746-A2AD-D7E91D6EB408}"/>
                </a:ext>
              </a:extLst>
            </p:cNvPr>
            <p:cNvCxnSpPr>
              <a:cxnSpLocks/>
            </p:cNvCxnSpPr>
            <p:nvPr/>
          </p:nvCxnSpPr>
          <p:spPr>
            <a:xfrm>
              <a:off x="7952777" y="4782458"/>
              <a:ext cx="4710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39C441E7-03BB-0543-A974-5408DF68DF66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89005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7C3880A5-C957-3B49-BD8B-A10BBCA63478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96496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1126506E-F698-3348-A34A-F5A3FD05D5FF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03988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4AB6CA4D-C397-C040-ADF8-9AA9401A6E0B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14798"/>
              <a:ext cx="11982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912F5EAF-4477-704D-ACA0-5EC090EC2922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8971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8AA02CA0-F68F-AA40-BD00-0474F9C022AC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26462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588ADB95-A573-7E4F-B46E-9358A0A62B14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11559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D85649C7-DC58-F94A-8FC1-C3CCDDE364CD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19051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14C44253-8F3D-8547-B6A6-5184901D36D4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265428"/>
              <a:ext cx="10297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CC484164-1EF6-CC46-8159-60958EDD5851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34034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7945BC97-9FF1-2546-A6A2-A44F0408AC09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41525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B34DD994-80CE-4343-AF3E-BF38146B6D46}"/>
                </a:ext>
              </a:extLst>
            </p:cNvPr>
            <p:cNvCxnSpPr>
              <a:cxnSpLocks/>
            </p:cNvCxnSpPr>
            <p:nvPr/>
          </p:nvCxnSpPr>
          <p:spPr>
            <a:xfrm>
              <a:off x="8217916" y="5490174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A69BCDF7-D2E8-C641-B102-EE4D1BAFEA17}"/>
                </a:ext>
              </a:extLst>
            </p:cNvPr>
            <p:cNvSpPr/>
            <p:nvPr/>
          </p:nvSpPr>
          <p:spPr>
            <a:xfrm>
              <a:off x="8217916" y="4874897"/>
              <a:ext cx="205956" cy="18014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9A096E91-D1AD-464D-B6FE-10148FDAEAD1}"/>
                </a:ext>
              </a:extLst>
            </p:cNvPr>
            <p:cNvSpPr/>
            <p:nvPr/>
          </p:nvSpPr>
          <p:spPr>
            <a:xfrm>
              <a:off x="7952777" y="5325827"/>
              <a:ext cx="205956" cy="18014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79CD40E0-DBC3-E14C-844A-921C07DE2A3A}"/>
                </a:ext>
              </a:extLst>
            </p:cNvPr>
            <p:cNvSpPr/>
            <p:nvPr/>
          </p:nvSpPr>
          <p:spPr>
            <a:xfrm>
              <a:off x="8258294" y="4932781"/>
              <a:ext cx="54034" cy="121628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3190D710-8D0F-DF4E-894D-AD692C81D3F0}"/>
                </a:ext>
              </a:extLst>
            </p:cNvPr>
            <p:cNvSpPr/>
            <p:nvPr/>
          </p:nvSpPr>
          <p:spPr>
            <a:xfrm>
              <a:off x="8333603" y="4980015"/>
              <a:ext cx="50859" cy="72864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5858C974-D447-4740-880C-D328FE3EE401}"/>
                </a:ext>
              </a:extLst>
            </p:cNvPr>
            <p:cNvGrpSpPr/>
            <p:nvPr/>
          </p:nvGrpSpPr>
          <p:grpSpPr>
            <a:xfrm>
              <a:off x="8015345" y="5358023"/>
              <a:ext cx="116581" cy="132641"/>
              <a:chOff x="7996008" y="5361761"/>
              <a:chExt cx="197081" cy="132641"/>
            </a:xfrm>
          </p:grpSpPr>
          <p:cxnSp>
            <p:nvCxnSpPr>
              <p:cNvPr id="221" name="Elbow Connector 220">
                <a:extLst>
                  <a:ext uri="{FF2B5EF4-FFF2-40B4-BE49-F238E27FC236}">
                    <a16:creationId xmlns:a16="http://schemas.microsoft.com/office/drawing/2014/main" id="{F4C99291-3E28-CC4B-963A-4F9CB3AF128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996008" y="5400309"/>
                <a:ext cx="94093" cy="94093"/>
              </a:xfrm>
              <a:prstGeom prst="bentConnector3">
                <a:avLst>
                  <a:gd name="adj1" fmla="val 46626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Triangle 221">
                <a:extLst>
                  <a:ext uri="{FF2B5EF4-FFF2-40B4-BE49-F238E27FC236}">
                    <a16:creationId xmlns:a16="http://schemas.microsoft.com/office/drawing/2014/main" id="{83C4C64E-DA0F-8C4F-A545-82A06A2BF970}"/>
                  </a:ext>
                </a:extLst>
              </p:cNvPr>
              <p:cNvSpPr/>
              <p:nvPr/>
            </p:nvSpPr>
            <p:spPr>
              <a:xfrm rot="2065313">
                <a:off x="8060122" y="5361761"/>
                <a:ext cx="132967" cy="58269"/>
              </a:xfrm>
              <a:prstGeom prst="triangl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D4F96A2-83AB-7547-A41C-27F38CC8E1DE}"/>
              </a:ext>
            </a:extLst>
          </p:cNvPr>
          <p:cNvCxnSpPr>
            <a:cxnSpLocks/>
          </p:cNvCxnSpPr>
          <p:nvPr/>
        </p:nvCxnSpPr>
        <p:spPr>
          <a:xfrm flipV="1">
            <a:off x="498080" y="2101613"/>
            <a:ext cx="349002" cy="1057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Rectangle 244">
            <a:extLst>
              <a:ext uri="{FF2B5EF4-FFF2-40B4-BE49-F238E27FC236}">
                <a16:creationId xmlns:a16="http://schemas.microsoft.com/office/drawing/2014/main" id="{58CFB6EE-F427-894D-89B4-A4DAA441AD55}"/>
              </a:ext>
            </a:extLst>
          </p:cNvPr>
          <p:cNvSpPr/>
          <p:nvPr/>
        </p:nvSpPr>
        <p:spPr>
          <a:xfrm>
            <a:off x="-3192167" y="88672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7D687962-46C0-9044-926B-767757370047}"/>
              </a:ext>
            </a:extLst>
          </p:cNvPr>
          <p:cNvSpPr/>
          <p:nvPr/>
        </p:nvSpPr>
        <p:spPr>
          <a:xfrm>
            <a:off x="-3093989" y="163016"/>
            <a:ext cx="1166212" cy="688372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73400E0C-CE6A-3548-B59E-0524411BAB4E}"/>
              </a:ext>
            </a:extLst>
          </p:cNvPr>
          <p:cNvSpPr/>
          <p:nvPr/>
        </p:nvSpPr>
        <p:spPr>
          <a:xfrm>
            <a:off x="-1642393" y="84584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Delay 311">
            <a:extLst>
              <a:ext uri="{FF2B5EF4-FFF2-40B4-BE49-F238E27FC236}">
                <a16:creationId xmlns:a16="http://schemas.microsoft.com/office/drawing/2014/main" id="{39AC2B21-9230-B146-872B-2AECD9EBB61B}"/>
              </a:ext>
            </a:extLst>
          </p:cNvPr>
          <p:cNvSpPr/>
          <p:nvPr/>
        </p:nvSpPr>
        <p:spPr>
          <a:xfrm rot="16200000">
            <a:off x="-65538" y="971160"/>
            <a:ext cx="514626" cy="406636"/>
          </a:xfrm>
          <a:prstGeom prst="flowChartDelay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AB9F978D-B9FD-B742-B0BB-C55A5EC5A6CF}"/>
              </a:ext>
            </a:extLst>
          </p:cNvPr>
          <p:cNvSpPr/>
          <p:nvPr/>
        </p:nvSpPr>
        <p:spPr>
          <a:xfrm>
            <a:off x="34868" y="690864"/>
            <a:ext cx="316756" cy="31675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Delay 317">
            <a:extLst>
              <a:ext uri="{FF2B5EF4-FFF2-40B4-BE49-F238E27FC236}">
                <a16:creationId xmlns:a16="http://schemas.microsoft.com/office/drawing/2014/main" id="{C96126A4-A7E9-2C48-A926-0265CA5224BB}"/>
              </a:ext>
            </a:extLst>
          </p:cNvPr>
          <p:cNvSpPr/>
          <p:nvPr/>
        </p:nvSpPr>
        <p:spPr>
          <a:xfrm rot="16200000">
            <a:off x="-848031" y="666527"/>
            <a:ext cx="371735" cy="371735"/>
          </a:xfrm>
          <a:prstGeom prst="flowChartDelay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8597A93E-71DF-3241-96DF-1AD175447F10}"/>
              </a:ext>
            </a:extLst>
          </p:cNvPr>
          <p:cNvSpPr/>
          <p:nvPr/>
        </p:nvSpPr>
        <p:spPr>
          <a:xfrm>
            <a:off x="-776658" y="490522"/>
            <a:ext cx="231657" cy="23165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B917ECEF-C319-DA40-8155-D7117D7E2D5C}"/>
              </a:ext>
            </a:extLst>
          </p:cNvPr>
          <p:cNvSpPr/>
          <p:nvPr/>
        </p:nvSpPr>
        <p:spPr>
          <a:xfrm>
            <a:off x="-2608416" y="845667"/>
            <a:ext cx="219395" cy="145931"/>
          </a:xfrm>
          <a:prstGeom prst="rect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CA90E99-87F4-B74F-93CC-BCE0E8A28FE7}"/>
              </a:ext>
            </a:extLst>
          </p:cNvPr>
          <p:cNvGrpSpPr/>
          <p:nvPr/>
        </p:nvGrpSpPr>
        <p:grpSpPr>
          <a:xfrm>
            <a:off x="-2982952" y="241282"/>
            <a:ext cx="253935" cy="253935"/>
            <a:chOff x="6551378" y="3197335"/>
            <a:chExt cx="329340" cy="329340"/>
          </a:xfrm>
        </p:grpSpPr>
        <p:sp>
          <p:nvSpPr>
            <p:cNvPr id="6" name="Pie 5">
              <a:extLst>
                <a:ext uri="{FF2B5EF4-FFF2-40B4-BE49-F238E27FC236}">
                  <a16:creationId xmlns:a16="http://schemas.microsoft.com/office/drawing/2014/main" id="{66B0E048-65DB-C349-8D0B-986DB8F6715C}"/>
                </a:ext>
              </a:extLst>
            </p:cNvPr>
            <p:cNvSpPr/>
            <p:nvPr/>
          </p:nvSpPr>
          <p:spPr>
            <a:xfrm>
              <a:off x="6551378" y="3197335"/>
              <a:ext cx="329340" cy="329340"/>
            </a:xfrm>
            <a:prstGeom prst="pie">
              <a:avLst>
                <a:gd name="adj1" fmla="val 6340808"/>
                <a:gd name="adj2" fmla="val 17584692"/>
              </a:avLst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2" name="Pie 321">
              <a:extLst>
                <a:ext uri="{FF2B5EF4-FFF2-40B4-BE49-F238E27FC236}">
                  <a16:creationId xmlns:a16="http://schemas.microsoft.com/office/drawing/2014/main" id="{D58CFE91-552C-284F-8704-1E72136702EC}"/>
                </a:ext>
              </a:extLst>
            </p:cNvPr>
            <p:cNvSpPr/>
            <p:nvPr/>
          </p:nvSpPr>
          <p:spPr>
            <a:xfrm>
              <a:off x="6551378" y="3197335"/>
              <a:ext cx="329340" cy="329340"/>
            </a:xfrm>
            <a:prstGeom prst="pie">
              <a:avLst>
                <a:gd name="adj1" fmla="val 17544030"/>
                <a:gd name="adj2" fmla="val 227552"/>
              </a:avLst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3" name="Pie 322">
              <a:extLst>
                <a:ext uri="{FF2B5EF4-FFF2-40B4-BE49-F238E27FC236}">
                  <a16:creationId xmlns:a16="http://schemas.microsoft.com/office/drawing/2014/main" id="{54B5AC53-3D82-5242-BA1B-0B709E92B731}"/>
                </a:ext>
              </a:extLst>
            </p:cNvPr>
            <p:cNvSpPr/>
            <p:nvPr/>
          </p:nvSpPr>
          <p:spPr>
            <a:xfrm>
              <a:off x="6551378" y="3197335"/>
              <a:ext cx="329340" cy="329340"/>
            </a:xfrm>
            <a:prstGeom prst="pie">
              <a:avLst>
                <a:gd name="adj1" fmla="val 296122"/>
                <a:gd name="adj2" fmla="val 6282804"/>
              </a:avLst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261FEB-59BB-BD4F-AD38-259584DABA39}"/>
              </a:ext>
            </a:extLst>
          </p:cNvPr>
          <p:cNvGrpSpPr/>
          <p:nvPr/>
        </p:nvGrpSpPr>
        <p:grpSpPr>
          <a:xfrm>
            <a:off x="-2306187" y="244684"/>
            <a:ext cx="286951" cy="237429"/>
            <a:chOff x="5770832" y="1511977"/>
            <a:chExt cx="346385" cy="234887"/>
          </a:xfrm>
        </p:grpSpPr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5E019487-0FCF-A940-90E3-149499AD38AE}"/>
                </a:ext>
              </a:extLst>
            </p:cNvPr>
            <p:cNvSpPr/>
            <p:nvPr/>
          </p:nvSpPr>
          <p:spPr>
            <a:xfrm>
              <a:off x="5803713" y="1511977"/>
              <a:ext cx="67891" cy="226167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282151A5-E564-DA4B-A2E2-E5BBD7F47A41}"/>
                </a:ext>
              </a:extLst>
            </p:cNvPr>
            <p:cNvSpPr/>
            <p:nvPr/>
          </p:nvSpPr>
          <p:spPr>
            <a:xfrm>
              <a:off x="5905943" y="1597910"/>
              <a:ext cx="74277" cy="140234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59D69468-EFCF-5C43-8E9E-B89B6E1D55CE}"/>
                </a:ext>
              </a:extLst>
            </p:cNvPr>
            <p:cNvSpPr/>
            <p:nvPr/>
          </p:nvSpPr>
          <p:spPr>
            <a:xfrm>
              <a:off x="6008601" y="1660525"/>
              <a:ext cx="79854" cy="76204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A71D8FCF-D847-094D-A397-7759DF7BCB2C}"/>
                </a:ext>
              </a:extLst>
            </p:cNvPr>
            <p:cNvSpPr/>
            <p:nvPr/>
          </p:nvSpPr>
          <p:spPr>
            <a:xfrm>
              <a:off x="5770832" y="1710864"/>
              <a:ext cx="346385" cy="36000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6" name="Oval 335">
            <a:extLst>
              <a:ext uri="{FF2B5EF4-FFF2-40B4-BE49-F238E27FC236}">
                <a16:creationId xmlns:a16="http://schemas.microsoft.com/office/drawing/2014/main" id="{3D3D7C07-5512-E743-BC27-6787F937ED43}"/>
              </a:ext>
            </a:extLst>
          </p:cNvPr>
          <p:cNvSpPr/>
          <p:nvPr/>
        </p:nvSpPr>
        <p:spPr>
          <a:xfrm>
            <a:off x="-1533527" y="895785"/>
            <a:ext cx="45719" cy="45719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01A249-E5B2-EA4E-B402-6A0929E4A86F}"/>
              </a:ext>
            </a:extLst>
          </p:cNvPr>
          <p:cNvGrpSpPr/>
          <p:nvPr/>
        </p:nvGrpSpPr>
        <p:grpSpPr>
          <a:xfrm>
            <a:off x="-2306259" y="533307"/>
            <a:ext cx="267270" cy="254804"/>
            <a:chOff x="6415401" y="1754330"/>
            <a:chExt cx="302090" cy="288000"/>
          </a:xfrm>
        </p:grpSpPr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7786ADAC-2765-2940-80F3-FD678042B804}"/>
                </a:ext>
              </a:extLst>
            </p:cNvPr>
            <p:cNvSpPr/>
            <p:nvPr/>
          </p:nvSpPr>
          <p:spPr>
            <a:xfrm>
              <a:off x="6429491" y="2024330"/>
              <a:ext cx="288000" cy="18000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FD33CE85-0452-5A4B-BAA8-219654EB6857}"/>
                </a:ext>
              </a:extLst>
            </p:cNvPr>
            <p:cNvSpPr/>
            <p:nvPr/>
          </p:nvSpPr>
          <p:spPr>
            <a:xfrm rot="5400000">
              <a:off x="6289814" y="1889330"/>
              <a:ext cx="288000" cy="18000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C9F6681D-79C9-9F41-A21C-A115BA16FFFA}"/>
                </a:ext>
              </a:extLst>
            </p:cNvPr>
            <p:cNvSpPr/>
            <p:nvPr/>
          </p:nvSpPr>
          <p:spPr>
            <a:xfrm rot="19077046">
              <a:off x="6415401" y="1884276"/>
              <a:ext cx="288000" cy="18000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043F2A82-4F26-F241-A78C-1E05AA3E4DCB}"/>
                </a:ext>
              </a:extLst>
            </p:cNvPr>
            <p:cNvSpPr/>
            <p:nvPr/>
          </p:nvSpPr>
          <p:spPr>
            <a:xfrm>
              <a:off x="6472750" y="1878430"/>
              <a:ext cx="45719" cy="4571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1F55BF94-EEC1-0645-9A39-E51D51155641}"/>
                </a:ext>
              </a:extLst>
            </p:cNvPr>
            <p:cNvSpPr/>
            <p:nvPr/>
          </p:nvSpPr>
          <p:spPr>
            <a:xfrm>
              <a:off x="6527050" y="1819949"/>
              <a:ext cx="45719" cy="4571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025F8857-C526-7D4D-AE51-19FD4B9E5085}"/>
                </a:ext>
              </a:extLst>
            </p:cNvPr>
            <p:cNvSpPr/>
            <p:nvPr/>
          </p:nvSpPr>
          <p:spPr>
            <a:xfrm>
              <a:off x="6540673" y="1888255"/>
              <a:ext cx="45719" cy="4571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65F4F648-ECF4-3A43-AC0F-2D263F636458}"/>
                </a:ext>
              </a:extLst>
            </p:cNvPr>
            <p:cNvSpPr/>
            <p:nvPr/>
          </p:nvSpPr>
          <p:spPr>
            <a:xfrm>
              <a:off x="6456113" y="1953950"/>
              <a:ext cx="45719" cy="4571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A9592B0B-DA8B-9743-807C-E4C6D9122B9B}"/>
                </a:ext>
              </a:extLst>
            </p:cNvPr>
            <p:cNvSpPr/>
            <p:nvPr/>
          </p:nvSpPr>
          <p:spPr>
            <a:xfrm>
              <a:off x="6515244" y="1941800"/>
              <a:ext cx="45719" cy="4571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A52EF208-279C-F140-BAAE-1534DDAA3651}"/>
                </a:ext>
              </a:extLst>
            </p:cNvPr>
            <p:cNvSpPr/>
            <p:nvPr/>
          </p:nvSpPr>
          <p:spPr>
            <a:xfrm>
              <a:off x="6582490" y="1809229"/>
              <a:ext cx="45719" cy="4571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3C26B4E7-C18B-B44B-B9E8-01A9FFC7B432}"/>
                </a:ext>
              </a:extLst>
            </p:cNvPr>
            <p:cNvSpPr/>
            <p:nvPr/>
          </p:nvSpPr>
          <p:spPr>
            <a:xfrm>
              <a:off x="6605737" y="1874242"/>
              <a:ext cx="45719" cy="4571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E4D49779-80DD-3A49-BCB9-A0AF4BE7EC2F}"/>
                </a:ext>
              </a:extLst>
            </p:cNvPr>
            <p:cNvSpPr/>
            <p:nvPr/>
          </p:nvSpPr>
          <p:spPr>
            <a:xfrm>
              <a:off x="6651456" y="1813910"/>
              <a:ext cx="45719" cy="4571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400E5E7-4DC2-D94A-9BDD-0D03B2AF9A85}"/>
              </a:ext>
            </a:extLst>
          </p:cNvPr>
          <p:cNvGrpSpPr/>
          <p:nvPr/>
        </p:nvGrpSpPr>
        <p:grpSpPr>
          <a:xfrm>
            <a:off x="-2665086" y="334482"/>
            <a:ext cx="308405" cy="276820"/>
            <a:chOff x="6036208" y="46177"/>
            <a:chExt cx="1095709" cy="983494"/>
          </a:xfrm>
        </p:grpSpPr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712FAD15-32A6-3048-B24C-11C971F11B77}"/>
                </a:ext>
              </a:extLst>
            </p:cNvPr>
            <p:cNvSpPr/>
            <p:nvPr/>
          </p:nvSpPr>
          <p:spPr>
            <a:xfrm>
              <a:off x="6036208" y="753273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7FEAB231-A4B5-5D41-8E09-EDE7F2EE2E84}"/>
                </a:ext>
              </a:extLst>
            </p:cNvPr>
            <p:cNvSpPr/>
            <p:nvPr/>
          </p:nvSpPr>
          <p:spPr>
            <a:xfrm>
              <a:off x="6145905" y="603595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047F767B-CF6E-CF49-9F07-635249395065}"/>
                </a:ext>
              </a:extLst>
            </p:cNvPr>
            <p:cNvSpPr/>
            <p:nvPr/>
          </p:nvSpPr>
          <p:spPr>
            <a:xfrm>
              <a:off x="6246637" y="781924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9C1D4624-7839-0C4B-8E35-88C8D282A36A}"/>
                </a:ext>
              </a:extLst>
            </p:cNvPr>
            <p:cNvSpPr/>
            <p:nvPr/>
          </p:nvSpPr>
          <p:spPr>
            <a:xfrm>
              <a:off x="6828809" y="666551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0033C45E-B377-4A44-B1A3-B1B8CFB110C5}"/>
                </a:ext>
              </a:extLst>
            </p:cNvPr>
            <p:cNvSpPr/>
            <p:nvPr/>
          </p:nvSpPr>
          <p:spPr>
            <a:xfrm>
              <a:off x="6632209" y="251836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32751C09-0654-854D-97F6-00DFDAFDAAE1}"/>
                </a:ext>
              </a:extLst>
            </p:cNvPr>
            <p:cNvSpPr/>
            <p:nvPr/>
          </p:nvSpPr>
          <p:spPr>
            <a:xfrm>
              <a:off x="6482580" y="102785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A0092145-9AD9-F04E-AFA5-A23F3463EAF1}"/>
                </a:ext>
              </a:extLst>
            </p:cNvPr>
            <p:cNvSpPr/>
            <p:nvPr/>
          </p:nvSpPr>
          <p:spPr>
            <a:xfrm>
              <a:off x="6133741" y="917709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83B2C433-403B-DB43-B140-388FAD9B0C13}"/>
                </a:ext>
              </a:extLst>
            </p:cNvPr>
            <p:cNvSpPr/>
            <p:nvPr/>
          </p:nvSpPr>
          <p:spPr>
            <a:xfrm>
              <a:off x="6684500" y="46177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576D143A-BC2A-6144-AC65-D5594323FA2E}"/>
                </a:ext>
              </a:extLst>
            </p:cNvPr>
            <p:cNvSpPr/>
            <p:nvPr/>
          </p:nvSpPr>
          <p:spPr>
            <a:xfrm>
              <a:off x="6828809" y="195855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373EBBAF-BE27-524C-B6A4-CD15B042F2CB}"/>
                </a:ext>
              </a:extLst>
            </p:cNvPr>
            <p:cNvSpPr/>
            <p:nvPr/>
          </p:nvSpPr>
          <p:spPr>
            <a:xfrm>
              <a:off x="6876646" y="844319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FBF1EB9D-80F1-B644-AF69-4B48BB7AC6F0}"/>
                </a:ext>
              </a:extLst>
            </p:cNvPr>
            <p:cNvSpPr/>
            <p:nvPr/>
          </p:nvSpPr>
          <p:spPr>
            <a:xfrm>
              <a:off x="7019955" y="719091"/>
              <a:ext cx="111962" cy="11196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D0ABFA47-7015-084C-B3FA-13118A9904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83298" y="308517"/>
              <a:ext cx="211874" cy="40144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25E19094-29EB-F74D-929C-69B1E9117195}"/>
                </a:ext>
              </a:extLst>
            </p:cNvPr>
            <p:cNvCxnSpPr>
              <a:cxnSpLocks/>
            </p:cNvCxnSpPr>
            <p:nvPr/>
          </p:nvCxnSpPr>
          <p:spPr>
            <a:xfrm>
              <a:off x="6895171" y="728546"/>
              <a:ext cx="37171" cy="17098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B28FEDC9-9F31-9B46-9F58-D764E22ACC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84020" y="709961"/>
              <a:ext cx="193287" cy="631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31675F4B-A4DE-9F42-8DEF-D549EBA068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3298" y="252761"/>
              <a:ext cx="204439" cy="557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1890E040-C52A-B342-BC43-2A45313145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7015" y="107795"/>
              <a:ext cx="55756" cy="2155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01DC94F6-16D2-284D-8DE9-C6C2970A070F}"/>
                </a:ext>
              </a:extLst>
            </p:cNvPr>
            <p:cNvCxnSpPr>
              <a:cxnSpLocks/>
            </p:cNvCxnSpPr>
            <p:nvPr/>
          </p:nvCxnSpPr>
          <p:spPr>
            <a:xfrm>
              <a:off x="6538332" y="159834"/>
              <a:ext cx="144966" cy="152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02AFA303-BA1B-D640-A702-37E64EBE25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11230" y="654205"/>
              <a:ext cx="96643" cy="1784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D4407130-C8C1-D946-99D2-B2AB61A6CB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4849" y="814039"/>
              <a:ext cx="226741" cy="1486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39812A9F-9486-2342-BEE2-776311DFD1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927" y="828907"/>
              <a:ext cx="115229" cy="1449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14AD00E4-4BD4-DA4E-BC36-7D0A912510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4157" y="732263"/>
              <a:ext cx="591014" cy="10779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F08E17F4-9E85-9548-A15B-6B3E897D67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4157" y="315951"/>
              <a:ext cx="382858" cy="52039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3E5906-2637-0844-9010-D6CC37A8D52A}"/>
              </a:ext>
            </a:extLst>
          </p:cNvPr>
          <p:cNvGrpSpPr/>
          <p:nvPr/>
        </p:nvGrpSpPr>
        <p:grpSpPr>
          <a:xfrm>
            <a:off x="-2968456" y="552357"/>
            <a:ext cx="263420" cy="227118"/>
            <a:chOff x="5991135" y="379095"/>
            <a:chExt cx="271158" cy="266825"/>
          </a:xfrm>
        </p:grpSpPr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4D54C38B-A222-434D-AF0C-80FBD55C2C3D}"/>
                </a:ext>
              </a:extLst>
            </p:cNvPr>
            <p:cNvSpPr/>
            <p:nvPr/>
          </p:nvSpPr>
          <p:spPr>
            <a:xfrm>
              <a:off x="6020438" y="530956"/>
              <a:ext cx="193380" cy="79093"/>
            </a:xfrm>
            <a:custGeom>
              <a:avLst/>
              <a:gdLst>
                <a:gd name="connsiteX0" fmla="*/ 0 w 204717"/>
                <a:gd name="connsiteY0" fmla="*/ 77498 h 95713"/>
                <a:gd name="connsiteX1" fmla="*/ 113732 w 204717"/>
                <a:gd name="connsiteY1" fmla="*/ 161 h 95713"/>
                <a:gd name="connsiteX2" fmla="*/ 204717 w 204717"/>
                <a:gd name="connsiteY2" fmla="*/ 95695 h 95713"/>
                <a:gd name="connsiteX0" fmla="*/ 0 w 211879"/>
                <a:gd name="connsiteY0" fmla="*/ 77498 h 77498"/>
                <a:gd name="connsiteX1" fmla="*/ 113732 w 211879"/>
                <a:gd name="connsiteY1" fmla="*/ 161 h 77498"/>
                <a:gd name="connsiteX2" fmla="*/ 211879 w 211879"/>
                <a:gd name="connsiteY2" fmla="*/ 55491 h 77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879" h="77498">
                  <a:moveTo>
                    <a:pt x="0" y="77498"/>
                  </a:moveTo>
                  <a:cubicBezTo>
                    <a:pt x="39806" y="37313"/>
                    <a:pt x="79613" y="-2872"/>
                    <a:pt x="113732" y="161"/>
                  </a:cubicBezTo>
                  <a:cubicBezTo>
                    <a:pt x="147851" y="3194"/>
                    <a:pt x="173969" y="57008"/>
                    <a:pt x="211879" y="5549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0CB491E-7D12-304A-8DFF-45FBBAB050BC}"/>
                </a:ext>
              </a:extLst>
            </p:cNvPr>
            <p:cNvGrpSpPr/>
            <p:nvPr/>
          </p:nvGrpSpPr>
          <p:grpSpPr>
            <a:xfrm>
              <a:off x="5991135" y="379095"/>
              <a:ext cx="271158" cy="266825"/>
              <a:chOff x="6576522" y="1927904"/>
              <a:chExt cx="271158" cy="266825"/>
            </a:xfrm>
          </p:grpSpPr>
          <p:sp>
            <p:nvSpPr>
              <p:cNvPr id="376" name="Rectangle 375">
                <a:extLst>
                  <a:ext uri="{FF2B5EF4-FFF2-40B4-BE49-F238E27FC236}">
                    <a16:creationId xmlns:a16="http://schemas.microsoft.com/office/drawing/2014/main" id="{D1F97634-48A1-C44B-991A-973AD5C9266B}"/>
                  </a:ext>
                </a:extLst>
              </p:cNvPr>
              <p:cNvSpPr/>
              <p:nvPr/>
            </p:nvSpPr>
            <p:spPr>
              <a:xfrm>
                <a:off x="6580855" y="2178052"/>
                <a:ext cx="266825" cy="16677"/>
              </a:xfrm>
              <a:prstGeom prst="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" name="Rectangle 376">
                <a:extLst>
                  <a:ext uri="{FF2B5EF4-FFF2-40B4-BE49-F238E27FC236}">
                    <a16:creationId xmlns:a16="http://schemas.microsoft.com/office/drawing/2014/main" id="{6046BAB3-DE8F-F549-B814-46D0DBEAEA10}"/>
                  </a:ext>
                </a:extLst>
              </p:cNvPr>
              <p:cNvSpPr/>
              <p:nvPr/>
            </p:nvSpPr>
            <p:spPr>
              <a:xfrm rot="5400000">
                <a:off x="6451448" y="2052978"/>
                <a:ext cx="266825" cy="16677"/>
              </a:xfrm>
              <a:prstGeom prst="rect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8" name="Freeform 377">
              <a:extLst>
                <a:ext uri="{FF2B5EF4-FFF2-40B4-BE49-F238E27FC236}">
                  <a16:creationId xmlns:a16="http://schemas.microsoft.com/office/drawing/2014/main" id="{03A33D91-331C-7F4E-BC08-23AD492962CC}"/>
                </a:ext>
              </a:extLst>
            </p:cNvPr>
            <p:cNvSpPr/>
            <p:nvPr/>
          </p:nvSpPr>
          <p:spPr>
            <a:xfrm>
              <a:off x="6019329" y="430945"/>
              <a:ext cx="203739" cy="126412"/>
            </a:xfrm>
            <a:custGeom>
              <a:avLst/>
              <a:gdLst>
                <a:gd name="connsiteX0" fmla="*/ 0 w 204717"/>
                <a:gd name="connsiteY0" fmla="*/ 77498 h 95713"/>
                <a:gd name="connsiteX1" fmla="*/ 113732 w 204717"/>
                <a:gd name="connsiteY1" fmla="*/ 161 h 95713"/>
                <a:gd name="connsiteX2" fmla="*/ 204717 w 204717"/>
                <a:gd name="connsiteY2" fmla="*/ 95695 h 95713"/>
                <a:gd name="connsiteX0" fmla="*/ 0 w 204717"/>
                <a:gd name="connsiteY0" fmla="*/ 96103 h 96103"/>
                <a:gd name="connsiteX1" fmla="*/ 113732 w 204717"/>
                <a:gd name="connsiteY1" fmla="*/ 18766 h 96103"/>
                <a:gd name="connsiteX2" fmla="*/ 204717 w 204717"/>
                <a:gd name="connsiteY2" fmla="*/ 0 h 96103"/>
                <a:gd name="connsiteX0" fmla="*/ 0 w 204717"/>
                <a:gd name="connsiteY0" fmla="*/ 96103 h 96103"/>
                <a:gd name="connsiteX1" fmla="*/ 94682 w 204717"/>
                <a:gd name="connsiteY1" fmla="*/ 25116 h 96103"/>
                <a:gd name="connsiteX2" fmla="*/ 204717 w 204717"/>
                <a:gd name="connsiteY2" fmla="*/ 0 h 96103"/>
                <a:gd name="connsiteX0" fmla="*/ 0 w 204717"/>
                <a:gd name="connsiteY0" fmla="*/ 96103 h 96103"/>
                <a:gd name="connsiteX1" fmla="*/ 204717 w 204717"/>
                <a:gd name="connsiteY1" fmla="*/ 0 h 96103"/>
                <a:gd name="connsiteX0" fmla="*/ 0 w 204717"/>
                <a:gd name="connsiteY0" fmla="*/ 125944 h 125944"/>
                <a:gd name="connsiteX1" fmla="*/ 204717 w 204717"/>
                <a:gd name="connsiteY1" fmla="*/ 0 h 125944"/>
                <a:gd name="connsiteX0" fmla="*/ 0 w 204717"/>
                <a:gd name="connsiteY0" fmla="*/ 125944 h 125944"/>
                <a:gd name="connsiteX1" fmla="*/ 204717 w 204717"/>
                <a:gd name="connsiteY1" fmla="*/ 0 h 125944"/>
                <a:gd name="connsiteX0" fmla="*/ 0 w 207985"/>
                <a:gd name="connsiteY0" fmla="*/ 148324 h 148324"/>
                <a:gd name="connsiteX1" fmla="*/ 207985 w 207985"/>
                <a:gd name="connsiteY1" fmla="*/ 0 h 148324"/>
                <a:gd name="connsiteX0" fmla="*/ 0 w 207985"/>
                <a:gd name="connsiteY0" fmla="*/ 148324 h 148324"/>
                <a:gd name="connsiteX1" fmla="*/ 207985 w 207985"/>
                <a:gd name="connsiteY1" fmla="*/ 0 h 148324"/>
                <a:gd name="connsiteX0" fmla="*/ 0 w 221058"/>
                <a:gd name="connsiteY0" fmla="*/ 215465 h 215465"/>
                <a:gd name="connsiteX1" fmla="*/ 221058 w 221058"/>
                <a:gd name="connsiteY1" fmla="*/ 0 h 215465"/>
                <a:gd name="connsiteX0" fmla="*/ 0 w 235067"/>
                <a:gd name="connsiteY0" fmla="*/ 174109 h 174109"/>
                <a:gd name="connsiteX1" fmla="*/ 235067 w 235067"/>
                <a:gd name="connsiteY1" fmla="*/ 0 h 174109"/>
                <a:gd name="connsiteX0" fmla="*/ 0 w 291104"/>
                <a:gd name="connsiteY0" fmla="*/ 155728 h 155728"/>
                <a:gd name="connsiteX1" fmla="*/ 291104 w 291104"/>
                <a:gd name="connsiteY1" fmla="*/ 0 h 155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1104" h="155728">
                  <a:moveTo>
                    <a:pt x="0" y="155728"/>
                  </a:moveTo>
                  <a:cubicBezTo>
                    <a:pt x="58434" y="87636"/>
                    <a:pt x="180377" y="23331"/>
                    <a:pt x="291104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7" name="Trapezium 386">
            <a:extLst>
              <a:ext uri="{FF2B5EF4-FFF2-40B4-BE49-F238E27FC236}">
                <a16:creationId xmlns:a16="http://schemas.microsoft.com/office/drawing/2014/main" id="{8B316038-FA38-E147-B679-469A1134A612}"/>
              </a:ext>
            </a:extLst>
          </p:cNvPr>
          <p:cNvSpPr/>
          <p:nvPr/>
        </p:nvSpPr>
        <p:spPr>
          <a:xfrm>
            <a:off x="-1626518" y="889918"/>
            <a:ext cx="1334482" cy="458616"/>
          </a:xfrm>
          <a:prstGeom prst="trapezoid">
            <a:avLst>
              <a:gd name="adj" fmla="val 21512"/>
            </a:avLst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46C44523-1B62-2440-B4D2-B78E5DD3947C}"/>
              </a:ext>
            </a:extLst>
          </p:cNvPr>
          <p:cNvSpPr/>
          <p:nvPr/>
        </p:nvSpPr>
        <p:spPr>
          <a:xfrm>
            <a:off x="-187118" y="90451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2DA6A98F-58B7-4942-85F1-49F2AF303FDA}"/>
              </a:ext>
            </a:extLst>
          </p:cNvPr>
          <p:cNvSpPr/>
          <p:nvPr/>
        </p:nvSpPr>
        <p:spPr>
          <a:xfrm>
            <a:off x="1286081" y="84584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D051AFCC-4177-3D46-9E1A-EEC0A139EB76}"/>
              </a:ext>
            </a:extLst>
          </p:cNvPr>
          <p:cNvGrpSpPr/>
          <p:nvPr/>
        </p:nvGrpSpPr>
        <p:grpSpPr>
          <a:xfrm rot="20689380">
            <a:off x="1502091" y="285604"/>
            <a:ext cx="744260" cy="984696"/>
            <a:chOff x="7855592" y="4677715"/>
            <a:chExt cx="673850" cy="891540"/>
          </a:xfrm>
        </p:grpSpPr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99BEE4EC-2145-6440-BC26-95154BE25AD6}"/>
                </a:ext>
              </a:extLst>
            </p:cNvPr>
            <p:cNvSpPr/>
            <p:nvPr/>
          </p:nvSpPr>
          <p:spPr>
            <a:xfrm>
              <a:off x="7855592" y="4677715"/>
              <a:ext cx="673850" cy="89154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6E406136-3EDA-3E4E-B212-BFD7FC6E3140}"/>
                </a:ext>
              </a:extLst>
            </p:cNvPr>
            <p:cNvCxnSpPr>
              <a:cxnSpLocks/>
            </p:cNvCxnSpPr>
            <p:nvPr/>
          </p:nvCxnSpPr>
          <p:spPr>
            <a:xfrm>
              <a:off x="7952777" y="4782458"/>
              <a:ext cx="4710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62443FEF-DD48-124C-B884-D36CE17C8BE7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89005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01477741-D1E6-5C43-96CD-592A909E6499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4964968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7F2C6F3A-D0ED-4F4D-9C79-73210A813368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03988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623BD3B9-A7A0-4A42-8058-2DE10FD2965A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14798"/>
              <a:ext cx="11982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25DA45B3-89C6-F24B-81F1-19EBFB496784}"/>
                </a:ext>
              </a:extLst>
            </p:cNvPr>
            <p:cNvCxnSpPr>
              <a:cxnSpLocks/>
            </p:cNvCxnSpPr>
            <p:nvPr/>
          </p:nvCxnSpPr>
          <p:spPr>
            <a:xfrm>
              <a:off x="7941094" y="5189713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8604B24C-6E17-074E-BD51-01310918D23E}"/>
                </a:ext>
              </a:extLst>
            </p:cNvPr>
            <p:cNvCxnSpPr>
              <a:cxnSpLocks/>
            </p:cNvCxnSpPr>
            <p:nvPr/>
          </p:nvCxnSpPr>
          <p:spPr>
            <a:xfrm>
              <a:off x="8222293" y="5146661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737C04F7-824F-3942-A6BC-0B8FAF544E38}"/>
                </a:ext>
              </a:extLst>
            </p:cNvPr>
            <p:cNvCxnSpPr>
              <a:cxnSpLocks/>
            </p:cNvCxnSpPr>
            <p:nvPr/>
          </p:nvCxnSpPr>
          <p:spPr>
            <a:xfrm>
              <a:off x="8220877" y="5242531"/>
              <a:ext cx="20595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D2D94B61-8DB3-7E42-BE0F-3A35DF2CAAFE}"/>
                </a:ext>
              </a:extLst>
            </p:cNvPr>
            <p:cNvCxnSpPr>
              <a:cxnSpLocks/>
            </p:cNvCxnSpPr>
            <p:nvPr/>
          </p:nvCxnSpPr>
          <p:spPr>
            <a:xfrm>
              <a:off x="8229567" y="5332608"/>
              <a:ext cx="10297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BE19146D-996D-2D4F-9363-B7C7977454C8}"/>
                </a:ext>
              </a:extLst>
            </p:cNvPr>
            <p:cNvSpPr/>
            <p:nvPr/>
          </p:nvSpPr>
          <p:spPr>
            <a:xfrm>
              <a:off x="8217916" y="4874897"/>
              <a:ext cx="205956" cy="18014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FB8A849A-9FD9-2B49-9EE3-1AE4ED3D9C12}"/>
                </a:ext>
              </a:extLst>
            </p:cNvPr>
            <p:cNvSpPr/>
            <p:nvPr/>
          </p:nvSpPr>
          <p:spPr>
            <a:xfrm>
              <a:off x="7952777" y="5325827"/>
              <a:ext cx="205956" cy="180141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B8197190-37B6-1546-B4BD-4A78AC0BF589}"/>
                </a:ext>
              </a:extLst>
            </p:cNvPr>
            <p:cNvSpPr/>
            <p:nvPr/>
          </p:nvSpPr>
          <p:spPr>
            <a:xfrm>
              <a:off x="8258294" y="4932781"/>
              <a:ext cx="54034" cy="121628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E7333CD6-A606-154D-A0CB-5BECA539E7D3}"/>
                </a:ext>
              </a:extLst>
            </p:cNvPr>
            <p:cNvSpPr/>
            <p:nvPr/>
          </p:nvSpPr>
          <p:spPr>
            <a:xfrm>
              <a:off x="8333603" y="4980015"/>
              <a:ext cx="50859" cy="72864"/>
            </a:xfrm>
            <a:prstGeom prst="rect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32A841E6-6BFB-CB49-BC9C-B28F567D4449}"/>
                </a:ext>
              </a:extLst>
            </p:cNvPr>
            <p:cNvGrpSpPr/>
            <p:nvPr/>
          </p:nvGrpSpPr>
          <p:grpSpPr>
            <a:xfrm>
              <a:off x="8015345" y="5358023"/>
              <a:ext cx="116581" cy="132641"/>
              <a:chOff x="7996008" y="5361761"/>
              <a:chExt cx="197081" cy="132641"/>
            </a:xfrm>
          </p:grpSpPr>
          <p:cxnSp>
            <p:nvCxnSpPr>
              <p:cNvPr id="448" name="Elbow Connector 447">
                <a:extLst>
                  <a:ext uri="{FF2B5EF4-FFF2-40B4-BE49-F238E27FC236}">
                    <a16:creationId xmlns:a16="http://schemas.microsoft.com/office/drawing/2014/main" id="{234ABCB8-40A5-B24C-AB4D-82CD8FD1199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996008" y="5400309"/>
                <a:ext cx="94093" cy="94093"/>
              </a:xfrm>
              <a:prstGeom prst="bentConnector3">
                <a:avLst>
                  <a:gd name="adj1" fmla="val 46626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9" name="Triangle 448">
                <a:extLst>
                  <a:ext uri="{FF2B5EF4-FFF2-40B4-BE49-F238E27FC236}">
                    <a16:creationId xmlns:a16="http://schemas.microsoft.com/office/drawing/2014/main" id="{1363B843-D839-4742-A6A7-5F66AF62D480}"/>
                  </a:ext>
                </a:extLst>
              </p:cNvPr>
              <p:cNvSpPr/>
              <p:nvPr/>
            </p:nvSpPr>
            <p:spPr>
              <a:xfrm rot="2065313">
                <a:off x="8060122" y="5361761"/>
                <a:ext cx="132967" cy="58269"/>
              </a:xfrm>
              <a:prstGeom prst="triangl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A51DA60-C249-554B-909A-5F25539367D9}"/>
              </a:ext>
            </a:extLst>
          </p:cNvPr>
          <p:cNvGrpSpPr/>
          <p:nvPr/>
        </p:nvGrpSpPr>
        <p:grpSpPr>
          <a:xfrm rot="18597694">
            <a:off x="1974474" y="613214"/>
            <a:ext cx="703651" cy="165423"/>
            <a:chOff x="10773793" y="1012310"/>
            <a:chExt cx="637083" cy="149773"/>
          </a:xfrm>
        </p:grpSpPr>
        <p:sp>
          <p:nvSpPr>
            <p:cNvPr id="90" name="Triangle 89">
              <a:extLst>
                <a:ext uri="{FF2B5EF4-FFF2-40B4-BE49-F238E27FC236}">
                  <a16:creationId xmlns:a16="http://schemas.microsoft.com/office/drawing/2014/main" id="{BB9990F6-1444-6444-9D21-F2C67575C14C}"/>
                </a:ext>
              </a:extLst>
            </p:cNvPr>
            <p:cNvSpPr/>
            <p:nvPr/>
          </p:nvSpPr>
          <p:spPr>
            <a:xfrm rot="16200000">
              <a:off x="10776787" y="1009625"/>
              <a:ext cx="149462" cy="155449"/>
            </a:xfrm>
            <a:prstGeom prst="triangle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2" name="Terminator 451">
              <a:extLst>
                <a:ext uri="{FF2B5EF4-FFF2-40B4-BE49-F238E27FC236}">
                  <a16:creationId xmlns:a16="http://schemas.microsoft.com/office/drawing/2014/main" id="{1EFF2F44-E7AE-A04D-B0A8-983B77A24F37}"/>
                </a:ext>
              </a:extLst>
            </p:cNvPr>
            <p:cNvSpPr/>
            <p:nvPr/>
          </p:nvSpPr>
          <p:spPr>
            <a:xfrm>
              <a:off x="10892644" y="1012620"/>
              <a:ext cx="452919" cy="149463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Terminator 453">
              <a:extLst>
                <a:ext uri="{FF2B5EF4-FFF2-40B4-BE49-F238E27FC236}">
                  <a16:creationId xmlns:a16="http://schemas.microsoft.com/office/drawing/2014/main" id="{E28A6CA3-5EFE-5B41-A549-2ABC453DBD35}"/>
                </a:ext>
              </a:extLst>
            </p:cNvPr>
            <p:cNvSpPr/>
            <p:nvPr/>
          </p:nvSpPr>
          <p:spPr>
            <a:xfrm>
              <a:off x="11302220" y="1012310"/>
              <a:ext cx="108656" cy="149463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5" name="Terminator 454">
            <a:extLst>
              <a:ext uri="{FF2B5EF4-FFF2-40B4-BE49-F238E27FC236}">
                <a16:creationId xmlns:a16="http://schemas.microsoft.com/office/drawing/2014/main" id="{22B84F5A-89DB-B546-A4B3-BB93AB752855}"/>
              </a:ext>
            </a:extLst>
          </p:cNvPr>
          <p:cNvSpPr/>
          <p:nvPr/>
        </p:nvSpPr>
        <p:spPr>
          <a:xfrm rot="19606244">
            <a:off x="-1558016" y="3760935"/>
            <a:ext cx="497043" cy="164024"/>
          </a:xfrm>
          <a:prstGeom prst="flowChartTerminator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" name="Delay 457">
            <a:extLst>
              <a:ext uri="{FF2B5EF4-FFF2-40B4-BE49-F238E27FC236}">
                <a16:creationId xmlns:a16="http://schemas.microsoft.com/office/drawing/2014/main" id="{002BD4FB-CF87-7743-B384-DBC35A712C75}"/>
              </a:ext>
            </a:extLst>
          </p:cNvPr>
          <p:cNvSpPr/>
          <p:nvPr/>
        </p:nvSpPr>
        <p:spPr>
          <a:xfrm rot="16200000">
            <a:off x="-1851232" y="3834872"/>
            <a:ext cx="514626" cy="424985"/>
          </a:xfrm>
          <a:prstGeom prst="flowChartDelay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9" name="Delay 458">
            <a:extLst>
              <a:ext uri="{FF2B5EF4-FFF2-40B4-BE49-F238E27FC236}">
                <a16:creationId xmlns:a16="http://schemas.microsoft.com/office/drawing/2014/main" id="{FD7B5B01-7EC4-5342-95E0-7E024F03D924}"/>
              </a:ext>
            </a:extLst>
          </p:cNvPr>
          <p:cNvSpPr/>
          <p:nvPr/>
        </p:nvSpPr>
        <p:spPr>
          <a:xfrm rot="16200000">
            <a:off x="-1913650" y="4299329"/>
            <a:ext cx="371735" cy="371735"/>
          </a:xfrm>
          <a:prstGeom prst="flowChartDelay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" name="Delay 459">
            <a:extLst>
              <a:ext uri="{FF2B5EF4-FFF2-40B4-BE49-F238E27FC236}">
                <a16:creationId xmlns:a16="http://schemas.microsoft.com/office/drawing/2014/main" id="{6E8EE23C-5DBC-1A47-9177-2504F40775BB}"/>
              </a:ext>
            </a:extLst>
          </p:cNvPr>
          <p:cNvSpPr/>
          <p:nvPr/>
        </p:nvSpPr>
        <p:spPr>
          <a:xfrm rot="16200000">
            <a:off x="-1510336" y="4299328"/>
            <a:ext cx="371735" cy="371735"/>
          </a:xfrm>
          <a:prstGeom prst="flowChartDelay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1" name="Delay 460">
            <a:extLst>
              <a:ext uri="{FF2B5EF4-FFF2-40B4-BE49-F238E27FC236}">
                <a16:creationId xmlns:a16="http://schemas.microsoft.com/office/drawing/2014/main" id="{D406783A-74B3-334A-B14A-123F7CA91A22}"/>
              </a:ext>
            </a:extLst>
          </p:cNvPr>
          <p:cNvSpPr/>
          <p:nvPr/>
        </p:nvSpPr>
        <p:spPr>
          <a:xfrm rot="16200000">
            <a:off x="-1116548" y="4299328"/>
            <a:ext cx="371735" cy="371735"/>
          </a:xfrm>
          <a:prstGeom prst="flowChartDelay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344C9214-C320-D54D-8235-7D276DE6D701}"/>
              </a:ext>
            </a:extLst>
          </p:cNvPr>
          <p:cNvSpPr/>
          <p:nvPr/>
        </p:nvSpPr>
        <p:spPr>
          <a:xfrm>
            <a:off x="-1843611" y="4110648"/>
            <a:ext cx="231657" cy="23165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3" name="Oval 462">
            <a:extLst>
              <a:ext uri="{FF2B5EF4-FFF2-40B4-BE49-F238E27FC236}">
                <a16:creationId xmlns:a16="http://schemas.microsoft.com/office/drawing/2014/main" id="{5E1A623B-E5B8-564E-AA8C-7DBE84BFDD0C}"/>
              </a:ext>
            </a:extLst>
          </p:cNvPr>
          <p:cNvSpPr/>
          <p:nvPr/>
        </p:nvSpPr>
        <p:spPr>
          <a:xfrm>
            <a:off x="-1440296" y="4110647"/>
            <a:ext cx="231657" cy="23165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4" name="Oval 463">
            <a:extLst>
              <a:ext uri="{FF2B5EF4-FFF2-40B4-BE49-F238E27FC236}">
                <a16:creationId xmlns:a16="http://schemas.microsoft.com/office/drawing/2014/main" id="{0C14981F-1D6D-B340-9745-A5D37B3660A5}"/>
              </a:ext>
            </a:extLst>
          </p:cNvPr>
          <p:cNvSpPr/>
          <p:nvPr/>
        </p:nvSpPr>
        <p:spPr>
          <a:xfrm>
            <a:off x="-1046510" y="4107675"/>
            <a:ext cx="231657" cy="23165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5" name="Oval 464">
            <a:extLst>
              <a:ext uri="{FF2B5EF4-FFF2-40B4-BE49-F238E27FC236}">
                <a16:creationId xmlns:a16="http://schemas.microsoft.com/office/drawing/2014/main" id="{97E81B80-DB7E-AA4D-A32F-0D15B4BE0448}"/>
              </a:ext>
            </a:extLst>
          </p:cNvPr>
          <p:cNvSpPr/>
          <p:nvPr/>
        </p:nvSpPr>
        <p:spPr>
          <a:xfrm>
            <a:off x="-1748830" y="3500743"/>
            <a:ext cx="316756" cy="31675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3" name="Group 492">
            <a:extLst>
              <a:ext uri="{FF2B5EF4-FFF2-40B4-BE49-F238E27FC236}">
                <a16:creationId xmlns:a16="http://schemas.microsoft.com/office/drawing/2014/main" id="{FA2EBF47-869D-9C44-B96C-6CB492C2B824}"/>
              </a:ext>
            </a:extLst>
          </p:cNvPr>
          <p:cNvGrpSpPr/>
          <p:nvPr/>
        </p:nvGrpSpPr>
        <p:grpSpPr>
          <a:xfrm>
            <a:off x="-4575327" y="311124"/>
            <a:ext cx="837730" cy="1050292"/>
            <a:chOff x="10033589" y="4049291"/>
            <a:chExt cx="1172496" cy="1469999"/>
          </a:xfrm>
        </p:grpSpPr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55ADEE11-99A2-B24C-9AC5-7C6386618F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89872" y="4137919"/>
              <a:ext cx="316213" cy="919807"/>
            </a:xfrm>
            <a:prstGeom prst="line">
              <a:avLst/>
            </a:prstGeom>
            <a:ln w="285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2" name="Group 491">
              <a:extLst>
                <a:ext uri="{FF2B5EF4-FFF2-40B4-BE49-F238E27FC236}">
                  <a16:creationId xmlns:a16="http://schemas.microsoft.com/office/drawing/2014/main" id="{A40072E4-22E4-EE48-BA57-65C3C08878AD}"/>
                </a:ext>
              </a:extLst>
            </p:cNvPr>
            <p:cNvGrpSpPr/>
            <p:nvPr/>
          </p:nvGrpSpPr>
          <p:grpSpPr>
            <a:xfrm>
              <a:off x="10033589" y="4049291"/>
              <a:ext cx="1094627" cy="1469999"/>
              <a:chOff x="10033589" y="4049291"/>
              <a:chExt cx="1094627" cy="1469999"/>
            </a:xfrm>
          </p:grpSpPr>
          <p:sp>
            <p:nvSpPr>
              <p:cNvPr id="474" name="Terminator 473">
                <a:extLst>
                  <a:ext uri="{FF2B5EF4-FFF2-40B4-BE49-F238E27FC236}">
                    <a16:creationId xmlns:a16="http://schemas.microsoft.com/office/drawing/2014/main" id="{84132E3E-7A55-AF4F-99E7-CFDB47FDA4CA}"/>
                  </a:ext>
                </a:extLst>
              </p:cNvPr>
              <p:cNvSpPr/>
              <p:nvPr/>
            </p:nvSpPr>
            <p:spPr>
              <a:xfrm rot="2474403">
                <a:off x="10033589" y="4523544"/>
                <a:ext cx="452919" cy="149463"/>
              </a:xfrm>
              <a:prstGeom prst="flowChartTerminator">
                <a:avLst/>
              </a:prstGeom>
              <a:solidFill>
                <a:schemeClr val="tx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5" name="Terminator 474">
                <a:extLst>
                  <a:ext uri="{FF2B5EF4-FFF2-40B4-BE49-F238E27FC236}">
                    <a16:creationId xmlns:a16="http://schemas.microsoft.com/office/drawing/2014/main" id="{0103D3A3-55E4-664F-B21E-84F6C94CDDB9}"/>
                  </a:ext>
                </a:extLst>
              </p:cNvPr>
              <p:cNvSpPr/>
              <p:nvPr/>
            </p:nvSpPr>
            <p:spPr>
              <a:xfrm rot="19815812">
                <a:off x="10675297" y="4512776"/>
                <a:ext cx="452919" cy="149463"/>
              </a:xfrm>
              <a:prstGeom prst="flowChartTerminator">
                <a:avLst/>
              </a:prstGeom>
              <a:solidFill>
                <a:schemeClr val="tx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6" name="Delay 475">
                <a:extLst>
                  <a:ext uri="{FF2B5EF4-FFF2-40B4-BE49-F238E27FC236}">
                    <a16:creationId xmlns:a16="http://schemas.microsoft.com/office/drawing/2014/main" id="{0B719055-89EE-DC41-9D15-BF9060E208A6}"/>
                  </a:ext>
                </a:extLst>
              </p:cNvPr>
              <p:cNvSpPr/>
              <p:nvPr/>
            </p:nvSpPr>
            <p:spPr>
              <a:xfrm rot="16200000">
                <a:off x="10320234" y="4600628"/>
                <a:ext cx="514626" cy="406636"/>
              </a:xfrm>
              <a:prstGeom prst="flowChartDelay">
                <a:avLst/>
              </a:prstGeom>
              <a:solidFill>
                <a:schemeClr val="tx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87" name="Group 486">
                <a:extLst>
                  <a:ext uri="{FF2B5EF4-FFF2-40B4-BE49-F238E27FC236}">
                    <a16:creationId xmlns:a16="http://schemas.microsoft.com/office/drawing/2014/main" id="{6F6F74F0-7A86-524A-81B9-997A2CE9488C}"/>
                  </a:ext>
                </a:extLst>
              </p:cNvPr>
              <p:cNvGrpSpPr/>
              <p:nvPr/>
            </p:nvGrpSpPr>
            <p:grpSpPr>
              <a:xfrm>
                <a:off x="10291924" y="4291882"/>
                <a:ext cx="571916" cy="1227408"/>
                <a:chOff x="10369447" y="4777404"/>
                <a:chExt cx="372318" cy="452455"/>
              </a:xfrm>
            </p:grpSpPr>
            <p:sp>
              <p:nvSpPr>
                <p:cNvPr id="485" name="Triangle 484">
                  <a:extLst>
                    <a:ext uri="{FF2B5EF4-FFF2-40B4-BE49-F238E27FC236}">
                      <a16:creationId xmlns:a16="http://schemas.microsoft.com/office/drawing/2014/main" id="{B2AF3BBB-D03B-6448-9426-BBA483E5439E}"/>
                    </a:ext>
                  </a:extLst>
                </p:cNvPr>
                <p:cNvSpPr/>
                <p:nvPr/>
              </p:nvSpPr>
              <p:spPr>
                <a:xfrm>
                  <a:off x="10370363" y="4777404"/>
                  <a:ext cx="371402" cy="421774"/>
                </a:xfrm>
                <a:prstGeom prst="triangle">
                  <a:avLst/>
                </a:prstGeom>
                <a:solidFill>
                  <a:schemeClr val="tx1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6" name="Terminator 485">
                  <a:extLst>
                    <a:ext uri="{FF2B5EF4-FFF2-40B4-BE49-F238E27FC236}">
                      <a16:creationId xmlns:a16="http://schemas.microsoft.com/office/drawing/2014/main" id="{EBC868DD-F312-2545-8B9C-E904F2B6AED2}"/>
                    </a:ext>
                  </a:extLst>
                </p:cNvPr>
                <p:cNvSpPr/>
                <p:nvPr/>
              </p:nvSpPr>
              <p:spPr>
                <a:xfrm>
                  <a:off x="10369447" y="5197749"/>
                  <a:ext cx="372317" cy="32110"/>
                </a:xfrm>
                <a:prstGeom prst="flowChartTerminator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72" name="Triangle 471">
                <a:extLst>
                  <a:ext uri="{FF2B5EF4-FFF2-40B4-BE49-F238E27FC236}">
                    <a16:creationId xmlns:a16="http://schemas.microsoft.com/office/drawing/2014/main" id="{B2EBCDF7-7762-5944-80A5-6D77DEC7778F}"/>
                  </a:ext>
                </a:extLst>
              </p:cNvPr>
              <p:cNvSpPr/>
              <p:nvPr/>
            </p:nvSpPr>
            <p:spPr>
              <a:xfrm>
                <a:off x="10464658" y="4049291"/>
                <a:ext cx="221697" cy="284710"/>
              </a:xfrm>
              <a:prstGeom prst="triangl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7" name="Oval 476">
                <a:extLst>
                  <a:ext uri="{FF2B5EF4-FFF2-40B4-BE49-F238E27FC236}">
                    <a16:creationId xmlns:a16="http://schemas.microsoft.com/office/drawing/2014/main" id="{A45FC64D-8DF2-0E48-BBA1-9DF951C158AF}"/>
                  </a:ext>
                </a:extLst>
              </p:cNvPr>
              <p:cNvSpPr/>
              <p:nvPr/>
            </p:nvSpPr>
            <p:spPr>
              <a:xfrm>
                <a:off x="10277174" y="4250663"/>
                <a:ext cx="612698" cy="354434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FCBE0449-E821-CB4C-9A13-C76C8EEB2BD8}"/>
                  </a:ext>
                </a:extLst>
              </p:cNvPr>
              <p:cNvSpPr/>
              <p:nvPr/>
            </p:nvSpPr>
            <p:spPr>
              <a:xfrm>
                <a:off x="10440055" y="4348071"/>
                <a:ext cx="280586" cy="28058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9" name="Oval 488">
                <a:extLst>
                  <a:ext uri="{FF2B5EF4-FFF2-40B4-BE49-F238E27FC236}">
                    <a16:creationId xmlns:a16="http://schemas.microsoft.com/office/drawing/2014/main" id="{A15492C8-F395-D74A-A7C1-34EE9156EC40}"/>
                  </a:ext>
                </a:extLst>
              </p:cNvPr>
              <p:cNvSpPr/>
              <p:nvPr/>
            </p:nvSpPr>
            <p:spPr>
              <a:xfrm>
                <a:off x="10835655" y="4083702"/>
                <a:ext cx="108434" cy="108434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91" name="Rectangle 490">
            <a:extLst>
              <a:ext uri="{FF2B5EF4-FFF2-40B4-BE49-F238E27FC236}">
                <a16:creationId xmlns:a16="http://schemas.microsoft.com/office/drawing/2014/main" id="{015A2CA6-69A8-2F48-A3EB-63DAAE8EA1E3}"/>
              </a:ext>
            </a:extLst>
          </p:cNvPr>
          <p:cNvSpPr/>
          <p:nvPr/>
        </p:nvSpPr>
        <p:spPr>
          <a:xfrm>
            <a:off x="-4840566" y="84049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A02B7CA0-BADD-F74B-BB56-91F509C4A792}"/>
              </a:ext>
            </a:extLst>
          </p:cNvPr>
          <p:cNvSpPr/>
          <p:nvPr/>
        </p:nvSpPr>
        <p:spPr>
          <a:xfrm>
            <a:off x="-3175358" y="1637842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9" name="Group 538">
            <a:extLst>
              <a:ext uri="{FF2B5EF4-FFF2-40B4-BE49-F238E27FC236}">
                <a16:creationId xmlns:a16="http://schemas.microsoft.com/office/drawing/2014/main" id="{0AB5DA11-48C1-274E-86E7-99DF887DDD2E}"/>
              </a:ext>
            </a:extLst>
          </p:cNvPr>
          <p:cNvGrpSpPr/>
          <p:nvPr/>
        </p:nvGrpSpPr>
        <p:grpSpPr>
          <a:xfrm>
            <a:off x="-3102014" y="1791534"/>
            <a:ext cx="1221520" cy="1060824"/>
            <a:chOff x="9792101" y="3057532"/>
            <a:chExt cx="1155032" cy="1003083"/>
          </a:xfrm>
        </p:grpSpPr>
        <p:sp>
          <p:nvSpPr>
            <p:cNvPr id="104" name="Triangle 103">
              <a:extLst>
                <a:ext uri="{FF2B5EF4-FFF2-40B4-BE49-F238E27FC236}">
                  <a16:creationId xmlns:a16="http://schemas.microsoft.com/office/drawing/2014/main" id="{DE7ABAE1-E7AE-394F-917C-F55EB152F5E1}"/>
                </a:ext>
              </a:extLst>
            </p:cNvPr>
            <p:cNvSpPr/>
            <p:nvPr/>
          </p:nvSpPr>
          <p:spPr>
            <a:xfrm>
              <a:off x="10520326" y="3512753"/>
              <a:ext cx="372318" cy="5066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C1B7AB1-C152-7941-8AFD-BEFD89E4B296}"/>
                </a:ext>
              </a:extLst>
            </p:cNvPr>
            <p:cNvSpPr/>
            <p:nvPr/>
          </p:nvSpPr>
          <p:spPr>
            <a:xfrm>
              <a:off x="10647359" y="3522334"/>
              <a:ext cx="115330" cy="3185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Terminator 468">
              <a:extLst>
                <a:ext uri="{FF2B5EF4-FFF2-40B4-BE49-F238E27FC236}">
                  <a16:creationId xmlns:a16="http://schemas.microsoft.com/office/drawing/2014/main" id="{A2CC8E7A-9ED5-3343-ABB1-6836B255EC67}"/>
                </a:ext>
              </a:extLst>
            </p:cNvPr>
            <p:cNvSpPr/>
            <p:nvPr/>
          </p:nvSpPr>
          <p:spPr>
            <a:xfrm>
              <a:off x="10622646" y="3511832"/>
              <a:ext cx="164756" cy="45720"/>
            </a:xfrm>
            <a:prstGeom prst="flowChartTerminator">
              <a:avLst/>
            </a:pr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Terminator 469">
              <a:extLst>
                <a:ext uri="{FF2B5EF4-FFF2-40B4-BE49-F238E27FC236}">
                  <a16:creationId xmlns:a16="http://schemas.microsoft.com/office/drawing/2014/main" id="{978ED2B8-4DCA-DF4E-9230-931D8C56C2CC}"/>
                </a:ext>
              </a:extLst>
            </p:cNvPr>
            <p:cNvSpPr/>
            <p:nvPr/>
          </p:nvSpPr>
          <p:spPr>
            <a:xfrm>
              <a:off x="10520325" y="3997292"/>
              <a:ext cx="372317" cy="63323"/>
            </a:xfrm>
            <a:prstGeom prst="flowChartTerminator">
              <a:avLst/>
            </a:pr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BC593845-0516-3145-8D6F-AA4E742E64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9901" y="3706963"/>
              <a:ext cx="71525" cy="286376"/>
            </a:xfrm>
            <a:prstGeom prst="line">
              <a:avLst/>
            </a:prstGeom>
            <a:ln w="28575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9" name="Oval 508">
              <a:extLst>
                <a:ext uri="{FF2B5EF4-FFF2-40B4-BE49-F238E27FC236}">
                  <a16:creationId xmlns:a16="http://schemas.microsoft.com/office/drawing/2014/main" id="{645EE674-5DEA-7348-B9D0-2CB66C20BE8F}"/>
                </a:ext>
              </a:extLst>
            </p:cNvPr>
            <p:cNvSpPr/>
            <p:nvPr/>
          </p:nvSpPr>
          <p:spPr>
            <a:xfrm>
              <a:off x="10625438" y="3349684"/>
              <a:ext cx="40449" cy="40449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Oval 509">
              <a:extLst>
                <a:ext uri="{FF2B5EF4-FFF2-40B4-BE49-F238E27FC236}">
                  <a16:creationId xmlns:a16="http://schemas.microsoft.com/office/drawing/2014/main" id="{D69021E1-D46E-7D4D-90A9-9228CD01BC92}"/>
                </a:ext>
              </a:extLst>
            </p:cNvPr>
            <p:cNvSpPr/>
            <p:nvPr/>
          </p:nvSpPr>
          <p:spPr>
            <a:xfrm>
              <a:off x="10675631" y="3243679"/>
              <a:ext cx="58785" cy="5878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1" name="Oval 510">
              <a:extLst>
                <a:ext uri="{FF2B5EF4-FFF2-40B4-BE49-F238E27FC236}">
                  <a16:creationId xmlns:a16="http://schemas.microsoft.com/office/drawing/2014/main" id="{FF3CBE5A-FACD-9C41-B7AE-810792E9E2F6}"/>
                </a:ext>
              </a:extLst>
            </p:cNvPr>
            <p:cNvSpPr/>
            <p:nvPr/>
          </p:nvSpPr>
          <p:spPr>
            <a:xfrm>
              <a:off x="10728617" y="3408089"/>
              <a:ext cx="58785" cy="58785"/>
            </a:xfrm>
            <a:prstGeom prst="ellipse">
              <a:avLst/>
            </a:prstGeom>
            <a:solidFill>
              <a:schemeClr val="tx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21D4B4F3-BA75-9C40-9C68-968688B06E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2101" y="4060615"/>
              <a:ext cx="1155032" cy="0"/>
            </a:xfrm>
            <a:prstGeom prst="line">
              <a:avLst/>
            </a:prstGeom>
            <a:ln w="28575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82BCBC06-25FB-104F-A8DC-560B9ABD90AA}"/>
                </a:ext>
              </a:extLst>
            </p:cNvPr>
            <p:cNvGrpSpPr/>
            <p:nvPr/>
          </p:nvGrpSpPr>
          <p:grpSpPr>
            <a:xfrm>
              <a:off x="9807056" y="3057532"/>
              <a:ext cx="837037" cy="1003083"/>
              <a:chOff x="9864862" y="3343663"/>
              <a:chExt cx="598271" cy="716952"/>
            </a:xfrm>
          </p:grpSpPr>
          <p:cxnSp>
            <p:nvCxnSpPr>
              <p:cNvPr id="517" name="Straight Connector 516">
                <a:extLst>
                  <a:ext uri="{FF2B5EF4-FFF2-40B4-BE49-F238E27FC236}">
                    <a16:creationId xmlns:a16="http://schemas.microsoft.com/office/drawing/2014/main" id="{507FF421-8369-344B-B139-20ACAD48E4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20178" y="3851151"/>
                <a:ext cx="279443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8" name="Arc 517">
                <a:extLst>
                  <a:ext uri="{FF2B5EF4-FFF2-40B4-BE49-F238E27FC236}">
                    <a16:creationId xmlns:a16="http://schemas.microsoft.com/office/drawing/2014/main" id="{BA4024FA-882E-C84B-8DCD-E6CE675CF0CD}"/>
                  </a:ext>
                </a:extLst>
              </p:cNvPr>
              <p:cNvSpPr/>
              <p:nvPr/>
            </p:nvSpPr>
            <p:spPr>
              <a:xfrm rot="8341069">
                <a:off x="9864862" y="3495000"/>
                <a:ext cx="510633" cy="510633"/>
              </a:xfrm>
              <a:prstGeom prst="arc">
                <a:avLst>
                  <a:gd name="adj1" fmla="val 14688984"/>
                  <a:gd name="adj2" fmla="val 10576600"/>
                </a:avLst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0" name="Trapezium 519">
                <a:extLst>
                  <a:ext uri="{FF2B5EF4-FFF2-40B4-BE49-F238E27FC236}">
                    <a16:creationId xmlns:a16="http://schemas.microsoft.com/office/drawing/2014/main" id="{06A6254E-DC7A-9F44-AAA3-B9B078891353}"/>
                  </a:ext>
                </a:extLst>
              </p:cNvPr>
              <p:cNvSpPr/>
              <p:nvPr/>
            </p:nvSpPr>
            <p:spPr>
              <a:xfrm>
                <a:off x="9940777" y="3914480"/>
                <a:ext cx="397613" cy="146135"/>
              </a:xfrm>
              <a:prstGeom prst="trapezoid">
                <a:avLst>
                  <a:gd name="adj" fmla="val 63962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28" name="Group 527">
                <a:extLst>
                  <a:ext uri="{FF2B5EF4-FFF2-40B4-BE49-F238E27FC236}">
                    <a16:creationId xmlns:a16="http://schemas.microsoft.com/office/drawing/2014/main" id="{80B6C938-B3FE-3E4B-9D76-301B033AAF40}"/>
                  </a:ext>
                </a:extLst>
              </p:cNvPr>
              <p:cNvGrpSpPr/>
              <p:nvPr/>
            </p:nvGrpSpPr>
            <p:grpSpPr>
              <a:xfrm>
                <a:off x="10140761" y="3630366"/>
                <a:ext cx="119028" cy="157857"/>
                <a:chOff x="11206789" y="3568250"/>
                <a:chExt cx="119028" cy="157857"/>
              </a:xfrm>
            </p:grpSpPr>
            <p:sp>
              <p:nvSpPr>
                <p:cNvPr id="521" name="Rectangle 520">
                  <a:extLst>
                    <a:ext uri="{FF2B5EF4-FFF2-40B4-BE49-F238E27FC236}">
                      <a16:creationId xmlns:a16="http://schemas.microsoft.com/office/drawing/2014/main" id="{CFD0AE61-0D49-A64F-A78B-3A12BB7AAAA2}"/>
                    </a:ext>
                  </a:extLst>
                </p:cNvPr>
                <p:cNvSpPr/>
                <p:nvPr/>
              </p:nvSpPr>
              <p:spPr>
                <a:xfrm>
                  <a:off x="11213365" y="3568250"/>
                  <a:ext cx="105877" cy="87875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6" name="Trapezium 525">
                  <a:extLst>
                    <a:ext uri="{FF2B5EF4-FFF2-40B4-BE49-F238E27FC236}">
                      <a16:creationId xmlns:a16="http://schemas.microsoft.com/office/drawing/2014/main" id="{552028AF-DA12-0249-AA70-8894DD6DAB48}"/>
                    </a:ext>
                  </a:extLst>
                </p:cNvPr>
                <p:cNvSpPr/>
                <p:nvPr/>
              </p:nvSpPr>
              <p:spPr>
                <a:xfrm rot="10800000">
                  <a:off x="11206789" y="3653084"/>
                  <a:ext cx="119028" cy="73023"/>
                </a:xfrm>
                <a:prstGeom prst="trapezoid">
                  <a:avLst>
                    <a:gd name="adj" fmla="val 47549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30" name="Trapezium 529">
                <a:extLst>
                  <a:ext uri="{FF2B5EF4-FFF2-40B4-BE49-F238E27FC236}">
                    <a16:creationId xmlns:a16="http://schemas.microsoft.com/office/drawing/2014/main" id="{71D4918B-D8D4-8E48-8DEA-AB6B38B16421}"/>
                  </a:ext>
                </a:extLst>
              </p:cNvPr>
              <p:cNvSpPr/>
              <p:nvPr/>
            </p:nvSpPr>
            <p:spPr>
              <a:xfrm rot="10800000">
                <a:off x="10039013" y="3504540"/>
                <a:ext cx="330999" cy="163537"/>
              </a:xfrm>
              <a:prstGeom prst="trapezoid">
                <a:avLst>
                  <a:gd name="adj" fmla="val 33545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36" name="Group 535">
                <a:extLst>
                  <a:ext uri="{FF2B5EF4-FFF2-40B4-BE49-F238E27FC236}">
                    <a16:creationId xmlns:a16="http://schemas.microsoft.com/office/drawing/2014/main" id="{9D233E60-6B4A-F346-BD7A-4D0FAA27E025}"/>
                  </a:ext>
                </a:extLst>
              </p:cNvPr>
              <p:cNvGrpSpPr/>
              <p:nvPr/>
            </p:nvGrpSpPr>
            <p:grpSpPr>
              <a:xfrm rot="846612">
                <a:off x="10301405" y="3343663"/>
                <a:ext cx="161728" cy="214577"/>
                <a:chOff x="11555024" y="3624746"/>
                <a:chExt cx="161728" cy="214577"/>
              </a:xfrm>
            </p:grpSpPr>
            <p:sp>
              <p:nvSpPr>
                <p:cNvPr id="532" name="Rectangle 531">
                  <a:extLst>
                    <a:ext uri="{FF2B5EF4-FFF2-40B4-BE49-F238E27FC236}">
                      <a16:creationId xmlns:a16="http://schemas.microsoft.com/office/drawing/2014/main" id="{804B49C0-6255-A942-BF8F-2763694AA1BD}"/>
                    </a:ext>
                  </a:extLst>
                </p:cNvPr>
                <p:cNvSpPr/>
                <p:nvPr/>
              </p:nvSpPr>
              <p:spPr>
                <a:xfrm rot="1685611">
                  <a:off x="11555024" y="3681843"/>
                  <a:ext cx="105877" cy="15748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3" name="Rectangle 532">
                  <a:extLst>
                    <a:ext uri="{FF2B5EF4-FFF2-40B4-BE49-F238E27FC236}">
                      <a16:creationId xmlns:a16="http://schemas.microsoft.com/office/drawing/2014/main" id="{A138C1A5-4BF4-F140-98A4-6D4F367C18C0}"/>
                    </a:ext>
                  </a:extLst>
                </p:cNvPr>
                <p:cNvSpPr/>
                <p:nvPr/>
              </p:nvSpPr>
              <p:spPr>
                <a:xfrm rot="1685611">
                  <a:off x="11611990" y="3624746"/>
                  <a:ext cx="49190" cy="164432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34" name="Straight Connector 533">
                  <a:extLst>
                    <a:ext uri="{FF2B5EF4-FFF2-40B4-BE49-F238E27FC236}">
                      <a16:creationId xmlns:a16="http://schemas.microsoft.com/office/drawing/2014/main" id="{F5EDEE7E-3C3E-7641-A347-060A4218A8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85611" flipH="1" flipV="1">
                  <a:off x="11633133" y="3634343"/>
                  <a:ext cx="83619" cy="1527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7" name="Oval 536">
                <a:extLst>
                  <a:ext uri="{FF2B5EF4-FFF2-40B4-BE49-F238E27FC236}">
                    <a16:creationId xmlns:a16="http://schemas.microsoft.com/office/drawing/2014/main" id="{D348D3AB-D8CD-FF49-825C-7794F727EF61}"/>
                  </a:ext>
                </a:extLst>
              </p:cNvPr>
              <p:cNvSpPr/>
              <p:nvPr/>
            </p:nvSpPr>
            <p:spPr>
              <a:xfrm>
                <a:off x="10218644" y="3461539"/>
                <a:ext cx="117699" cy="117699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71" name="Rectangle 570">
            <a:extLst>
              <a:ext uri="{FF2B5EF4-FFF2-40B4-BE49-F238E27FC236}">
                <a16:creationId xmlns:a16="http://schemas.microsoft.com/office/drawing/2014/main" id="{DB27F6F2-80C3-A648-8B53-D5F21D594478}"/>
              </a:ext>
            </a:extLst>
          </p:cNvPr>
          <p:cNvSpPr/>
          <p:nvPr/>
        </p:nvSpPr>
        <p:spPr>
          <a:xfrm>
            <a:off x="-1612692" y="1615068"/>
            <a:ext cx="1368208" cy="136820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4" name="Group 573">
            <a:extLst>
              <a:ext uri="{FF2B5EF4-FFF2-40B4-BE49-F238E27FC236}">
                <a16:creationId xmlns:a16="http://schemas.microsoft.com/office/drawing/2014/main" id="{2F3F1477-FC7F-C744-AB01-566736C47024}"/>
              </a:ext>
            </a:extLst>
          </p:cNvPr>
          <p:cNvGrpSpPr/>
          <p:nvPr/>
        </p:nvGrpSpPr>
        <p:grpSpPr>
          <a:xfrm>
            <a:off x="-1549536" y="1690002"/>
            <a:ext cx="353741" cy="353741"/>
            <a:chOff x="6551378" y="3197335"/>
            <a:chExt cx="329340" cy="329340"/>
          </a:xfrm>
        </p:grpSpPr>
        <p:sp>
          <p:nvSpPr>
            <p:cNvPr id="575" name="Pie 574">
              <a:extLst>
                <a:ext uri="{FF2B5EF4-FFF2-40B4-BE49-F238E27FC236}">
                  <a16:creationId xmlns:a16="http://schemas.microsoft.com/office/drawing/2014/main" id="{F196E191-1705-8846-AAE3-EDC29FD010A3}"/>
                </a:ext>
              </a:extLst>
            </p:cNvPr>
            <p:cNvSpPr/>
            <p:nvPr/>
          </p:nvSpPr>
          <p:spPr>
            <a:xfrm>
              <a:off x="6551378" y="3197335"/>
              <a:ext cx="329340" cy="329340"/>
            </a:xfrm>
            <a:prstGeom prst="pie">
              <a:avLst>
                <a:gd name="adj1" fmla="val 6340808"/>
                <a:gd name="adj2" fmla="val 17584692"/>
              </a:avLst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6" name="Pie 575">
              <a:extLst>
                <a:ext uri="{FF2B5EF4-FFF2-40B4-BE49-F238E27FC236}">
                  <a16:creationId xmlns:a16="http://schemas.microsoft.com/office/drawing/2014/main" id="{E63EBC93-9F28-2E4A-B2F3-9542B04F0E60}"/>
                </a:ext>
              </a:extLst>
            </p:cNvPr>
            <p:cNvSpPr/>
            <p:nvPr/>
          </p:nvSpPr>
          <p:spPr>
            <a:xfrm>
              <a:off x="6551378" y="3197335"/>
              <a:ext cx="329340" cy="329340"/>
            </a:xfrm>
            <a:prstGeom prst="pie">
              <a:avLst>
                <a:gd name="adj1" fmla="val 17544030"/>
                <a:gd name="adj2" fmla="val 227552"/>
              </a:avLst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7" name="Pie 576">
              <a:extLst>
                <a:ext uri="{FF2B5EF4-FFF2-40B4-BE49-F238E27FC236}">
                  <a16:creationId xmlns:a16="http://schemas.microsoft.com/office/drawing/2014/main" id="{8CCBCDAA-125A-D94A-9379-AF3D54A10320}"/>
                </a:ext>
              </a:extLst>
            </p:cNvPr>
            <p:cNvSpPr/>
            <p:nvPr/>
          </p:nvSpPr>
          <p:spPr>
            <a:xfrm>
              <a:off x="6551378" y="3197335"/>
              <a:ext cx="329340" cy="329340"/>
            </a:xfrm>
            <a:prstGeom prst="pie">
              <a:avLst>
                <a:gd name="adj1" fmla="val 296122"/>
                <a:gd name="adj2" fmla="val 6282804"/>
              </a:avLst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8" name="Group 577">
            <a:extLst>
              <a:ext uri="{FF2B5EF4-FFF2-40B4-BE49-F238E27FC236}">
                <a16:creationId xmlns:a16="http://schemas.microsoft.com/office/drawing/2014/main" id="{7BE80F4F-E7A5-5441-92A9-D6888F8F5648}"/>
              </a:ext>
            </a:extLst>
          </p:cNvPr>
          <p:cNvGrpSpPr/>
          <p:nvPr/>
        </p:nvGrpSpPr>
        <p:grpSpPr>
          <a:xfrm>
            <a:off x="-655323" y="1741532"/>
            <a:ext cx="349221" cy="282582"/>
            <a:chOff x="5770832" y="1511977"/>
            <a:chExt cx="346385" cy="229709"/>
          </a:xfrm>
        </p:grpSpPr>
        <p:sp>
          <p:nvSpPr>
            <p:cNvPr id="579" name="Rectangle 578">
              <a:extLst>
                <a:ext uri="{FF2B5EF4-FFF2-40B4-BE49-F238E27FC236}">
                  <a16:creationId xmlns:a16="http://schemas.microsoft.com/office/drawing/2014/main" id="{D1FE42BD-5925-E94B-A20F-6A0823D314C1}"/>
                </a:ext>
              </a:extLst>
            </p:cNvPr>
            <p:cNvSpPr/>
            <p:nvPr/>
          </p:nvSpPr>
          <p:spPr>
            <a:xfrm>
              <a:off x="5803713" y="1511977"/>
              <a:ext cx="67891" cy="226167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0" name="Rectangle 579">
              <a:extLst>
                <a:ext uri="{FF2B5EF4-FFF2-40B4-BE49-F238E27FC236}">
                  <a16:creationId xmlns:a16="http://schemas.microsoft.com/office/drawing/2014/main" id="{6E02B7DD-5D2F-AA40-B5B0-23DADFA6ED8B}"/>
                </a:ext>
              </a:extLst>
            </p:cNvPr>
            <p:cNvSpPr/>
            <p:nvPr/>
          </p:nvSpPr>
          <p:spPr>
            <a:xfrm>
              <a:off x="5905943" y="1597910"/>
              <a:ext cx="74277" cy="140234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BD691978-29D7-BB40-963B-D478E1FB2C29}"/>
                </a:ext>
              </a:extLst>
            </p:cNvPr>
            <p:cNvSpPr/>
            <p:nvPr/>
          </p:nvSpPr>
          <p:spPr>
            <a:xfrm>
              <a:off x="6008601" y="1660525"/>
              <a:ext cx="79854" cy="76204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E35EE115-970B-4547-BC6A-B952F0773B88}"/>
                </a:ext>
              </a:extLst>
            </p:cNvPr>
            <p:cNvSpPr/>
            <p:nvPr/>
          </p:nvSpPr>
          <p:spPr>
            <a:xfrm>
              <a:off x="5770832" y="1728903"/>
              <a:ext cx="346385" cy="12783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3" name="Group 582">
            <a:extLst>
              <a:ext uri="{FF2B5EF4-FFF2-40B4-BE49-F238E27FC236}">
                <a16:creationId xmlns:a16="http://schemas.microsoft.com/office/drawing/2014/main" id="{3AA1FB23-5D64-2D4C-B5E3-6B5DAAA23970}"/>
              </a:ext>
            </a:extLst>
          </p:cNvPr>
          <p:cNvGrpSpPr/>
          <p:nvPr/>
        </p:nvGrpSpPr>
        <p:grpSpPr>
          <a:xfrm>
            <a:off x="-658548" y="2121696"/>
            <a:ext cx="372318" cy="354952"/>
            <a:chOff x="6415401" y="1754330"/>
            <a:chExt cx="302090" cy="288000"/>
          </a:xfrm>
        </p:grpSpPr>
        <p:sp>
          <p:nvSpPr>
            <p:cNvPr id="584" name="Rectangle 583">
              <a:extLst>
                <a:ext uri="{FF2B5EF4-FFF2-40B4-BE49-F238E27FC236}">
                  <a16:creationId xmlns:a16="http://schemas.microsoft.com/office/drawing/2014/main" id="{F0FB23D9-3529-264F-A8E5-0F1F42BC9EA9}"/>
                </a:ext>
              </a:extLst>
            </p:cNvPr>
            <p:cNvSpPr/>
            <p:nvPr/>
          </p:nvSpPr>
          <p:spPr>
            <a:xfrm>
              <a:off x="6429491" y="2024330"/>
              <a:ext cx="288000" cy="1800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5" name="Rectangle 584">
              <a:extLst>
                <a:ext uri="{FF2B5EF4-FFF2-40B4-BE49-F238E27FC236}">
                  <a16:creationId xmlns:a16="http://schemas.microsoft.com/office/drawing/2014/main" id="{8ECC28D1-7A09-6D47-B762-ABFDF8826A70}"/>
                </a:ext>
              </a:extLst>
            </p:cNvPr>
            <p:cNvSpPr/>
            <p:nvPr/>
          </p:nvSpPr>
          <p:spPr>
            <a:xfrm rot="5400000">
              <a:off x="6289814" y="1889330"/>
              <a:ext cx="288000" cy="1800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6" name="Rectangle 585">
              <a:extLst>
                <a:ext uri="{FF2B5EF4-FFF2-40B4-BE49-F238E27FC236}">
                  <a16:creationId xmlns:a16="http://schemas.microsoft.com/office/drawing/2014/main" id="{3FC4937B-DE7E-394A-93E8-33CC36ED18B5}"/>
                </a:ext>
              </a:extLst>
            </p:cNvPr>
            <p:cNvSpPr/>
            <p:nvPr/>
          </p:nvSpPr>
          <p:spPr>
            <a:xfrm rot="19077046">
              <a:off x="6415401" y="1884276"/>
              <a:ext cx="288000" cy="1800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11B67918-1346-8441-B429-07A644681BBC}"/>
                </a:ext>
              </a:extLst>
            </p:cNvPr>
            <p:cNvSpPr/>
            <p:nvPr/>
          </p:nvSpPr>
          <p:spPr>
            <a:xfrm>
              <a:off x="6472750" y="1878430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8" name="Oval 587">
              <a:extLst>
                <a:ext uri="{FF2B5EF4-FFF2-40B4-BE49-F238E27FC236}">
                  <a16:creationId xmlns:a16="http://schemas.microsoft.com/office/drawing/2014/main" id="{903FB86F-612F-5B48-A8B3-4C9486CCDF70}"/>
                </a:ext>
              </a:extLst>
            </p:cNvPr>
            <p:cNvSpPr/>
            <p:nvPr/>
          </p:nvSpPr>
          <p:spPr>
            <a:xfrm>
              <a:off x="6527050" y="1819949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9" name="Oval 588">
              <a:extLst>
                <a:ext uri="{FF2B5EF4-FFF2-40B4-BE49-F238E27FC236}">
                  <a16:creationId xmlns:a16="http://schemas.microsoft.com/office/drawing/2014/main" id="{305E8D2E-7993-044D-8B8C-438B0E88AF59}"/>
                </a:ext>
              </a:extLst>
            </p:cNvPr>
            <p:cNvSpPr/>
            <p:nvPr/>
          </p:nvSpPr>
          <p:spPr>
            <a:xfrm>
              <a:off x="6540673" y="1888255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0" name="Oval 589">
              <a:extLst>
                <a:ext uri="{FF2B5EF4-FFF2-40B4-BE49-F238E27FC236}">
                  <a16:creationId xmlns:a16="http://schemas.microsoft.com/office/drawing/2014/main" id="{E93E921C-14B0-A948-A0F5-3D3BCE6CCB4C}"/>
                </a:ext>
              </a:extLst>
            </p:cNvPr>
            <p:cNvSpPr/>
            <p:nvPr/>
          </p:nvSpPr>
          <p:spPr>
            <a:xfrm>
              <a:off x="6456113" y="1953950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AC84ECBC-D349-5F41-B3CF-16ACCF1B4F87}"/>
                </a:ext>
              </a:extLst>
            </p:cNvPr>
            <p:cNvSpPr/>
            <p:nvPr/>
          </p:nvSpPr>
          <p:spPr>
            <a:xfrm>
              <a:off x="6515244" y="1941800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2" name="Oval 591">
              <a:extLst>
                <a:ext uri="{FF2B5EF4-FFF2-40B4-BE49-F238E27FC236}">
                  <a16:creationId xmlns:a16="http://schemas.microsoft.com/office/drawing/2014/main" id="{BF314EC5-0EB3-3A44-A948-DEE751426AB0}"/>
                </a:ext>
              </a:extLst>
            </p:cNvPr>
            <p:cNvSpPr/>
            <p:nvPr/>
          </p:nvSpPr>
          <p:spPr>
            <a:xfrm>
              <a:off x="6582490" y="1809229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3" name="Oval 592">
              <a:extLst>
                <a:ext uri="{FF2B5EF4-FFF2-40B4-BE49-F238E27FC236}">
                  <a16:creationId xmlns:a16="http://schemas.microsoft.com/office/drawing/2014/main" id="{DE00ECF1-1AA0-E142-91B4-C7B45D763DCC}"/>
                </a:ext>
              </a:extLst>
            </p:cNvPr>
            <p:cNvSpPr/>
            <p:nvPr/>
          </p:nvSpPr>
          <p:spPr>
            <a:xfrm>
              <a:off x="6605737" y="1874242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4" name="Oval 593">
              <a:extLst>
                <a:ext uri="{FF2B5EF4-FFF2-40B4-BE49-F238E27FC236}">
                  <a16:creationId xmlns:a16="http://schemas.microsoft.com/office/drawing/2014/main" id="{F0208DA3-ED8C-2947-9B28-F291129D4694}"/>
                </a:ext>
              </a:extLst>
            </p:cNvPr>
            <p:cNvSpPr/>
            <p:nvPr/>
          </p:nvSpPr>
          <p:spPr>
            <a:xfrm>
              <a:off x="6651456" y="1813910"/>
              <a:ext cx="45719" cy="4571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5" name="Group 594">
            <a:extLst>
              <a:ext uri="{FF2B5EF4-FFF2-40B4-BE49-F238E27FC236}">
                <a16:creationId xmlns:a16="http://schemas.microsoft.com/office/drawing/2014/main" id="{77AABDDA-145E-F941-8159-5996373F488B}"/>
              </a:ext>
            </a:extLst>
          </p:cNvPr>
          <p:cNvGrpSpPr/>
          <p:nvPr/>
        </p:nvGrpSpPr>
        <p:grpSpPr>
          <a:xfrm>
            <a:off x="-1163740" y="1708535"/>
            <a:ext cx="429620" cy="385621"/>
            <a:chOff x="6036208" y="46177"/>
            <a:chExt cx="1095709" cy="983494"/>
          </a:xfrm>
        </p:grpSpPr>
        <p:sp>
          <p:nvSpPr>
            <p:cNvPr id="596" name="Oval 595">
              <a:extLst>
                <a:ext uri="{FF2B5EF4-FFF2-40B4-BE49-F238E27FC236}">
                  <a16:creationId xmlns:a16="http://schemas.microsoft.com/office/drawing/2014/main" id="{795B3E27-F348-4349-9247-6936E2D21EF0}"/>
                </a:ext>
              </a:extLst>
            </p:cNvPr>
            <p:cNvSpPr/>
            <p:nvPr/>
          </p:nvSpPr>
          <p:spPr>
            <a:xfrm>
              <a:off x="6036208" y="753273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7" name="Oval 596">
              <a:extLst>
                <a:ext uri="{FF2B5EF4-FFF2-40B4-BE49-F238E27FC236}">
                  <a16:creationId xmlns:a16="http://schemas.microsoft.com/office/drawing/2014/main" id="{EF712A70-EDC7-0F4F-BF4E-E218AEF0A11D}"/>
                </a:ext>
              </a:extLst>
            </p:cNvPr>
            <p:cNvSpPr/>
            <p:nvPr/>
          </p:nvSpPr>
          <p:spPr>
            <a:xfrm>
              <a:off x="6145905" y="603595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8" name="Oval 597">
              <a:extLst>
                <a:ext uri="{FF2B5EF4-FFF2-40B4-BE49-F238E27FC236}">
                  <a16:creationId xmlns:a16="http://schemas.microsoft.com/office/drawing/2014/main" id="{D787D576-B1DF-B847-A171-FA9AB46FD77C}"/>
                </a:ext>
              </a:extLst>
            </p:cNvPr>
            <p:cNvSpPr/>
            <p:nvPr/>
          </p:nvSpPr>
          <p:spPr>
            <a:xfrm>
              <a:off x="6246637" y="781924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9" name="Oval 598">
              <a:extLst>
                <a:ext uri="{FF2B5EF4-FFF2-40B4-BE49-F238E27FC236}">
                  <a16:creationId xmlns:a16="http://schemas.microsoft.com/office/drawing/2014/main" id="{B4AA7D07-664E-EF46-8BE2-A4884F5ADA53}"/>
                </a:ext>
              </a:extLst>
            </p:cNvPr>
            <p:cNvSpPr/>
            <p:nvPr/>
          </p:nvSpPr>
          <p:spPr>
            <a:xfrm>
              <a:off x="6828809" y="666551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0" name="Oval 599">
              <a:extLst>
                <a:ext uri="{FF2B5EF4-FFF2-40B4-BE49-F238E27FC236}">
                  <a16:creationId xmlns:a16="http://schemas.microsoft.com/office/drawing/2014/main" id="{F214E63F-297B-9142-82E7-4A01F61C8501}"/>
                </a:ext>
              </a:extLst>
            </p:cNvPr>
            <p:cNvSpPr/>
            <p:nvPr/>
          </p:nvSpPr>
          <p:spPr>
            <a:xfrm>
              <a:off x="6632209" y="251836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1" name="Oval 600">
              <a:extLst>
                <a:ext uri="{FF2B5EF4-FFF2-40B4-BE49-F238E27FC236}">
                  <a16:creationId xmlns:a16="http://schemas.microsoft.com/office/drawing/2014/main" id="{36516BC8-54C5-404F-A344-5D5FA27E436F}"/>
                </a:ext>
              </a:extLst>
            </p:cNvPr>
            <p:cNvSpPr/>
            <p:nvPr/>
          </p:nvSpPr>
          <p:spPr>
            <a:xfrm>
              <a:off x="6482580" y="102785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2" name="Oval 601">
              <a:extLst>
                <a:ext uri="{FF2B5EF4-FFF2-40B4-BE49-F238E27FC236}">
                  <a16:creationId xmlns:a16="http://schemas.microsoft.com/office/drawing/2014/main" id="{62C640E4-76E3-A24F-9AF8-5BE7FEB42467}"/>
                </a:ext>
              </a:extLst>
            </p:cNvPr>
            <p:cNvSpPr/>
            <p:nvPr/>
          </p:nvSpPr>
          <p:spPr>
            <a:xfrm>
              <a:off x="6133741" y="917709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AE743CC-B5C5-C846-B4EF-B9A9DDEC8A78}"/>
                </a:ext>
              </a:extLst>
            </p:cNvPr>
            <p:cNvSpPr/>
            <p:nvPr/>
          </p:nvSpPr>
          <p:spPr>
            <a:xfrm>
              <a:off x="6684500" y="46177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4" name="Oval 603">
              <a:extLst>
                <a:ext uri="{FF2B5EF4-FFF2-40B4-BE49-F238E27FC236}">
                  <a16:creationId xmlns:a16="http://schemas.microsoft.com/office/drawing/2014/main" id="{7AEC78CF-D408-434C-B824-576377F8F84D}"/>
                </a:ext>
              </a:extLst>
            </p:cNvPr>
            <p:cNvSpPr/>
            <p:nvPr/>
          </p:nvSpPr>
          <p:spPr>
            <a:xfrm>
              <a:off x="6828809" y="195855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5" name="Oval 604">
              <a:extLst>
                <a:ext uri="{FF2B5EF4-FFF2-40B4-BE49-F238E27FC236}">
                  <a16:creationId xmlns:a16="http://schemas.microsoft.com/office/drawing/2014/main" id="{D7D20D16-6D75-A940-A683-812349D30B78}"/>
                </a:ext>
              </a:extLst>
            </p:cNvPr>
            <p:cNvSpPr/>
            <p:nvPr/>
          </p:nvSpPr>
          <p:spPr>
            <a:xfrm>
              <a:off x="6876646" y="844319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6" name="Oval 605">
              <a:extLst>
                <a:ext uri="{FF2B5EF4-FFF2-40B4-BE49-F238E27FC236}">
                  <a16:creationId xmlns:a16="http://schemas.microsoft.com/office/drawing/2014/main" id="{BBE7DE7D-4BAB-A043-A08C-077AEAECBE49}"/>
                </a:ext>
              </a:extLst>
            </p:cNvPr>
            <p:cNvSpPr/>
            <p:nvPr/>
          </p:nvSpPr>
          <p:spPr>
            <a:xfrm>
              <a:off x="7019955" y="719091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4D0529A6-9990-8C4A-8DA1-4E1510D984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83298" y="308517"/>
              <a:ext cx="211874" cy="4014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>
              <a:extLst>
                <a:ext uri="{FF2B5EF4-FFF2-40B4-BE49-F238E27FC236}">
                  <a16:creationId xmlns:a16="http://schemas.microsoft.com/office/drawing/2014/main" id="{13CDF956-9058-C043-9876-22FF1813EEB5}"/>
                </a:ext>
              </a:extLst>
            </p:cNvPr>
            <p:cNvCxnSpPr>
              <a:cxnSpLocks/>
            </p:cNvCxnSpPr>
            <p:nvPr/>
          </p:nvCxnSpPr>
          <p:spPr>
            <a:xfrm>
              <a:off x="6895171" y="728546"/>
              <a:ext cx="37171" cy="1709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BB366700-54CD-7944-94DA-2C4C94A0E3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84020" y="709961"/>
              <a:ext cx="193287" cy="631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609">
              <a:extLst>
                <a:ext uri="{FF2B5EF4-FFF2-40B4-BE49-F238E27FC236}">
                  <a16:creationId xmlns:a16="http://schemas.microsoft.com/office/drawing/2014/main" id="{C9D62923-4A8B-0749-9D8B-65691163C1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3298" y="252761"/>
              <a:ext cx="204439" cy="5575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610">
              <a:extLst>
                <a:ext uri="{FF2B5EF4-FFF2-40B4-BE49-F238E27FC236}">
                  <a16:creationId xmlns:a16="http://schemas.microsoft.com/office/drawing/2014/main" id="{35F0CDB0-1B6D-554F-9CD0-8698537536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7015" y="107795"/>
              <a:ext cx="55756" cy="2155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611">
              <a:extLst>
                <a:ext uri="{FF2B5EF4-FFF2-40B4-BE49-F238E27FC236}">
                  <a16:creationId xmlns:a16="http://schemas.microsoft.com/office/drawing/2014/main" id="{46555874-3CB8-BF4C-A66E-B76713591F8E}"/>
                </a:ext>
              </a:extLst>
            </p:cNvPr>
            <p:cNvCxnSpPr>
              <a:cxnSpLocks/>
            </p:cNvCxnSpPr>
            <p:nvPr/>
          </p:nvCxnSpPr>
          <p:spPr>
            <a:xfrm>
              <a:off x="6538332" y="159834"/>
              <a:ext cx="144966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612">
              <a:extLst>
                <a:ext uri="{FF2B5EF4-FFF2-40B4-BE49-F238E27FC236}">
                  <a16:creationId xmlns:a16="http://schemas.microsoft.com/office/drawing/2014/main" id="{280D91B7-2F5B-B144-8EC5-F4740AA933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11230" y="654205"/>
              <a:ext cx="96643" cy="1784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FC8BE4EB-FCD9-0142-9C2E-5CB935D48D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4849" y="814039"/>
              <a:ext cx="226741" cy="148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614">
              <a:extLst>
                <a:ext uri="{FF2B5EF4-FFF2-40B4-BE49-F238E27FC236}">
                  <a16:creationId xmlns:a16="http://schemas.microsoft.com/office/drawing/2014/main" id="{E87A6FBB-8309-0D41-A74B-1A0975811D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927" y="828907"/>
              <a:ext cx="115229" cy="1449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615">
              <a:extLst>
                <a:ext uri="{FF2B5EF4-FFF2-40B4-BE49-F238E27FC236}">
                  <a16:creationId xmlns:a16="http://schemas.microsoft.com/office/drawing/2014/main" id="{B00D9512-8860-1B40-92ED-AD676B72C0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4157" y="732263"/>
              <a:ext cx="591014" cy="1077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616">
              <a:extLst>
                <a:ext uri="{FF2B5EF4-FFF2-40B4-BE49-F238E27FC236}">
                  <a16:creationId xmlns:a16="http://schemas.microsoft.com/office/drawing/2014/main" id="{76D8DC0C-3B07-014E-8E1C-AE8A30F2E4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4157" y="315951"/>
              <a:ext cx="382858" cy="5203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CD22EE7D-D2ED-014C-AB58-FF4FC66D4733}"/>
              </a:ext>
            </a:extLst>
          </p:cNvPr>
          <p:cNvGrpSpPr/>
          <p:nvPr/>
        </p:nvGrpSpPr>
        <p:grpSpPr>
          <a:xfrm>
            <a:off x="-1581235" y="2160264"/>
            <a:ext cx="366954" cy="316384"/>
            <a:chOff x="5991135" y="379095"/>
            <a:chExt cx="271158" cy="266825"/>
          </a:xfrm>
        </p:grpSpPr>
        <p:sp>
          <p:nvSpPr>
            <p:cNvPr id="619" name="Freeform 618">
              <a:extLst>
                <a:ext uri="{FF2B5EF4-FFF2-40B4-BE49-F238E27FC236}">
                  <a16:creationId xmlns:a16="http://schemas.microsoft.com/office/drawing/2014/main" id="{7073B61A-9D9B-AF44-8626-4CBE18E803C3}"/>
                </a:ext>
              </a:extLst>
            </p:cNvPr>
            <p:cNvSpPr/>
            <p:nvPr/>
          </p:nvSpPr>
          <p:spPr>
            <a:xfrm>
              <a:off x="6020438" y="530956"/>
              <a:ext cx="193380" cy="79093"/>
            </a:xfrm>
            <a:custGeom>
              <a:avLst/>
              <a:gdLst>
                <a:gd name="connsiteX0" fmla="*/ 0 w 204717"/>
                <a:gd name="connsiteY0" fmla="*/ 77498 h 95713"/>
                <a:gd name="connsiteX1" fmla="*/ 113732 w 204717"/>
                <a:gd name="connsiteY1" fmla="*/ 161 h 95713"/>
                <a:gd name="connsiteX2" fmla="*/ 204717 w 204717"/>
                <a:gd name="connsiteY2" fmla="*/ 95695 h 95713"/>
                <a:gd name="connsiteX0" fmla="*/ 0 w 211879"/>
                <a:gd name="connsiteY0" fmla="*/ 77498 h 77498"/>
                <a:gd name="connsiteX1" fmla="*/ 113732 w 211879"/>
                <a:gd name="connsiteY1" fmla="*/ 161 h 77498"/>
                <a:gd name="connsiteX2" fmla="*/ 211879 w 211879"/>
                <a:gd name="connsiteY2" fmla="*/ 55491 h 77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1879" h="77498">
                  <a:moveTo>
                    <a:pt x="0" y="77498"/>
                  </a:moveTo>
                  <a:cubicBezTo>
                    <a:pt x="39806" y="37313"/>
                    <a:pt x="79613" y="-2872"/>
                    <a:pt x="113732" y="161"/>
                  </a:cubicBezTo>
                  <a:cubicBezTo>
                    <a:pt x="147851" y="3194"/>
                    <a:pt x="173969" y="57008"/>
                    <a:pt x="211879" y="5549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0" name="Group 619">
              <a:extLst>
                <a:ext uri="{FF2B5EF4-FFF2-40B4-BE49-F238E27FC236}">
                  <a16:creationId xmlns:a16="http://schemas.microsoft.com/office/drawing/2014/main" id="{449D55E3-1DDB-E34C-A0F4-F75E00E0E741}"/>
                </a:ext>
              </a:extLst>
            </p:cNvPr>
            <p:cNvGrpSpPr/>
            <p:nvPr/>
          </p:nvGrpSpPr>
          <p:grpSpPr>
            <a:xfrm>
              <a:off x="5991135" y="379095"/>
              <a:ext cx="271158" cy="266825"/>
              <a:chOff x="6576522" y="1927904"/>
              <a:chExt cx="271158" cy="266825"/>
            </a:xfrm>
          </p:grpSpPr>
          <p:sp>
            <p:nvSpPr>
              <p:cNvPr id="622" name="Rectangle 621">
                <a:extLst>
                  <a:ext uri="{FF2B5EF4-FFF2-40B4-BE49-F238E27FC236}">
                    <a16:creationId xmlns:a16="http://schemas.microsoft.com/office/drawing/2014/main" id="{F34F06D2-B612-C440-8ACC-D89E77F96B8B}"/>
                  </a:ext>
                </a:extLst>
              </p:cNvPr>
              <p:cNvSpPr/>
              <p:nvPr/>
            </p:nvSpPr>
            <p:spPr>
              <a:xfrm>
                <a:off x="6580855" y="2178052"/>
                <a:ext cx="266825" cy="16677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3" name="Rectangle 622">
                <a:extLst>
                  <a:ext uri="{FF2B5EF4-FFF2-40B4-BE49-F238E27FC236}">
                    <a16:creationId xmlns:a16="http://schemas.microsoft.com/office/drawing/2014/main" id="{032A5DDD-F458-D742-BA09-D7D8BFADC9E3}"/>
                  </a:ext>
                </a:extLst>
              </p:cNvPr>
              <p:cNvSpPr/>
              <p:nvPr/>
            </p:nvSpPr>
            <p:spPr>
              <a:xfrm rot="5400000">
                <a:off x="6451448" y="2052978"/>
                <a:ext cx="266825" cy="16677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21" name="Freeform 620">
              <a:extLst>
                <a:ext uri="{FF2B5EF4-FFF2-40B4-BE49-F238E27FC236}">
                  <a16:creationId xmlns:a16="http://schemas.microsoft.com/office/drawing/2014/main" id="{944C03B3-EBFC-0145-98D9-FF069EB94ECE}"/>
                </a:ext>
              </a:extLst>
            </p:cNvPr>
            <p:cNvSpPr/>
            <p:nvPr/>
          </p:nvSpPr>
          <p:spPr>
            <a:xfrm>
              <a:off x="6019329" y="430945"/>
              <a:ext cx="203739" cy="126412"/>
            </a:xfrm>
            <a:custGeom>
              <a:avLst/>
              <a:gdLst>
                <a:gd name="connsiteX0" fmla="*/ 0 w 204717"/>
                <a:gd name="connsiteY0" fmla="*/ 77498 h 95713"/>
                <a:gd name="connsiteX1" fmla="*/ 113732 w 204717"/>
                <a:gd name="connsiteY1" fmla="*/ 161 h 95713"/>
                <a:gd name="connsiteX2" fmla="*/ 204717 w 204717"/>
                <a:gd name="connsiteY2" fmla="*/ 95695 h 95713"/>
                <a:gd name="connsiteX0" fmla="*/ 0 w 204717"/>
                <a:gd name="connsiteY0" fmla="*/ 96103 h 96103"/>
                <a:gd name="connsiteX1" fmla="*/ 113732 w 204717"/>
                <a:gd name="connsiteY1" fmla="*/ 18766 h 96103"/>
                <a:gd name="connsiteX2" fmla="*/ 204717 w 204717"/>
                <a:gd name="connsiteY2" fmla="*/ 0 h 96103"/>
                <a:gd name="connsiteX0" fmla="*/ 0 w 204717"/>
                <a:gd name="connsiteY0" fmla="*/ 96103 h 96103"/>
                <a:gd name="connsiteX1" fmla="*/ 94682 w 204717"/>
                <a:gd name="connsiteY1" fmla="*/ 25116 h 96103"/>
                <a:gd name="connsiteX2" fmla="*/ 204717 w 204717"/>
                <a:gd name="connsiteY2" fmla="*/ 0 h 96103"/>
                <a:gd name="connsiteX0" fmla="*/ 0 w 204717"/>
                <a:gd name="connsiteY0" fmla="*/ 96103 h 96103"/>
                <a:gd name="connsiteX1" fmla="*/ 204717 w 204717"/>
                <a:gd name="connsiteY1" fmla="*/ 0 h 96103"/>
                <a:gd name="connsiteX0" fmla="*/ 0 w 204717"/>
                <a:gd name="connsiteY0" fmla="*/ 125944 h 125944"/>
                <a:gd name="connsiteX1" fmla="*/ 204717 w 204717"/>
                <a:gd name="connsiteY1" fmla="*/ 0 h 125944"/>
                <a:gd name="connsiteX0" fmla="*/ 0 w 204717"/>
                <a:gd name="connsiteY0" fmla="*/ 125944 h 125944"/>
                <a:gd name="connsiteX1" fmla="*/ 204717 w 204717"/>
                <a:gd name="connsiteY1" fmla="*/ 0 h 125944"/>
                <a:gd name="connsiteX0" fmla="*/ 0 w 207985"/>
                <a:gd name="connsiteY0" fmla="*/ 148324 h 148324"/>
                <a:gd name="connsiteX1" fmla="*/ 207985 w 207985"/>
                <a:gd name="connsiteY1" fmla="*/ 0 h 148324"/>
                <a:gd name="connsiteX0" fmla="*/ 0 w 207985"/>
                <a:gd name="connsiteY0" fmla="*/ 148324 h 148324"/>
                <a:gd name="connsiteX1" fmla="*/ 207985 w 207985"/>
                <a:gd name="connsiteY1" fmla="*/ 0 h 148324"/>
                <a:gd name="connsiteX0" fmla="*/ 0 w 221058"/>
                <a:gd name="connsiteY0" fmla="*/ 215465 h 215465"/>
                <a:gd name="connsiteX1" fmla="*/ 221058 w 221058"/>
                <a:gd name="connsiteY1" fmla="*/ 0 h 215465"/>
                <a:gd name="connsiteX0" fmla="*/ 0 w 235067"/>
                <a:gd name="connsiteY0" fmla="*/ 174109 h 174109"/>
                <a:gd name="connsiteX1" fmla="*/ 235067 w 235067"/>
                <a:gd name="connsiteY1" fmla="*/ 0 h 174109"/>
                <a:gd name="connsiteX0" fmla="*/ 0 w 291104"/>
                <a:gd name="connsiteY0" fmla="*/ 155728 h 155728"/>
                <a:gd name="connsiteX1" fmla="*/ 291104 w 291104"/>
                <a:gd name="connsiteY1" fmla="*/ 0 h 155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1104" h="155728">
                  <a:moveTo>
                    <a:pt x="0" y="155728"/>
                  </a:moveTo>
                  <a:cubicBezTo>
                    <a:pt x="58434" y="87636"/>
                    <a:pt x="180377" y="23331"/>
                    <a:pt x="291104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7" name="Group 636">
            <a:extLst>
              <a:ext uri="{FF2B5EF4-FFF2-40B4-BE49-F238E27FC236}">
                <a16:creationId xmlns:a16="http://schemas.microsoft.com/office/drawing/2014/main" id="{DDE9B9AE-1885-9648-8505-D13102B6A731}"/>
              </a:ext>
            </a:extLst>
          </p:cNvPr>
          <p:cNvGrpSpPr/>
          <p:nvPr/>
        </p:nvGrpSpPr>
        <p:grpSpPr>
          <a:xfrm>
            <a:off x="-1356136" y="2249515"/>
            <a:ext cx="853136" cy="733761"/>
            <a:chOff x="9431517" y="5515365"/>
            <a:chExt cx="682220" cy="586760"/>
          </a:xfrm>
        </p:grpSpPr>
        <p:cxnSp>
          <p:nvCxnSpPr>
            <p:cNvPr id="625" name="Straight Connector 624">
              <a:extLst>
                <a:ext uri="{FF2B5EF4-FFF2-40B4-BE49-F238E27FC236}">
                  <a16:creationId xmlns:a16="http://schemas.microsoft.com/office/drawing/2014/main" id="{8F992965-4F90-E745-9F87-8D345E940B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9748" y="5566933"/>
              <a:ext cx="183989" cy="535192"/>
            </a:xfrm>
            <a:prstGeom prst="line">
              <a:avLst/>
            </a:prstGeom>
            <a:ln w="381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7" name="Terminator 626">
              <a:extLst>
                <a:ext uri="{FF2B5EF4-FFF2-40B4-BE49-F238E27FC236}">
                  <a16:creationId xmlns:a16="http://schemas.microsoft.com/office/drawing/2014/main" id="{9EF01A2A-E85B-1748-8ED0-4C99A947E3D8}"/>
                </a:ext>
              </a:extLst>
            </p:cNvPr>
            <p:cNvSpPr/>
            <p:nvPr/>
          </p:nvSpPr>
          <p:spPr>
            <a:xfrm rot="2474403">
              <a:off x="9431517" y="5791310"/>
              <a:ext cx="263532" cy="86965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8" name="Terminator 627">
              <a:extLst>
                <a:ext uri="{FF2B5EF4-FFF2-40B4-BE49-F238E27FC236}">
                  <a16:creationId xmlns:a16="http://schemas.microsoft.com/office/drawing/2014/main" id="{60FC1D02-D788-9741-AD08-8497E7E9071C}"/>
                </a:ext>
              </a:extLst>
            </p:cNvPr>
            <p:cNvSpPr/>
            <p:nvPr/>
          </p:nvSpPr>
          <p:spPr>
            <a:xfrm rot="19815812">
              <a:off x="9804897" y="5785045"/>
              <a:ext cx="263532" cy="86965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9" name="Delay 628">
              <a:extLst>
                <a:ext uri="{FF2B5EF4-FFF2-40B4-BE49-F238E27FC236}">
                  <a16:creationId xmlns:a16="http://schemas.microsoft.com/office/drawing/2014/main" id="{368E2727-6312-F449-85BA-D931C6E2B377}"/>
                </a:ext>
              </a:extLst>
            </p:cNvPr>
            <p:cNvSpPr/>
            <p:nvPr/>
          </p:nvSpPr>
          <p:spPr>
            <a:xfrm rot="16200000">
              <a:off x="9606971" y="5827497"/>
              <a:ext cx="282101" cy="236602"/>
            </a:xfrm>
            <a:prstGeom prst="flowChartDelay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1" name="Triangle 630">
              <a:extLst>
                <a:ext uri="{FF2B5EF4-FFF2-40B4-BE49-F238E27FC236}">
                  <a16:creationId xmlns:a16="http://schemas.microsoft.com/office/drawing/2014/main" id="{5DA8832D-4F0B-F544-BCFC-972BA80FC3E3}"/>
                </a:ext>
              </a:extLst>
            </p:cNvPr>
            <p:cNvSpPr/>
            <p:nvPr/>
          </p:nvSpPr>
          <p:spPr>
            <a:xfrm>
              <a:off x="9682336" y="5515365"/>
              <a:ext cx="128995" cy="165659"/>
            </a:xfrm>
            <a:prstGeom prst="triangl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2" name="Oval 631">
              <a:extLst>
                <a:ext uri="{FF2B5EF4-FFF2-40B4-BE49-F238E27FC236}">
                  <a16:creationId xmlns:a16="http://schemas.microsoft.com/office/drawing/2014/main" id="{EAD2DB87-F183-0249-874F-2E1295E95693}"/>
                </a:ext>
              </a:extLst>
            </p:cNvPr>
            <p:cNvSpPr/>
            <p:nvPr/>
          </p:nvSpPr>
          <p:spPr>
            <a:xfrm>
              <a:off x="9573248" y="5632534"/>
              <a:ext cx="356500" cy="206228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3" name="Oval 632">
              <a:extLst>
                <a:ext uri="{FF2B5EF4-FFF2-40B4-BE49-F238E27FC236}">
                  <a16:creationId xmlns:a16="http://schemas.microsoft.com/office/drawing/2014/main" id="{865F379B-926C-264D-B3CC-AF7B338ED042}"/>
                </a:ext>
              </a:extLst>
            </p:cNvPr>
            <p:cNvSpPr/>
            <p:nvPr/>
          </p:nvSpPr>
          <p:spPr>
            <a:xfrm>
              <a:off x="9668020" y="5689211"/>
              <a:ext cx="163260" cy="16326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4" name="Oval 633">
              <a:extLst>
                <a:ext uri="{FF2B5EF4-FFF2-40B4-BE49-F238E27FC236}">
                  <a16:creationId xmlns:a16="http://schemas.microsoft.com/office/drawing/2014/main" id="{7A936EC9-74FC-E045-99A6-ADA9C767C2E5}"/>
                </a:ext>
              </a:extLst>
            </p:cNvPr>
            <p:cNvSpPr/>
            <p:nvPr/>
          </p:nvSpPr>
          <p:spPr>
            <a:xfrm>
              <a:off x="9898202" y="5535387"/>
              <a:ext cx="63093" cy="63093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61" name="Group 660">
            <a:extLst>
              <a:ext uri="{FF2B5EF4-FFF2-40B4-BE49-F238E27FC236}">
                <a16:creationId xmlns:a16="http://schemas.microsoft.com/office/drawing/2014/main" id="{5357D8C2-60CF-8042-9693-23E8A6045543}"/>
              </a:ext>
            </a:extLst>
          </p:cNvPr>
          <p:cNvGrpSpPr/>
          <p:nvPr/>
        </p:nvGrpSpPr>
        <p:grpSpPr>
          <a:xfrm>
            <a:off x="-3196790" y="1107221"/>
            <a:ext cx="1047215" cy="256288"/>
            <a:chOff x="2037928" y="1407340"/>
            <a:chExt cx="1320819" cy="323248"/>
          </a:xfrm>
        </p:grpSpPr>
        <p:sp>
          <p:nvSpPr>
            <p:cNvPr id="5" name="Trapezium 4">
              <a:extLst>
                <a:ext uri="{FF2B5EF4-FFF2-40B4-BE49-F238E27FC236}">
                  <a16:creationId xmlns:a16="http://schemas.microsoft.com/office/drawing/2014/main" id="{36B74CBD-12A5-F447-B27E-17810B2BD2D6}"/>
                </a:ext>
              </a:extLst>
            </p:cNvPr>
            <p:cNvSpPr/>
            <p:nvPr/>
          </p:nvSpPr>
          <p:spPr>
            <a:xfrm>
              <a:off x="2160509" y="1407341"/>
              <a:ext cx="1092707" cy="323247"/>
            </a:xfrm>
            <a:prstGeom prst="trapezoid">
              <a:avLst>
                <a:gd name="adj" fmla="val 18790"/>
              </a:avLst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8" name="Straight Connector 637">
              <a:extLst>
                <a:ext uri="{FF2B5EF4-FFF2-40B4-BE49-F238E27FC236}">
                  <a16:creationId xmlns:a16="http://schemas.microsoft.com/office/drawing/2014/main" id="{8D2B08FB-0124-5841-B217-493E21C065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3241" y="1485342"/>
              <a:ext cx="1234284" cy="1"/>
            </a:xfrm>
            <a:prstGeom prst="line">
              <a:avLst/>
            </a:prstGeom>
            <a:ln w="190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641">
              <a:extLst>
                <a:ext uri="{FF2B5EF4-FFF2-40B4-BE49-F238E27FC236}">
                  <a16:creationId xmlns:a16="http://schemas.microsoft.com/office/drawing/2014/main" id="{5A481244-80DB-674B-87A2-EFA7CE40CE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4579" y="1570092"/>
              <a:ext cx="1274168" cy="1"/>
            </a:xfrm>
            <a:prstGeom prst="line">
              <a:avLst/>
            </a:prstGeom>
            <a:ln w="190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642">
              <a:extLst>
                <a:ext uri="{FF2B5EF4-FFF2-40B4-BE49-F238E27FC236}">
                  <a16:creationId xmlns:a16="http://schemas.microsoft.com/office/drawing/2014/main" id="{3515CA54-DFC5-8A48-B96B-8F503C3858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37928" y="1644394"/>
              <a:ext cx="1289598" cy="0"/>
            </a:xfrm>
            <a:prstGeom prst="line">
              <a:avLst/>
            </a:prstGeom>
            <a:ln w="1905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7" name="Trapezium 646">
              <a:extLst>
                <a:ext uri="{FF2B5EF4-FFF2-40B4-BE49-F238E27FC236}">
                  <a16:creationId xmlns:a16="http://schemas.microsoft.com/office/drawing/2014/main" id="{D9A8E4EB-6B93-AC4F-AE87-00B1A8ED4ABB}"/>
                </a:ext>
              </a:extLst>
            </p:cNvPr>
            <p:cNvSpPr/>
            <p:nvPr/>
          </p:nvSpPr>
          <p:spPr>
            <a:xfrm>
              <a:off x="2243626" y="1407341"/>
              <a:ext cx="935048" cy="323247"/>
            </a:xfrm>
            <a:prstGeom prst="trapezoid">
              <a:avLst>
                <a:gd name="adj" fmla="val 18790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8" name="Trapezium 647">
              <a:extLst>
                <a:ext uri="{FF2B5EF4-FFF2-40B4-BE49-F238E27FC236}">
                  <a16:creationId xmlns:a16="http://schemas.microsoft.com/office/drawing/2014/main" id="{9D8BB6E7-1772-E748-AA4E-F65F6A78CA6E}"/>
                </a:ext>
              </a:extLst>
            </p:cNvPr>
            <p:cNvSpPr/>
            <p:nvPr/>
          </p:nvSpPr>
          <p:spPr>
            <a:xfrm>
              <a:off x="2350677" y="1407341"/>
              <a:ext cx="741130" cy="323247"/>
            </a:xfrm>
            <a:prstGeom prst="trapezoid">
              <a:avLst>
                <a:gd name="adj" fmla="val 14651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9" name="Trapezium 648">
              <a:extLst>
                <a:ext uri="{FF2B5EF4-FFF2-40B4-BE49-F238E27FC236}">
                  <a16:creationId xmlns:a16="http://schemas.microsoft.com/office/drawing/2014/main" id="{AA8B107D-004C-834C-9174-EDEC04A605EF}"/>
                </a:ext>
              </a:extLst>
            </p:cNvPr>
            <p:cNvSpPr/>
            <p:nvPr/>
          </p:nvSpPr>
          <p:spPr>
            <a:xfrm>
              <a:off x="2448808" y="1407341"/>
              <a:ext cx="557562" cy="323247"/>
            </a:xfrm>
            <a:prstGeom prst="trapezoid">
              <a:avLst>
                <a:gd name="adj" fmla="val 10511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0" name="Trapezium 649">
              <a:extLst>
                <a:ext uri="{FF2B5EF4-FFF2-40B4-BE49-F238E27FC236}">
                  <a16:creationId xmlns:a16="http://schemas.microsoft.com/office/drawing/2014/main" id="{B3304243-5EDD-E146-84BE-4D57EA9CD7A6}"/>
                </a:ext>
              </a:extLst>
            </p:cNvPr>
            <p:cNvSpPr/>
            <p:nvPr/>
          </p:nvSpPr>
          <p:spPr>
            <a:xfrm>
              <a:off x="2567326" y="1407340"/>
              <a:ext cx="321158" cy="238579"/>
            </a:xfrm>
            <a:prstGeom prst="trapezoid">
              <a:avLst>
                <a:gd name="adj" fmla="val 5609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1" name="Trapezium 650">
              <a:extLst>
                <a:ext uri="{FF2B5EF4-FFF2-40B4-BE49-F238E27FC236}">
                  <a16:creationId xmlns:a16="http://schemas.microsoft.com/office/drawing/2014/main" id="{0BC05E80-4F62-7644-B432-E76C4F072C95}"/>
                </a:ext>
              </a:extLst>
            </p:cNvPr>
            <p:cNvSpPr/>
            <p:nvPr/>
          </p:nvSpPr>
          <p:spPr>
            <a:xfrm>
              <a:off x="2659506" y="1407340"/>
              <a:ext cx="137850" cy="238579"/>
            </a:xfrm>
            <a:prstGeom prst="trapezoid">
              <a:avLst>
                <a:gd name="adj" fmla="val 6472"/>
              </a:avLst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4" name="Group 733">
            <a:extLst>
              <a:ext uri="{FF2B5EF4-FFF2-40B4-BE49-F238E27FC236}">
                <a16:creationId xmlns:a16="http://schemas.microsoft.com/office/drawing/2014/main" id="{450A3446-9880-9842-A2AD-A41FA1C8EE76}"/>
              </a:ext>
            </a:extLst>
          </p:cNvPr>
          <p:cNvGrpSpPr/>
          <p:nvPr/>
        </p:nvGrpSpPr>
        <p:grpSpPr>
          <a:xfrm>
            <a:off x="1350709" y="-2050648"/>
            <a:ext cx="564032" cy="568430"/>
            <a:chOff x="5531039" y="2319516"/>
            <a:chExt cx="424284" cy="427592"/>
          </a:xfrm>
        </p:grpSpPr>
        <p:sp>
          <p:nvSpPr>
            <p:cNvPr id="733" name="Oval 732">
              <a:extLst>
                <a:ext uri="{FF2B5EF4-FFF2-40B4-BE49-F238E27FC236}">
                  <a16:creationId xmlns:a16="http://schemas.microsoft.com/office/drawing/2014/main" id="{AB1F5D17-4889-2D41-A06A-4A4E7705BB21}"/>
                </a:ext>
              </a:extLst>
            </p:cNvPr>
            <p:cNvSpPr/>
            <p:nvPr/>
          </p:nvSpPr>
          <p:spPr>
            <a:xfrm>
              <a:off x="5531039" y="2319516"/>
              <a:ext cx="424284" cy="4275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4" name="Group 663">
              <a:extLst>
                <a:ext uri="{FF2B5EF4-FFF2-40B4-BE49-F238E27FC236}">
                  <a16:creationId xmlns:a16="http://schemas.microsoft.com/office/drawing/2014/main" id="{73BB4DD6-8F57-194B-88CF-52EBD6DEB922}"/>
                </a:ext>
              </a:extLst>
            </p:cNvPr>
            <p:cNvGrpSpPr/>
            <p:nvPr/>
          </p:nvGrpSpPr>
          <p:grpSpPr>
            <a:xfrm>
              <a:off x="5564930" y="2357405"/>
              <a:ext cx="363295" cy="363295"/>
              <a:chOff x="6551378" y="3197335"/>
              <a:chExt cx="338234" cy="338234"/>
            </a:xfrm>
          </p:grpSpPr>
          <p:sp>
            <p:nvSpPr>
              <p:cNvPr id="665" name="Pie 664">
                <a:extLst>
                  <a:ext uri="{FF2B5EF4-FFF2-40B4-BE49-F238E27FC236}">
                    <a16:creationId xmlns:a16="http://schemas.microsoft.com/office/drawing/2014/main" id="{EC7DD5CB-C081-954E-BA20-DBC4FE5B030A}"/>
                  </a:ext>
                </a:extLst>
              </p:cNvPr>
              <p:cNvSpPr/>
              <p:nvPr/>
            </p:nvSpPr>
            <p:spPr>
              <a:xfrm>
                <a:off x="6551378" y="3197335"/>
                <a:ext cx="329340" cy="329340"/>
              </a:xfrm>
              <a:prstGeom prst="pie">
                <a:avLst>
                  <a:gd name="adj1" fmla="val 6340808"/>
                  <a:gd name="adj2" fmla="val 17584692"/>
                </a:avLst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66" name="Pie 665">
                <a:extLst>
                  <a:ext uri="{FF2B5EF4-FFF2-40B4-BE49-F238E27FC236}">
                    <a16:creationId xmlns:a16="http://schemas.microsoft.com/office/drawing/2014/main" id="{3D804FE6-3F3F-2B4D-842D-28FBC1CF0A27}"/>
                  </a:ext>
                </a:extLst>
              </p:cNvPr>
              <p:cNvSpPr/>
              <p:nvPr/>
            </p:nvSpPr>
            <p:spPr>
              <a:xfrm>
                <a:off x="6560272" y="3197335"/>
                <a:ext cx="329340" cy="329340"/>
              </a:xfrm>
              <a:prstGeom prst="pie">
                <a:avLst>
                  <a:gd name="adj1" fmla="val 17544030"/>
                  <a:gd name="adj2" fmla="val 227552"/>
                </a:avLst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67" name="Pie 666">
                <a:extLst>
                  <a:ext uri="{FF2B5EF4-FFF2-40B4-BE49-F238E27FC236}">
                    <a16:creationId xmlns:a16="http://schemas.microsoft.com/office/drawing/2014/main" id="{57591431-B313-B64F-9785-2DC1D95B83D7}"/>
                  </a:ext>
                </a:extLst>
              </p:cNvPr>
              <p:cNvSpPr/>
              <p:nvPr/>
            </p:nvSpPr>
            <p:spPr>
              <a:xfrm>
                <a:off x="6555826" y="3206229"/>
                <a:ext cx="329340" cy="329340"/>
              </a:xfrm>
              <a:prstGeom prst="pie">
                <a:avLst>
                  <a:gd name="adj1" fmla="val 296122"/>
                  <a:gd name="adj2" fmla="val 6282804"/>
                </a:avLst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30" name="Group 729">
            <a:extLst>
              <a:ext uri="{FF2B5EF4-FFF2-40B4-BE49-F238E27FC236}">
                <a16:creationId xmlns:a16="http://schemas.microsoft.com/office/drawing/2014/main" id="{7C19A94F-DD3A-D046-893B-A98B1E30722A}"/>
              </a:ext>
            </a:extLst>
          </p:cNvPr>
          <p:cNvGrpSpPr/>
          <p:nvPr/>
        </p:nvGrpSpPr>
        <p:grpSpPr>
          <a:xfrm>
            <a:off x="2600269" y="-1922538"/>
            <a:ext cx="476607" cy="377945"/>
            <a:chOff x="6247282" y="2333992"/>
            <a:chExt cx="365810" cy="290084"/>
          </a:xfrm>
        </p:grpSpPr>
        <p:sp>
          <p:nvSpPr>
            <p:cNvPr id="728" name="Rectangle 727">
              <a:extLst>
                <a:ext uri="{FF2B5EF4-FFF2-40B4-BE49-F238E27FC236}">
                  <a16:creationId xmlns:a16="http://schemas.microsoft.com/office/drawing/2014/main" id="{0002D64C-8C89-A14D-B2DB-B8F275A661C3}"/>
                </a:ext>
              </a:extLst>
            </p:cNvPr>
            <p:cNvSpPr/>
            <p:nvPr/>
          </p:nvSpPr>
          <p:spPr>
            <a:xfrm>
              <a:off x="6247282" y="2333992"/>
              <a:ext cx="365810" cy="2900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68" name="Group 667">
              <a:extLst>
                <a:ext uri="{FF2B5EF4-FFF2-40B4-BE49-F238E27FC236}">
                  <a16:creationId xmlns:a16="http://schemas.microsoft.com/office/drawing/2014/main" id="{A77C8B98-C0E8-4D42-A630-7686CD4ECDC7}"/>
                </a:ext>
              </a:extLst>
            </p:cNvPr>
            <p:cNvGrpSpPr/>
            <p:nvPr/>
          </p:nvGrpSpPr>
          <p:grpSpPr>
            <a:xfrm>
              <a:off x="6248724" y="2363625"/>
              <a:ext cx="349221" cy="223307"/>
              <a:chOff x="5770832" y="1560161"/>
              <a:chExt cx="346385" cy="181525"/>
            </a:xfrm>
          </p:grpSpPr>
          <p:sp>
            <p:nvSpPr>
              <p:cNvPr id="669" name="Rectangle 668">
                <a:extLst>
                  <a:ext uri="{FF2B5EF4-FFF2-40B4-BE49-F238E27FC236}">
                    <a16:creationId xmlns:a16="http://schemas.microsoft.com/office/drawing/2014/main" id="{E30514AB-C17B-4F48-8F3B-FFA29227C657}"/>
                  </a:ext>
                </a:extLst>
              </p:cNvPr>
              <p:cNvSpPr/>
              <p:nvPr/>
            </p:nvSpPr>
            <p:spPr>
              <a:xfrm>
                <a:off x="5803713" y="1560161"/>
                <a:ext cx="67891" cy="177982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0" name="Rectangle 669">
                <a:extLst>
                  <a:ext uri="{FF2B5EF4-FFF2-40B4-BE49-F238E27FC236}">
                    <a16:creationId xmlns:a16="http://schemas.microsoft.com/office/drawing/2014/main" id="{253C1259-6C5E-EE4B-B97C-85FE33B42D06}"/>
                  </a:ext>
                </a:extLst>
              </p:cNvPr>
              <p:cNvSpPr/>
              <p:nvPr/>
            </p:nvSpPr>
            <p:spPr>
              <a:xfrm>
                <a:off x="5905943" y="1597910"/>
                <a:ext cx="74277" cy="140234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1" name="Rectangle 670">
                <a:extLst>
                  <a:ext uri="{FF2B5EF4-FFF2-40B4-BE49-F238E27FC236}">
                    <a16:creationId xmlns:a16="http://schemas.microsoft.com/office/drawing/2014/main" id="{54A43043-5E32-6E43-B2B1-94ADFAA31862}"/>
                  </a:ext>
                </a:extLst>
              </p:cNvPr>
              <p:cNvSpPr/>
              <p:nvPr/>
            </p:nvSpPr>
            <p:spPr>
              <a:xfrm>
                <a:off x="6008601" y="1660525"/>
                <a:ext cx="79854" cy="76204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2" name="Rectangle 671">
                <a:extLst>
                  <a:ext uri="{FF2B5EF4-FFF2-40B4-BE49-F238E27FC236}">
                    <a16:creationId xmlns:a16="http://schemas.microsoft.com/office/drawing/2014/main" id="{DD50797C-C1B6-9D47-8C57-F8C7BE70E8DE}"/>
                  </a:ext>
                </a:extLst>
              </p:cNvPr>
              <p:cNvSpPr/>
              <p:nvPr/>
            </p:nvSpPr>
            <p:spPr>
              <a:xfrm>
                <a:off x="5770832" y="1728903"/>
                <a:ext cx="346385" cy="12783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85" name="Group 684">
            <a:extLst>
              <a:ext uri="{FF2B5EF4-FFF2-40B4-BE49-F238E27FC236}">
                <a16:creationId xmlns:a16="http://schemas.microsoft.com/office/drawing/2014/main" id="{CF9D9519-E8CB-A345-BF39-E993C36439F6}"/>
              </a:ext>
            </a:extLst>
          </p:cNvPr>
          <p:cNvGrpSpPr/>
          <p:nvPr/>
        </p:nvGrpSpPr>
        <p:grpSpPr>
          <a:xfrm rot="20623026">
            <a:off x="1827775" y="-1701381"/>
            <a:ext cx="703901" cy="631809"/>
            <a:chOff x="6036208" y="46177"/>
            <a:chExt cx="1095709" cy="983494"/>
          </a:xfrm>
        </p:grpSpPr>
        <p:sp>
          <p:nvSpPr>
            <p:cNvPr id="686" name="Oval 685">
              <a:extLst>
                <a:ext uri="{FF2B5EF4-FFF2-40B4-BE49-F238E27FC236}">
                  <a16:creationId xmlns:a16="http://schemas.microsoft.com/office/drawing/2014/main" id="{BB5534C5-2DC6-DD4D-94BB-21DF6E17F66E}"/>
                </a:ext>
              </a:extLst>
            </p:cNvPr>
            <p:cNvSpPr/>
            <p:nvPr/>
          </p:nvSpPr>
          <p:spPr>
            <a:xfrm>
              <a:off x="6036208" y="753273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7" name="Oval 686">
              <a:extLst>
                <a:ext uri="{FF2B5EF4-FFF2-40B4-BE49-F238E27FC236}">
                  <a16:creationId xmlns:a16="http://schemas.microsoft.com/office/drawing/2014/main" id="{1FF8B6EC-9A8D-8C42-9A2C-3CC588F1BF63}"/>
                </a:ext>
              </a:extLst>
            </p:cNvPr>
            <p:cNvSpPr/>
            <p:nvPr/>
          </p:nvSpPr>
          <p:spPr>
            <a:xfrm>
              <a:off x="6145905" y="603595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8" name="Oval 687">
              <a:extLst>
                <a:ext uri="{FF2B5EF4-FFF2-40B4-BE49-F238E27FC236}">
                  <a16:creationId xmlns:a16="http://schemas.microsoft.com/office/drawing/2014/main" id="{76DE4BC9-EF53-D844-8BE8-DF97DA1DD5E7}"/>
                </a:ext>
              </a:extLst>
            </p:cNvPr>
            <p:cNvSpPr/>
            <p:nvPr/>
          </p:nvSpPr>
          <p:spPr>
            <a:xfrm>
              <a:off x="6246637" y="781924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9" name="Oval 688">
              <a:extLst>
                <a:ext uri="{FF2B5EF4-FFF2-40B4-BE49-F238E27FC236}">
                  <a16:creationId xmlns:a16="http://schemas.microsoft.com/office/drawing/2014/main" id="{9F225CF2-EBFB-2446-A689-CD2026E195C0}"/>
                </a:ext>
              </a:extLst>
            </p:cNvPr>
            <p:cNvSpPr/>
            <p:nvPr/>
          </p:nvSpPr>
          <p:spPr>
            <a:xfrm>
              <a:off x="6828809" y="666551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0" name="Oval 689">
              <a:extLst>
                <a:ext uri="{FF2B5EF4-FFF2-40B4-BE49-F238E27FC236}">
                  <a16:creationId xmlns:a16="http://schemas.microsoft.com/office/drawing/2014/main" id="{034B8440-A546-4747-B6F5-838D70FE214C}"/>
                </a:ext>
              </a:extLst>
            </p:cNvPr>
            <p:cNvSpPr/>
            <p:nvPr/>
          </p:nvSpPr>
          <p:spPr>
            <a:xfrm>
              <a:off x="6632209" y="251836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1" name="Oval 690">
              <a:extLst>
                <a:ext uri="{FF2B5EF4-FFF2-40B4-BE49-F238E27FC236}">
                  <a16:creationId xmlns:a16="http://schemas.microsoft.com/office/drawing/2014/main" id="{F71B3C27-C35C-DB4B-83B4-6B8C05D0774D}"/>
                </a:ext>
              </a:extLst>
            </p:cNvPr>
            <p:cNvSpPr/>
            <p:nvPr/>
          </p:nvSpPr>
          <p:spPr>
            <a:xfrm>
              <a:off x="6482580" y="102785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2" name="Oval 691">
              <a:extLst>
                <a:ext uri="{FF2B5EF4-FFF2-40B4-BE49-F238E27FC236}">
                  <a16:creationId xmlns:a16="http://schemas.microsoft.com/office/drawing/2014/main" id="{AE94ED9E-29FC-304B-B7B9-3AF033D3DA43}"/>
                </a:ext>
              </a:extLst>
            </p:cNvPr>
            <p:cNvSpPr/>
            <p:nvPr/>
          </p:nvSpPr>
          <p:spPr>
            <a:xfrm>
              <a:off x="6133741" y="917709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3" name="Oval 692">
              <a:extLst>
                <a:ext uri="{FF2B5EF4-FFF2-40B4-BE49-F238E27FC236}">
                  <a16:creationId xmlns:a16="http://schemas.microsoft.com/office/drawing/2014/main" id="{BE341809-3DEF-C646-949D-D87CF74D3EC1}"/>
                </a:ext>
              </a:extLst>
            </p:cNvPr>
            <p:cNvSpPr/>
            <p:nvPr/>
          </p:nvSpPr>
          <p:spPr>
            <a:xfrm>
              <a:off x="6684500" y="46177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4" name="Oval 693">
              <a:extLst>
                <a:ext uri="{FF2B5EF4-FFF2-40B4-BE49-F238E27FC236}">
                  <a16:creationId xmlns:a16="http://schemas.microsoft.com/office/drawing/2014/main" id="{866BFB04-8A96-934D-BCDA-484D92CD0DA0}"/>
                </a:ext>
              </a:extLst>
            </p:cNvPr>
            <p:cNvSpPr/>
            <p:nvPr/>
          </p:nvSpPr>
          <p:spPr>
            <a:xfrm>
              <a:off x="6828809" y="195855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5" name="Oval 694">
              <a:extLst>
                <a:ext uri="{FF2B5EF4-FFF2-40B4-BE49-F238E27FC236}">
                  <a16:creationId xmlns:a16="http://schemas.microsoft.com/office/drawing/2014/main" id="{2A8604B5-E5FA-F545-9244-1D4690C6273E}"/>
                </a:ext>
              </a:extLst>
            </p:cNvPr>
            <p:cNvSpPr/>
            <p:nvPr/>
          </p:nvSpPr>
          <p:spPr>
            <a:xfrm>
              <a:off x="6876646" y="844319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6" name="Oval 695">
              <a:extLst>
                <a:ext uri="{FF2B5EF4-FFF2-40B4-BE49-F238E27FC236}">
                  <a16:creationId xmlns:a16="http://schemas.microsoft.com/office/drawing/2014/main" id="{DFFE451F-2EA7-814F-A545-218295361EC3}"/>
                </a:ext>
              </a:extLst>
            </p:cNvPr>
            <p:cNvSpPr/>
            <p:nvPr/>
          </p:nvSpPr>
          <p:spPr>
            <a:xfrm>
              <a:off x="7019955" y="719091"/>
              <a:ext cx="111962" cy="11196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7" name="Straight Connector 696">
              <a:extLst>
                <a:ext uri="{FF2B5EF4-FFF2-40B4-BE49-F238E27FC236}">
                  <a16:creationId xmlns:a16="http://schemas.microsoft.com/office/drawing/2014/main" id="{6A20EC56-2D9D-1243-A314-F4F76CD110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83298" y="308517"/>
              <a:ext cx="211874" cy="4014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697">
              <a:extLst>
                <a:ext uri="{FF2B5EF4-FFF2-40B4-BE49-F238E27FC236}">
                  <a16:creationId xmlns:a16="http://schemas.microsoft.com/office/drawing/2014/main" id="{F84014BB-EE6D-1043-8061-8F67057E8AD7}"/>
                </a:ext>
              </a:extLst>
            </p:cNvPr>
            <p:cNvCxnSpPr>
              <a:cxnSpLocks/>
            </p:cNvCxnSpPr>
            <p:nvPr/>
          </p:nvCxnSpPr>
          <p:spPr>
            <a:xfrm>
              <a:off x="6895171" y="728546"/>
              <a:ext cx="37171" cy="1709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698">
              <a:extLst>
                <a:ext uri="{FF2B5EF4-FFF2-40B4-BE49-F238E27FC236}">
                  <a16:creationId xmlns:a16="http://schemas.microsoft.com/office/drawing/2014/main" id="{7A589C2C-1A52-974A-9E59-FA06FDE7C4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84020" y="709961"/>
              <a:ext cx="193287" cy="631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699">
              <a:extLst>
                <a:ext uri="{FF2B5EF4-FFF2-40B4-BE49-F238E27FC236}">
                  <a16:creationId xmlns:a16="http://schemas.microsoft.com/office/drawing/2014/main" id="{EAE0132A-5BBD-D741-AA34-C913095B3B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3298" y="252761"/>
              <a:ext cx="204439" cy="5575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700">
              <a:extLst>
                <a:ext uri="{FF2B5EF4-FFF2-40B4-BE49-F238E27FC236}">
                  <a16:creationId xmlns:a16="http://schemas.microsoft.com/office/drawing/2014/main" id="{9887EC56-7314-FA48-936A-0672466FF0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7015" y="107795"/>
              <a:ext cx="55756" cy="21559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701">
              <a:extLst>
                <a:ext uri="{FF2B5EF4-FFF2-40B4-BE49-F238E27FC236}">
                  <a16:creationId xmlns:a16="http://schemas.microsoft.com/office/drawing/2014/main" id="{03D5FB7C-9E52-3148-B098-1EB8D7A45668}"/>
                </a:ext>
              </a:extLst>
            </p:cNvPr>
            <p:cNvCxnSpPr>
              <a:cxnSpLocks/>
            </p:cNvCxnSpPr>
            <p:nvPr/>
          </p:nvCxnSpPr>
          <p:spPr>
            <a:xfrm>
              <a:off x="6538332" y="159834"/>
              <a:ext cx="144966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702">
              <a:extLst>
                <a:ext uri="{FF2B5EF4-FFF2-40B4-BE49-F238E27FC236}">
                  <a16:creationId xmlns:a16="http://schemas.microsoft.com/office/drawing/2014/main" id="{3476E368-D4F1-9E4E-A67E-0E8AE7C98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11230" y="654205"/>
              <a:ext cx="96643" cy="17841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703">
              <a:extLst>
                <a:ext uri="{FF2B5EF4-FFF2-40B4-BE49-F238E27FC236}">
                  <a16:creationId xmlns:a16="http://schemas.microsoft.com/office/drawing/2014/main" id="{CC4DC5EB-5DCD-7A40-8C65-761208B761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4849" y="814039"/>
              <a:ext cx="226741" cy="148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704">
              <a:extLst>
                <a:ext uri="{FF2B5EF4-FFF2-40B4-BE49-F238E27FC236}">
                  <a16:creationId xmlns:a16="http://schemas.microsoft.com/office/drawing/2014/main" id="{60B01B3D-F98A-664A-A1D1-FCEA561953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927" y="828907"/>
              <a:ext cx="115229" cy="1449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705">
              <a:extLst>
                <a:ext uri="{FF2B5EF4-FFF2-40B4-BE49-F238E27FC236}">
                  <a16:creationId xmlns:a16="http://schemas.microsoft.com/office/drawing/2014/main" id="{5E6D18EF-9DF6-5D43-8168-B4A687B80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4157" y="732263"/>
              <a:ext cx="591014" cy="1077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706">
              <a:extLst>
                <a:ext uri="{FF2B5EF4-FFF2-40B4-BE49-F238E27FC236}">
                  <a16:creationId xmlns:a16="http://schemas.microsoft.com/office/drawing/2014/main" id="{416C094E-DE52-224D-9584-0E22A8472E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4157" y="315951"/>
              <a:ext cx="382858" cy="52039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7" name="Group 736">
            <a:extLst>
              <a:ext uri="{FF2B5EF4-FFF2-40B4-BE49-F238E27FC236}">
                <a16:creationId xmlns:a16="http://schemas.microsoft.com/office/drawing/2014/main" id="{4A25C823-65A6-A747-8367-84975CF84FDD}"/>
              </a:ext>
            </a:extLst>
          </p:cNvPr>
          <p:cNvGrpSpPr/>
          <p:nvPr/>
        </p:nvGrpSpPr>
        <p:grpSpPr>
          <a:xfrm>
            <a:off x="1360979" y="-1194355"/>
            <a:ext cx="488987" cy="431346"/>
            <a:chOff x="5405061" y="3074658"/>
            <a:chExt cx="401770" cy="354410"/>
          </a:xfrm>
        </p:grpSpPr>
        <p:sp>
          <p:nvSpPr>
            <p:cNvPr id="726" name="Rectangle 725">
              <a:extLst>
                <a:ext uri="{FF2B5EF4-FFF2-40B4-BE49-F238E27FC236}">
                  <a16:creationId xmlns:a16="http://schemas.microsoft.com/office/drawing/2014/main" id="{92F4CC3E-AA76-E249-AEA0-BF5E7CAB74EE}"/>
                </a:ext>
              </a:extLst>
            </p:cNvPr>
            <p:cNvSpPr/>
            <p:nvPr/>
          </p:nvSpPr>
          <p:spPr>
            <a:xfrm>
              <a:off x="5426594" y="3141947"/>
              <a:ext cx="380237" cy="2871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08" name="Group 707">
              <a:extLst>
                <a:ext uri="{FF2B5EF4-FFF2-40B4-BE49-F238E27FC236}">
                  <a16:creationId xmlns:a16="http://schemas.microsoft.com/office/drawing/2014/main" id="{039D564A-0768-0D46-AF0C-FE79C559CA29}"/>
                </a:ext>
              </a:extLst>
            </p:cNvPr>
            <p:cNvGrpSpPr/>
            <p:nvPr/>
          </p:nvGrpSpPr>
          <p:grpSpPr>
            <a:xfrm>
              <a:off x="5405061" y="3074658"/>
              <a:ext cx="366954" cy="316384"/>
              <a:chOff x="5991135" y="379095"/>
              <a:chExt cx="271158" cy="266825"/>
            </a:xfrm>
          </p:grpSpPr>
          <p:sp>
            <p:nvSpPr>
              <p:cNvPr id="709" name="Freeform 708">
                <a:extLst>
                  <a:ext uri="{FF2B5EF4-FFF2-40B4-BE49-F238E27FC236}">
                    <a16:creationId xmlns:a16="http://schemas.microsoft.com/office/drawing/2014/main" id="{9F820296-BF99-4F4D-B887-EB195E151FF3}"/>
                  </a:ext>
                </a:extLst>
              </p:cNvPr>
              <p:cNvSpPr/>
              <p:nvPr/>
            </p:nvSpPr>
            <p:spPr>
              <a:xfrm>
                <a:off x="6020438" y="530956"/>
                <a:ext cx="193380" cy="79093"/>
              </a:xfrm>
              <a:custGeom>
                <a:avLst/>
                <a:gdLst>
                  <a:gd name="connsiteX0" fmla="*/ 0 w 204717"/>
                  <a:gd name="connsiteY0" fmla="*/ 77498 h 95713"/>
                  <a:gd name="connsiteX1" fmla="*/ 113732 w 204717"/>
                  <a:gd name="connsiteY1" fmla="*/ 161 h 95713"/>
                  <a:gd name="connsiteX2" fmla="*/ 204717 w 204717"/>
                  <a:gd name="connsiteY2" fmla="*/ 95695 h 95713"/>
                  <a:gd name="connsiteX0" fmla="*/ 0 w 211879"/>
                  <a:gd name="connsiteY0" fmla="*/ 77498 h 77498"/>
                  <a:gd name="connsiteX1" fmla="*/ 113732 w 211879"/>
                  <a:gd name="connsiteY1" fmla="*/ 161 h 77498"/>
                  <a:gd name="connsiteX2" fmla="*/ 211879 w 211879"/>
                  <a:gd name="connsiteY2" fmla="*/ 55491 h 77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1879" h="77498">
                    <a:moveTo>
                      <a:pt x="0" y="77498"/>
                    </a:moveTo>
                    <a:cubicBezTo>
                      <a:pt x="39806" y="37313"/>
                      <a:pt x="79613" y="-2872"/>
                      <a:pt x="113732" y="161"/>
                    </a:cubicBezTo>
                    <a:cubicBezTo>
                      <a:pt x="147851" y="3194"/>
                      <a:pt x="173969" y="57008"/>
                      <a:pt x="211879" y="55491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10" name="Group 709">
                <a:extLst>
                  <a:ext uri="{FF2B5EF4-FFF2-40B4-BE49-F238E27FC236}">
                    <a16:creationId xmlns:a16="http://schemas.microsoft.com/office/drawing/2014/main" id="{9F2C4C76-2A3C-AA41-BF4A-BBDFC95ACC61}"/>
                  </a:ext>
                </a:extLst>
              </p:cNvPr>
              <p:cNvGrpSpPr/>
              <p:nvPr/>
            </p:nvGrpSpPr>
            <p:grpSpPr>
              <a:xfrm>
                <a:off x="5991135" y="379095"/>
                <a:ext cx="271158" cy="266825"/>
                <a:chOff x="6576522" y="1927904"/>
                <a:chExt cx="271158" cy="266825"/>
              </a:xfrm>
            </p:grpSpPr>
            <p:sp>
              <p:nvSpPr>
                <p:cNvPr id="712" name="Rectangle 711">
                  <a:extLst>
                    <a:ext uri="{FF2B5EF4-FFF2-40B4-BE49-F238E27FC236}">
                      <a16:creationId xmlns:a16="http://schemas.microsoft.com/office/drawing/2014/main" id="{E704C487-26FD-4C4F-9897-7187C40F5B3F}"/>
                    </a:ext>
                  </a:extLst>
                </p:cNvPr>
                <p:cNvSpPr/>
                <p:nvPr/>
              </p:nvSpPr>
              <p:spPr>
                <a:xfrm>
                  <a:off x="6580855" y="2178052"/>
                  <a:ext cx="266825" cy="16677"/>
                </a:xfrm>
                <a:prstGeom prst="rect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3" name="Rectangle 712">
                  <a:extLst>
                    <a:ext uri="{FF2B5EF4-FFF2-40B4-BE49-F238E27FC236}">
                      <a16:creationId xmlns:a16="http://schemas.microsoft.com/office/drawing/2014/main" id="{40F01400-524F-D848-B4A0-77DAC1FAED50}"/>
                    </a:ext>
                  </a:extLst>
                </p:cNvPr>
                <p:cNvSpPr/>
                <p:nvPr/>
              </p:nvSpPr>
              <p:spPr>
                <a:xfrm rot="5400000">
                  <a:off x="6451448" y="2052978"/>
                  <a:ext cx="266825" cy="16677"/>
                </a:xfrm>
                <a:prstGeom prst="rect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11" name="Freeform 710">
                <a:extLst>
                  <a:ext uri="{FF2B5EF4-FFF2-40B4-BE49-F238E27FC236}">
                    <a16:creationId xmlns:a16="http://schemas.microsoft.com/office/drawing/2014/main" id="{A7C50F52-C351-174F-AE2F-2500304AB1DC}"/>
                  </a:ext>
                </a:extLst>
              </p:cNvPr>
              <p:cNvSpPr/>
              <p:nvPr/>
            </p:nvSpPr>
            <p:spPr>
              <a:xfrm>
                <a:off x="6019329" y="430945"/>
                <a:ext cx="203739" cy="126412"/>
              </a:xfrm>
              <a:custGeom>
                <a:avLst/>
                <a:gdLst>
                  <a:gd name="connsiteX0" fmla="*/ 0 w 204717"/>
                  <a:gd name="connsiteY0" fmla="*/ 77498 h 95713"/>
                  <a:gd name="connsiteX1" fmla="*/ 113732 w 204717"/>
                  <a:gd name="connsiteY1" fmla="*/ 161 h 95713"/>
                  <a:gd name="connsiteX2" fmla="*/ 204717 w 204717"/>
                  <a:gd name="connsiteY2" fmla="*/ 95695 h 95713"/>
                  <a:gd name="connsiteX0" fmla="*/ 0 w 204717"/>
                  <a:gd name="connsiteY0" fmla="*/ 96103 h 96103"/>
                  <a:gd name="connsiteX1" fmla="*/ 113732 w 204717"/>
                  <a:gd name="connsiteY1" fmla="*/ 18766 h 96103"/>
                  <a:gd name="connsiteX2" fmla="*/ 204717 w 204717"/>
                  <a:gd name="connsiteY2" fmla="*/ 0 h 96103"/>
                  <a:gd name="connsiteX0" fmla="*/ 0 w 204717"/>
                  <a:gd name="connsiteY0" fmla="*/ 96103 h 96103"/>
                  <a:gd name="connsiteX1" fmla="*/ 94682 w 204717"/>
                  <a:gd name="connsiteY1" fmla="*/ 25116 h 96103"/>
                  <a:gd name="connsiteX2" fmla="*/ 204717 w 204717"/>
                  <a:gd name="connsiteY2" fmla="*/ 0 h 96103"/>
                  <a:gd name="connsiteX0" fmla="*/ 0 w 204717"/>
                  <a:gd name="connsiteY0" fmla="*/ 96103 h 96103"/>
                  <a:gd name="connsiteX1" fmla="*/ 204717 w 204717"/>
                  <a:gd name="connsiteY1" fmla="*/ 0 h 96103"/>
                  <a:gd name="connsiteX0" fmla="*/ 0 w 204717"/>
                  <a:gd name="connsiteY0" fmla="*/ 125944 h 125944"/>
                  <a:gd name="connsiteX1" fmla="*/ 204717 w 204717"/>
                  <a:gd name="connsiteY1" fmla="*/ 0 h 125944"/>
                  <a:gd name="connsiteX0" fmla="*/ 0 w 204717"/>
                  <a:gd name="connsiteY0" fmla="*/ 125944 h 125944"/>
                  <a:gd name="connsiteX1" fmla="*/ 204717 w 204717"/>
                  <a:gd name="connsiteY1" fmla="*/ 0 h 125944"/>
                  <a:gd name="connsiteX0" fmla="*/ 0 w 207985"/>
                  <a:gd name="connsiteY0" fmla="*/ 148324 h 148324"/>
                  <a:gd name="connsiteX1" fmla="*/ 207985 w 207985"/>
                  <a:gd name="connsiteY1" fmla="*/ 0 h 148324"/>
                  <a:gd name="connsiteX0" fmla="*/ 0 w 207985"/>
                  <a:gd name="connsiteY0" fmla="*/ 148324 h 148324"/>
                  <a:gd name="connsiteX1" fmla="*/ 207985 w 207985"/>
                  <a:gd name="connsiteY1" fmla="*/ 0 h 148324"/>
                  <a:gd name="connsiteX0" fmla="*/ 0 w 221058"/>
                  <a:gd name="connsiteY0" fmla="*/ 215465 h 215465"/>
                  <a:gd name="connsiteX1" fmla="*/ 221058 w 221058"/>
                  <a:gd name="connsiteY1" fmla="*/ 0 h 215465"/>
                  <a:gd name="connsiteX0" fmla="*/ 0 w 235067"/>
                  <a:gd name="connsiteY0" fmla="*/ 174109 h 174109"/>
                  <a:gd name="connsiteX1" fmla="*/ 235067 w 235067"/>
                  <a:gd name="connsiteY1" fmla="*/ 0 h 174109"/>
                  <a:gd name="connsiteX0" fmla="*/ 0 w 291104"/>
                  <a:gd name="connsiteY0" fmla="*/ 155728 h 155728"/>
                  <a:gd name="connsiteX1" fmla="*/ 291104 w 291104"/>
                  <a:gd name="connsiteY1" fmla="*/ 0 h 155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04" h="155728">
                    <a:moveTo>
                      <a:pt x="0" y="155728"/>
                    </a:moveTo>
                    <a:cubicBezTo>
                      <a:pt x="58434" y="87636"/>
                      <a:pt x="180377" y="23331"/>
                      <a:pt x="291104" y="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FFDE3F14-EF1A-7440-BBB0-13F5533A67B5}"/>
              </a:ext>
            </a:extLst>
          </p:cNvPr>
          <p:cNvGrpSpPr/>
          <p:nvPr/>
        </p:nvGrpSpPr>
        <p:grpSpPr>
          <a:xfrm>
            <a:off x="1828979" y="-1028294"/>
            <a:ext cx="874499" cy="759653"/>
            <a:chOff x="5803130" y="3252245"/>
            <a:chExt cx="874499" cy="759653"/>
          </a:xfrm>
        </p:grpSpPr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232B1E48-1AA7-464B-975D-0B043B27F3A2}"/>
                </a:ext>
              </a:extLst>
            </p:cNvPr>
            <p:cNvSpPr/>
            <p:nvPr/>
          </p:nvSpPr>
          <p:spPr>
            <a:xfrm rot="4179870">
              <a:off x="6423085" y="3757354"/>
              <a:ext cx="379872" cy="1292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14" name="Group 713">
              <a:extLst>
                <a:ext uri="{FF2B5EF4-FFF2-40B4-BE49-F238E27FC236}">
                  <a16:creationId xmlns:a16="http://schemas.microsoft.com/office/drawing/2014/main" id="{58A19778-858C-6242-8347-65B32B7C9F0F}"/>
                </a:ext>
              </a:extLst>
            </p:cNvPr>
            <p:cNvGrpSpPr/>
            <p:nvPr/>
          </p:nvGrpSpPr>
          <p:grpSpPr>
            <a:xfrm>
              <a:off x="5803130" y="3252245"/>
              <a:ext cx="836040" cy="714657"/>
              <a:chOff x="9431517" y="5515365"/>
              <a:chExt cx="668549" cy="571483"/>
            </a:xfrm>
          </p:grpSpPr>
          <p:cxnSp>
            <p:nvCxnSpPr>
              <p:cNvPr id="715" name="Straight Connector 714">
                <a:extLst>
                  <a:ext uri="{FF2B5EF4-FFF2-40B4-BE49-F238E27FC236}">
                    <a16:creationId xmlns:a16="http://schemas.microsoft.com/office/drawing/2014/main" id="{906B6BEE-D072-EB40-B664-E5BD770C2E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929748" y="5566933"/>
                <a:ext cx="170318" cy="48507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" name="Terminator 715">
                <a:extLst>
                  <a:ext uri="{FF2B5EF4-FFF2-40B4-BE49-F238E27FC236}">
                    <a16:creationId xmlns:a16="http://schemas.microsoft.com/office/drawing/2014/main" id="{0146C195-1292-9E41-B4DC-6181FA6CDE7D}"/>
                  </a:ext>
                </a:extLst>
              </p:cNvPr>
              <p:cNvSpPr/>
              <p:nvPr/>
            </p:nvSpPr>
            <p:spPr>
              <a:xfrm rot="2474403">
                <a:off x="9431517" y="5791310"/>
                <a:ext cx="263532" cy="86965"/>
              </a:xfrm>
              <a:prstGeom prst="flowChartTerminator">
                <a:avLst/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7" name="Terminator 716">
                <a:extLst>
                  <a:ext uri="{FF2B5EF4-FFF2-40B4-BE49-F238E27FC236}">
                    <a16:creationId xmlns:a16="http://schemas.microsoft.com/office/drawing/2014/main" id="{0CD1C98D-0BAC-654F-8CC3-5C6352DA7371}"/>
                  </a:ext>
                </a:extLst>
              </p:cNvPr>
              <p:cNvSpPr/>
              <p:nvPr/>
            </p:nvSpPr>
            <p:spPr>
              <a:xfrm rot="19815812">
                <a:off x="9804897" y="5785045"/>
                <a:ext cx="263532" cy="86965"/>
              </a:xfrm>
              <a:prstGeom prst="flowChartTerminator">
                <a:avLst/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8" name="Delay 717">
                <a:extLst>
                  <a:ext uri="{FF2B5EF4-FFF2-40B4-BE49-F238E27FC236}">
                    <a16:creationId xmlns:a16="http://schemas.microsoft.com/office/drawing/2014/main" id="{7E2F7D6D-027D-C444-AC7D-9A082C2AED99}"/>
                  </a:ext>
                </a:extLst>
              </p:cNvPr>
              <p:cNvSpPr/>
              <p:nvPr/>
            </p:nvSpPr>
            <p:spPr>
              <a:xfrm rot="16200000">
                <a:off x="9606971" y="5827497"/>
                <a:ext cx="282101" cy="236602"/>
              </a:xfrm>
              <a:prstGeom prst="flowChartDelay">
                <a:avLst/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9" name="Triangle 718">
                <a:extLst>
                  <a:ext uri="{FF2B5EF4-FFF2-40B4-BE49-F238E27FC236}">
                    <a16:creationId xmlns:a16="http://schemas.microsoft.com/office/drawing/2014/main" id="{658C96FC-7BFE-1745-83C5-B396375E3174}"/>
                  </a:ext>
                </a:extLst>
              </p:cNvPr>
              <p:cNvSpPr/>
              <p:nvPr/>
            </p:nvSpPr>
            <p:spPr>
              <a:xfrm>
                <a:off x="9682336" y="5515365"/>
                <a:ext cx="128995" cy="165659"/>
              </a:xfrm>
              <a:prstGeom prst="triangl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0" name="Oval 719">
                <a:extLst>
                  <a:ext uri="{FF2B5EF4-FFF2-40B4-BE49-F238E27FC236}">
                    <a16:creationId xmlns:a16="http://schemas.microsoft.com/office/drawing/2014/main" id="{14C095E7-6945-1141-9617-058F8492857B}"/>
                  </a:ext>
                </a:extLst>
              </p:cNvPr>
              <p:cNvSpPr/>
              <p:nvPr/>
            </p:nvSpPr>
            <p:spPr>
              <a:xfrm>
                <a:off x="9573248" y="5632534"/>
                <a:ext cx="356500" cy="206228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1" name="Oval 720">
                <a:extLst>
                  <a:ext uri="{FF2B5EF4-FFF2-40B4-BE49-F238E27FC236}">
                    <a16:creationId xmlns:a16="http://schemas.microsoft.com/office/drawing/2014/main" id="{D43E4F5C-448B-874D-B801-51D7D3251839}"/>
                  </a:ext>
                </a:extLst>
              </p:cNvPr>
              <p:cNvSpPr/>
              <p:nvPr/>
            </p:nvSpPr>
            <p:spPr>
              <a:xfrm>
                <a:off x="9668020" y="5689211"/>
                <a:ext cx="163260" cy="16326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2" name="Oval 721">
                <a:extLst>
                  <a:ext uri="{FF2B5EF4-FFF2-40B4-BE49-F238E27FC236}">
                    <a16:creationId xmlns:a16="http://schemas.microsoft.com/office/drawing/2014/main" id="{769D354F-3C85-EE45-86CF-6393F41359D4}"/>
                  </a:ext>
                </a:extLst>
              </p:cNvPr>
              <p:cNvSpPr/>
              <p:nvPr/>
            </p:nvSpPr>
            <p:spPr>
              <a:xfrm>
                <a:off x="9898202" y="5535387"/>
                <a:ext cx="63093" cy="63093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48" name="Group 747">
            <a:extLst>
              <a:ext uri="{FF2B5EF4-FFF2-40B4-BE49-F238E27FC236}">
                <a16:creationId xmlns:a16="http://schemas.microsoft.com/office/drawing/2014/main" id="{627D3A82-304B-7D44-BC99-60B3DF8E2713}"/>
              </a:ext>
            </a:extLst>
          </p:cNvPr>
          <p:cNvGrpSpPr/>
          <p:nvPr/>
        </p:nvGrpSpPr>
        <p:grpSpPr>
          <a:xfrm rot="20186334">
            <a:off x="-690162" y="870695"/>
            <a:ext cx="269302" cy="307958"/>
            <a:chOff x="4544158" y="1413029"/>
            <a:chExt cx="269302" cy="307958"/>
          </a:xfrm>
        </p:grpSpPr>
        <p:sp>
          <p:nvSpPr>
            <p:cNvPr id="743" name="Trapezium 742">
              <a:extLst>
                <a:ext uri="{FF2B5EF4-FFF2-40B4-BE49-F238E27FC236}">
                  <a16:creationId xmlns:a16="http://schemas.microsoft.com/office/drawing/2014/main" id="{9FB3069D-EC8B-6A44-9060-F09B014A5CE2}"/>
                </a:ext>
              </a:extLst>
            </p:cNvPr>
            <p:cNvSpPr/>
            <p:nvPr/>
          </p:nvSpPr>
          <p:spPr>
            <a:xfrm>
              <a:off x="4544158" y="1413029"/>
              <a:ext cx="269302" cy="307958"/>
            </a:xfrm>
            <a:prstGeom prst="trapezoid">
              <a:avLst>
                <a:gd name="adj" fmla="val 15179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4" name="Straight Connector 743">
              <a:extLst>
                <a:ext uri="{FF2B5EF4-FFF2-40B4-BE49-F238E27FC236}">
                  <a16:creationId xmlns:a16="http://schemas.microsoft.com/office/drawing/2014/main" id="{F5666FD1-CC5F-1848-9A98-FB6E3DF154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1738" y="1657641"/>
              <a:ext cx="16783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744">
              <a:extLst>
                <a:ext uri="{FF2B5EF4-FFF2-40B4-BE49-F238E27FC236}">
                  <a16:creationId xmlns:a16="http://schemas.microsoft.com/office/drawing/2014/main" id="{B128DF62-7DF1-2445-9080-92223AB85BAB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27517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745">
              <a:extLst>
                <a:ext uri="{FF2B5EF4-FFF2-40B4-BE49-F238E27FC236}">
                  <a16:creationId xmlns:a16="http://schemas.microsoft.com/office/drawing/2014/main" id="{2B6BB3AE-796B-1F44-B926-2DE207380F43}"/>
                </a:ext>
              </a:extLst>
            </p:cNvPr>
            <p:cNvCxnSpPr>
              <a:cxnSpLocks/>
            </p:cNvCxnSpPr>
            <p:nvPr/>
          </p:nvCxnSpPr>
          <p:spPr>
            <a:xfrm>
              <a:off x="4664428" y="1468689"/>
              <a:ext cx="7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746">
              <a:extLst>
                <a:ext uri="{FF2B5EF4-FFF2-40B4-BE49-F238E27FC236}">
                  <a16:creationId xmlns:a16="http://schemas.microsoft.com/office/drawing/2014/main" id="{37F140C8-5C25-4E44-A02C-7B7231499BBA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91089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9" name="Group 748">
            <a:extLst>
              <a:ext uri="{FF2B5EF4-FFF2-40B4-BE49-F238E27FC236}">
                <a16:creationId xmlns:a16="http://schemas.microsoft.com/office/drawing/2014/main" id="{2B4D8CC1-6499-534B-AA0C-ED1B0A6B78E2}"/>
              </a:ext>
            </a:extLst>
          </p:cNvPr>
          <p:cNvGrpSpPr/>
          <p:nvPr/>
        </p:nvGrpSpPr>
        <p:grpSpPr>
          <a:xfrm rot="1075215">
            <a:off x="-1021772" y="928407"/>
            <a:ext cx="269302" cy="307958"/>
            <a:chOff x="4544158" y="1413029"/>
            <a:chExt cx="269302" cy="307958"/>
          </a:xfrm>
        </p:grpSpPr>
        <p:sp>
          <p:nvSpPr>
            <p:cNvPr id="750" name="Trapezium 749">
              <a:extLst>
                <a:ext uri="{FF2B5EF4-FFF2-40B4-BE49-F238E27FC236}">
                  <a16:creationId xmlns:a16="http://schemas.microsoft.com/office/drawing/2014/main" id="{FF2E8796-59F4-CC44-95C0-95C6E46ED525}"/>
                </a:ext>
              </a:extLst>
            </p:cNvPr>
            <p:cNvSpPr/>
            <p:nvPr/>
          </p:nvSpPr>
          <p:spPr>
            <a:xfrm>
              <a:off x="4544158" y="1413029"/>
              <a:ext cx="269302" cy="307958"/>
            </a:xfrm>
            <a:prstGeom prst="trapezoid">
              <a:avLst>
                <a:gd name="adj" fmla="val 15179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1" name="Straight Connector 750">
              <a:extLst>
                <a:ext uri="{FF2B5EF4-FFF2-40B4-BE49-F238E27FC236}">
                  <a16:creationId xmlns:a16="http://schemas.microsoft.com/office/drawing/2014/main" id="{A6E20EC1-8F91-064A-95BB-792C5C3ADF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1738" y="1657641"/>
              <a:ext cx="16783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751">
              <a:extLst>
                <a:ext uri="{FF2B5EF4-FFF2-40B4-BE49-F238E27FC236}">
                  <a16:creationId xmlns:a16="http://schemas.microsoft.com/office/drawing/2014/main" id="{6CE4EC55-A4C4-E140-A9E4-3F396782A6A4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27517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752">
              <a:extLst>
                <a:ext uri="{FF2B5EF4-FFF2-40B4-BE49-F238E27FC236}">
                  <a16:creationId xmlns:a16="http://schemas.microsoft.com/office/drawing/2014/main" id="{276E26A6-FAB0-7F49-9F96-765757012B2D}"/>
                </a:ext>
              </a:extLst>
            </p:cNvPr>
            <p:cNvCxnSpPr>
              <a:cxnSpLocks/>
            </p:cNvCxnSpPr>
            <p:nvPr/>
          </p:nvCxnSpPr>
          <p:spPr>
            <a:xfrm>
              <a:off x="4664428" y="1468689"/>
              <a:ext cx="7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753">
              <a:extLst>
                <a:ext uri="{FF2B5EF4-FFF2-40B4-BE49-F238E27FC236}">
                  <a16:creationId xmlns:a16="http://schemas.microsoft.com/office/drawing/2014/main" id="{50F1C45D-0C76-C649-A75F-176C85F1D6FB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91089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5" name="Group 754">
            <a:extLst>
              <a:ext uri="{FF2B5EF4-FFF2-40B4-BE49-F238E27FC236}">
                <a16:creationId xmlns:a16="http://schemas.microsoft.com/office/drawing/2014/main" id="{A07E9593-9154-B64B-8DC8-EBDD558B6A1E}"/>
              </a:ext>
            </a:extLst>
          </p:cNvPr>
          <p:cNvGrpSpPr/>
          <p:nvPr/>
        </p:nvGrpSpPr>
        <p:grpSpPr>
          <a:xfrm>
            <a:off x="-827369" y="913456"/>
            <a:ext cx="269302" cy="307958"/>
            <a:chOff x="4544158" y="1413029"/>
            <a:chExt cx="269302" cy="307958"/>
          </a:xfrm>
        </p:grpSpPr>
        <p:sp>
          <p:nvSpPr>
            <p:cNvPr id="756" name="Trapezium 755">
              <a:extLst>
                <a:ext uri="{FF2B5EF4-FFF2-40B4-BE49-F238E27FC236}">
                  <a16:creationId xmlns:a16="http://schemas.microsoft.com/office/drawing/2014/main" id="{3656117A-F2A3-364B-91F4-915878FAB7E7}"/>
                </a:ext>
              </a:extLst>
            </p:cNvPr>
            <p:cNvSpPr/>
            <p:nvPr/>
          </p:nvSpPr>
          <p:spPr>
            <a:xfrm>
              <a:off x="4544158" y="1413029"/>
              <a:ext cx="269302" cy="307958"/>
            </a:xfrm>
            <a:prstGeom prst="trapezoid">
              <a:avLst>
                <a:gd name="adj" fmla="val 15179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57" name="Straight Connector 756">
              <a:extLst>
                <a:ext uri="{FF2B5EF4-FFF2-40B4-BE49-F238E27FC236}">
                  <a16:creationId xmlns:a16="http://schemas.microsoft.com/office/drawing/2014/main" id="{FF4D60A5-80CD-344C-B310-570571E7D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1738" y="1657641"/>
              <a:ext cx="16783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757">
              <a:extLst>
                <a:ext uri="{FF2B5EF4-FFF2-40B4-BE49-F238E27FC236}">
                  <a16:creationId xmlns:a16="http://schemas.microsoft.com/office/drawing/2014/main" id="{995035D2-9B49-9947-8919-9CED5C50A0B8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27517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758">
              <a:extLst>
                <a:ext uri="{FF2B5EF4-FFF2-40B4-BE49-F238E27FC236}">
                  <a16:creationId xmlns:a16="http://schemas.microsoft.com/office/drawing/2014/main" id="{C0A0B58D-E456-5D44-98BE-71E24D42EE92}"/>
                </a:ext>
              </a:extLst>
            </p:cNvPr>
            <p:cNvCxnSpPr>
              <a:cxnSpLocks/>
            </p:cNvCxnSpPr>
            <p:nvPr/>
          </p:nvCxnSpPr>
          <p:spPr>
            <a:xfrm>
              <a:off x="4664428" y="1468689"/>
              <a:ext cx="7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759">
              <a:extLst>
                <a:ext uri="{FF2B5EF4-FFF2-40B4-BE49-F238E27FC236}">
                  <a16:creationId xmlns:a16="http://schemas.microsoft.com/office/drawing/2014/main" id="{60802250-2732-E344-B3B1-2E8EC398CD12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91089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8" name="Terminator 387">
            <a:extLst>
              <a:ext uri="{FF2B5EF4-FFF2-40B4-BE49-F238E27FC236}">
                <a16:creationId xmlns:a16="http://schemas.microsoft.com/office/drawing/2014/main" id="{50C0F995-2C2A-814B-9B85-D08A2D3C5904}"/>
              </a:ext>
            </a:extLst>
          </p:cNvPr>
          <p:cNvSpPr/>
          <p:nvPr/>
        </p:nvSpPr>
        <p:spPr>
          <a:xfrm rot="3683302">
            <a:off x="-1160871" y="715605"/>
            <a:ext cx="497043" cy="164024"/>
          </a:xfrm>
          <a:prstGeom prst="flowChartTerminator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2" name="Rounded Rectangular Callout 761">
            <a:extLst>
              <a:ext uri="{FF2B5EF4-FFF2-40B4-BE49-F238E27FC236}">
                <a16:creationId xmlns:a16="http://schemas.microsoft.com/office/drawing/2014/main" id="{00501E45-B118-104F-807F-835721C8D765}"/>
              </a:ext>
            </a:extLst>
          </p:cNvPr>
          <p:cNvSpPr/>
          <p:nvPr/>
        </p:nvSpPr>
        <p:spPr>
          <a:xfrm>
            <a:off x="-932856" y="157423"/>
            <a:ext cx="258421" cy="290556"/>
          </a:xfrm>
          <a:prstGeom prst="wedgeRoundRectCallout">
            <a:avLst>
              <a:gd name="adj1" fmla="val -69294"/>
              <a:gd name="adj2" fmla="val 31094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3" name="Rounded Rectangular Callout 762">
            <a:extLst>
              <a:ext uri="{FF2B5EF4-FFF2-40B4-BE49-F238E27FC236}">
                <a16:creationId xmlns:a16="http://schemas.microsoft.com/office/drawing/2014/main" id="{B29DCB29-9B18-3143-94D3-CD8315D0ABF6}"/>
              </a:ext>
            </a:extLst>
          </p:cNvPr>
          <p:cNvSpPr/>
          <p:nvPr/>
        </p:nvSpPr>
        <p:spPr>
          <a:xfrm>
            <a:off x="-587368" y="157423"/>
            <a:ext cx="258421" cy="290556"/>
          </a:xfrm>
          <a:prstGeom prst="wedgeRoundRectCallout">
            <a:avLst>
              <a:gd name="adj1" fmla="val -31207"/>
              <a:gd name="adj2" fmla="val 71525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6" name="Parallelogram 765">
            <a:extLst>
              <a:ext uri="{FF2B5EF4-FFF2-40B4-BE49-F238E27FC236}">
                <a16:creationId xmlns:a16="http://schemas.microsoft.com/office/drawing/2014/main" id="{E31A2564-3A18-2F49-A44B-D50F341382B8}"/>
              </a:ext>
            </a:extLst>
          </p:cNvPr>
          <p:cNvSpPr/>
          <p:nvPr/>
        </p:nvSpPr>
        <p:spPr>
          <a:xfrm rot="10800000" flipV="1">
            <a:off x="-2155644" y="1095751"/>
            <a:ext cx="273555" cy="183398"/>
          </a:xfrm>
          <a:prstGeom prst="parallelogram">
            <a:avLst>
              <a:gd name="adj" fmla="val 1759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7" name="Parallelogram 766">
            <a:extLst>
              <a:ext uri="{FF2B5EF4-FFF2-40B4-BE49-F238E27FC236}">
                <a16:creationId xmlns:a16="http://schemas.microsoft.com/office/drawing/2014/main" id="{F11ADBD5-FD4E-FD4B-A832-885A359A0269}"/>
              </a:ext>
            </a:extLst>
          </p:cNvPr>
          <p:cNvSpPr/>
          <p:nvPr/>
        </p:nvSpPr>
        <p:spPr>
          <a:xfrm rot="10800000" flipV="1">
            <a:off x="-2045511" y="1095751"/>
            <a:ext cx="167947" cy="183398"/>
          </a:xfrm>
          <a:prstGeom prst="parallelogram">
            <a:avLst>
              <a:gd name="adj" fmla="val 2156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3" name="Terminator 772">
            <a:extLst>
              <a:ext uri="{FF2B5EF4-FFF2-40B4-BE49-F238E27FC236}">
                <a16:creationId xmlns:a16="http://schemas.microsoft.com/office/drawing/2014/main" id="{3DFBCED5-159C-C640-A14E-A97D929FC6E6}"/>
              </a:ext>
            </a:extLst>
          </p:cNvPr>
          <p:cNvSpPr/>
          <p:nvPr/>
        </p:nvSpPr>
        <p:spPr>
          <a:xfrm rot="6817979">
            <a:off x="-5010346" y="2378279"/>
            <a:ext cx="497043" cy="164024"/>
          </a:xfrm>
          <a:prstGeom prst="flowChartTerminator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" name="Delay 773">
            <a:extLst>
              <a:ext uri="{FF2B5EF4-FFF2-40B4-BE49-F238E27FC236}">
                <a16:creationId xmlns:a16="http://schemas.microsoft.com/office/drawing/2014/main" id="{2555D36A-68C6-3B45-BA4E-C8300AA93DC3}"/>
              </a:ext>
            </a:extLst>
          </p:cNvPr>
          <p:cNvSpPr/>
          <p:nvPr/>
        </p:nvSpPr>
        <p:spPr>
          <a:xfrm rot="16200000">
            <a:off x="-4803922" y="2221592"/>
            <a:ext cx="564761" cy="373086"/>
          </a:xfrm>
          <a:prstGeom prst="flowChartDelay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5" name="Oval 774">
            <a:extLst>
              <a:ext uri="{FF2B5EF4-FFF2-40B4-BE49-F238E27FC236}">
                <a16:creationId xmlns:a16="http://schemas.microsoft.com/office/drawing/2014/main" id="{550DB0D2-8049-584E-842E-CD361C1F0F61}"/>
              </a:ext>
            </a:extLst>
          </p:cNvPr>
          <p:cNvSpPr/>
          <p:nvPr/>
        </p:nvSpPr>
        <p:spPr>
          <a:xfrm>
            <a:off x="-4654677" y="1924148"/>
            <a:ext cx="347615" cy="347615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89F20406-05E1-4E44-B8DE-65F0D6679B86}"/>
              </a:ext>
            </a:extLst>
          </p:cNvPr>
          <p:cNvSpPr/>
          <p:nvPr/>
        </p:nvSpPr>
        <p:spPr>
          <a:xfrm>
            <a:off x="-4922022" y="1847733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7" name="Delay 776">
            <a:extLst>
              <a:ext uri="{FF2B5EF4-FFF2-40B4-BE49-F238E27FC236}">
                <a16:creationId xmlns:a16="http://schemas.microsoft.com/office/drawing/2014/main" id="{5881DC17-21F2-3B41-90E9-912F7BE5458B}"/>
              </a:ext>
            </a:extLst>
          </p:cNvPr>
          <p:cNvSpPr/>
          <p:nvPr/>
        </p:nvSpPr>
        <p:spPr>
          <a:xfrm rot="16200000">
            <a:off x="-4127660" y="2429676"/>
            <a:ext cx="371735" cy="371735"/>
          </a:xfrm>
          <a:prstGeom prst="flowChartDelay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8" name="Oval 777">
            <a:extLst>
              <a:ext uri="{FF2B5EF4-FFF2-40B4-BE49-F238E27FC236}">
                <a16:creationId xmlns:a16="http://schemas.microsoft.com/office/drawing/2014/main" id="{CA73D9BF-EC60-3941-B3CB-6DC6E3034205}"/>
              </a:ext>
            </a:extLst>
          </p:cNvPr>
          <p:cNvSpPr/>
          <p:nvPr/>
        </p:nvSpPr>
        <p:spPr>
          <a:xfrm>
            <a:off x="-4056287" y="2253671"/>
            <a:ext cx="231657" cy="23165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9" name="Oval 778">
            <a:extLst>
              <a:ext uri="{FF2B5EF4-FFF2-40B4-BE49-F238E27FC236}">
                <a16:creationId xmlns:a16="http://schemas.microsoft.com/office/drawing/2014/main" id="{9CE2C5DE-A478-8C4B-96B9-FF7359AC742B}"/>
              </a:ext>
            </a:extLst>
          </p:cNvPr>
          <p:cNvSpPr/>
          <p:nvPr/>
        </p:nvSpPr>
        <p:spPr>
          <a:xfrm>
            <a:off x="-4813156" y="2658934"/>
            <a:ext cx="45719" cy="45719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0" name="Trapezium 779">
            <a:extLst>
              <a:ext uri="{FF2B5EF4-FFF2-40B4-BE49-F238E27FC236}">
                <a16:creationId xmlns:a16="http://schemas.microsoft.com/office/drawing/2014/main" id="{D2E451EC-2BF6-F649-BF99-F78746EE7CC7}"/>
              </a:ext>
            </a:extLst>
          </p:cNvPr>
          <p:cNvSpPr/>
          <p:nvPr/>
        </p:nvSpPr>
        <p:spPr>
          <a:xfrm>
            <a:off x="-4906147" y="2653067"/>
            <a:ext cx="1334482" cy="458616"/>
          </a:xfrm>
          <a:prstGeom prst="trapezoid">
            <a:avLst>
              <a:gd name="adj" fmla="val 21512"/>
            </a:avLst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1" name="Group 780">
            <a:extLst>
              <a:ext uri="{FF2B5EF4-FFF2-40B4-BE49-F238E27FC236}">
                <a16:creationId xmlns:a16="http://schemas.microsoft.com/office/drawing/2014/main" id="{25F9C7D7-AB1A-3A4D-A4B8-ED3A550E4A05}"/>
              </a:ext>
            </a:extLst>
          </p:cNvPr>
          <p:cNvGrpSpPr/>
          <p:nvPr/>
        </p:nvGrpSpPr>
        <p:grpSpPr>
          <a:xfrm rot="20186334">
            <a:off x="-3969791" y="2633844"/>
            <a:ext cx="269302" cy="307958"/>
            <a:chOff x="4544158" y="1413029"/>
            <a:chExt cx="269302" cy="307958"/>
          </a:xfrm>
        </p:grpSpPr>
        <p:sp>
          <p:nvSpPr>
            <p:cNvPr id="782" name="Trapezium 781">
              <a:extLst>
                <a:ext uri="{FF2B5EF4-FFF2-40B4-BE49-F238E27FC236}">
                  <a16:creationId xmlns:a16="http://schemas.microsoft.com/office/drawing/2014/main" id="{FC5C44BF-2DA1-EC49-B8B0-619B43887C52}"/>
                </a:ext>
              </a:extLst>
            </p:cNvPr>
            <p:cNvSpPr/>
            <p:nvPr/>
          </p:nvSpPr>
          <p:spPr>
            <a:xfrm>
              <a:off x="4544158" y="1413029"/>
              <a:ext cx="269302" cy="307958"/>
            </a:xfrm>
            <a:prstGeom prst="trapezoid">
              <a:avLst>
                <a:gd name="adj" fmla="val 15179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3" name="Straight Connector 782">
              <a:extLst>
                <a:ext uri="{FF2B5EF4-FFF2-40B4-BE49-F238E27FC236}">
                  <a16:creationId xmlns:a16="http://schemas.microsoft.com/office/drawing/2014/main" id="{B4537D2A-39DF-6B45-87B4-4411DF8356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1738" y="1657641"/>
              <a:ext cx="16783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783">
              <a:extLst>
                <a:ext uri="{FF2B5EF4-FFF2-40B4-BE49-F238E27FC236}">
                  <a16:creationId xmlns:a16="http://schemas.microsoft.com/office/drawing/2014/main" id="{1937C324-E531-1F46-BB7A-D74ADC9CA1B5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27517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784">
              <a:extLst>
                <a:ext uri="{FF2B5EF4-FFF2-40B4-BE49-F238E27FC236}">
                  <a16:creationId xmlns:a16="http://schemas.microsoft.com/office/drawing/2014/main" id="{3EA24A53-9C8A-8F44-A998-4E7B49D6D4F1}"/>
                </a:ext>
              </a:extLst>
            </p:cNvPr>
            <p:cNvCxnSpPr>
              <a:cxnSpLocks/>
            </p:cNvCxnSpPr>
            <p:nvPr/>
          </p:nvCxnSpPr>
          <p:spPr>
            <a:xfrm>
              <a:off x="4664428" y="1468689"/>
              <a:ext cx="7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785">
              <a:extLst>
                <a:ext uri="{FF2B5EF4-FFF2-40B4-BE49-F238E27FC236}">
                  <a16:creationId xmlns:a16="http://schemas.microsoft.com/office/drawing/2014/main" id="{B7118EBA-D529-6E45-82BD-FFEAA2FE517F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91089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7" name="Group 786">
            <a:extLst>
              <a:ext uri="{FF2B5EF4-FFF2-40B4-BE49-F238E27FC236}">
                <a16:creationId xmlns:a16="http://schemas.microsoft.com/office/drawing/2014/main" id="{4EBE1D3A-1C44-A244-BCE3-18495A6617BC}"/>
              </a:ext>
            </a:extLst>
          </p:cNvPr>
          <p:cNvGrpSpPr/>
          <p:nvPr/>
        </p:nvGrpSpPr>
        <p:grpSpPr>
          <a:xfrm rot="1075215">
            <a:off x="-4301401" y="2691556"/>
            <a:ext cx="269302" cy="307958"/>
            <a:chOff x="4544158" y="1413029"/>
            <a:chExt cx="269302" cy="307958"/>
          </a:xfrm>
        </p:grpSpPr>
        <p:sp>
          <p:nvSpPr>
            <p:cNvPr id="788" name="Trapezium 787">
              <a:extLst>
                <a:ext uri="{FF2B5EF4-FFF2-40B4-BE49-F238E27FC236}">
                  <a16:creationId xmlns:a16="http://schemas.microsoft.com/office/drawing/2014/main" id="{EE455BA1-4BA3-CA4B-B468-45A741B4D7FE}"/>
                </a:ext>
              </a:extLst>
            </p:cNvPr>
            <p:cNvSpPr/>
            <p:nvPr/>
          </p:nvSpPr>
          <p:spPr>
            <a:xfrm>
              <a:off x="4544158" y="1413029"/>
              <a:ext cx="269302" cy="307958"/>
            </a:xfrm>
            <a:prstGeom prst="trapezoid">
              <a:avLst>
                <a:gd name="adj" fmla="val 15179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9" name="Straight Connector 788">
              <a:extLst>
                <a:ext uri="{FF2B5EF4-FFF2-40B4-BE49-F238E27FC236}">
                  <a16:creationId xmlns:a16="http://schemas.microsoft.com/office/drawing/2014/main" id="{267EDB27-2DBB-1F4D-8202-BDF5551772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1738" y="1657641"/>
              <a:ext cx="16783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789">
              <a:extLst>
                <a:ext uri="{FF2B5EF4-FFF2-40B4-BE49-F238E27FC236}">
                  <a16:creationId xmlns:a16="http://schemas.microsoft.com/office/drawing/2014/main" id="{3C5E9147-5E22-F542-B373-C877EBD3D5ED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27517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790">
              <a:extLst>
                <a:ext uri="{FF2B5EF4-FFF2-40B4-BE49-F238E27FC236}">
                  <a16:creationId xmlns:a16="http://schemas.microsoft.com/office/drawing/2014/main" id="{10310ACE-E02F-E14B-9185-90336B558EC2}"/>
                </a:ext>
              </a:extLst>
            </p:cNvPr>
            <p:cNvCxnSpPr>
              <a:cxnSpLocks/>
            </p:cNvCxnSpPr>
            <p:nvPr/>
          </p:nvCxnSpPr>
          <p:spPr>
            <a:xfrm>
              <a:off x="4664428" y="1468689"/>
              <a:ext cx="7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791">
              <a:extLst>
                <a:ext uri="{FF2B5EF4-FFF2-40B4-BE49-F238E27FC236}">
                  <a16:creationId xmlns:a16="http://schemas.microsoft.com/office/drawing/2014/main" id="{EA81F12F-4529-F74D-BBA4-169B46851D84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91089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15231B62-4360-4041-B55F-0BD807DE04C7}"/>
              </a:ext>
            </a:extLst>
          </p:cNvPr>
          <p:cNvGrpSpPr/>
          <p:nvPr/>
        </p:nvGrpSpPr>
        <p:grpSpPr>
          <a:xfrm>
            <a:off x="-4106998" y="2676605"/>
            <a:ext cx="269302" cy="307958"/>
            <a:chOff x="4544158" y="1413029"/>
            <a:chExt cx="269302" cy="307958"/>
          </a:xfrm>
        </p:grpSpPr>
        <p:sp>
          <p:nvSpPr>
            <p:cNvPr id="794" name="Trapezium 793">
              <a:extLst>
                <a:ext uri="{FF2B5EF4-FFF2-40B4-BE49-F238E27FC236}">
                  <a16:creationId xmlns:a16="http://schemas.microsoft.com/office/drawing/2014/main" id="{B0D85483-5549-8B45-9E7E-74B6D8232495}"/>
                </a:ext>
              </a:extLst>
            </p:cNvPr>
            <p:cNvSpPr/>
            <p:nvPr/>
          </p:nvSpPr>
          <p:spPr>
            <a:xfrm>
              <a:off x="4544158" y="1413029"/>
              <a:ext cx="269302" cy="307958"/>
            </a:xfrm>
            <a:prstGeom prst="trapezoid">
              <a:avLst>
                <a:gd name="adj" fmla="val 15179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5" name="Straight Connector 794">
              <a:extLst>
                <a:ext uri="{FF2B5EF4-FFF2-40B4-BE49-F238E27FC236}">
                  <a16:creationId xmlns:a16="http://schemas.microsoft.com/office/drawing/2014/main" id="{E4D76991-C21A-2B4D-8410-8F8AF2ED7F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91738" y="1657641"/>
              <a:ext cx="16783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795">
              <a:extLst>
                <a:ext uri="{FF2B5EF4-FFF2-40B4-BE49-F238E27FC236}">
                  <a16:creationId xmlns:a16="http://schemas.microsoft.com/office/drawing/2014/main" id="{F9249F55-8028-E740-A723-8BA51509202E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27517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796">
              <a:extLst>
                <a:ext uri="{FF2B5EF4-FFF2-40B4-BE49-F238E27FC236}">
                  <a16:creationId xmlns:a16="http://schemas.microsoft.com/office/drawing/2014/main" id="{7C679FCA-CAA3-8245-B642-53E94A382A4B}"/>
                </a:ext>
              </a:extLst>
            </p:cNvPr>
            <p:cNvCxnSpPr>
              <a:cxnSpLocks/>
            </p:cNvCxnSpPr>
            <p:nvPr/>
          </p:nvCxnSpPr>
          <p:spPr>
            <a:xfrm>
              <a:off x="4664428" y="1468689"/>
              <a:ext cx="7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797">
              <a:extLst>
                <a:ext uri="{FF2B5EF4-FFF2-40B4-BE49-F238E27FC236}">
                  <a16:creationId xmlns:a16="http://schemas.microsoft.com/office/drawing/2014/main" id="{05CF9C4C-43CB-5542-BDEA-347F48B304D5}"/>
                </a:ext>
              </a:extLst>
            </p:cNvPr>
            <p:cNvCxnSpPr>
              <a:cxnSpLocks/>
            </p:cNvCxnSpPr>
            <p:nvPr/>
          </p:nvCxnSpPr>
          <p:spPr>
            <a:xfrm>
              <a:off x="4608384" y="1591089"/>
              <a:ext cx="14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0" name="Rounded Rectangular Callout 799">
            <a:extLst>
              <a:ext uri="{FF2B5EF4-FFF2-40B4-BE49-F238E27FC236}">
                <a16:creationId xmlns:a16="http://schemas.microsoft.com/office/drawing/2014/main" id="{3AC2EE41-5C18-C747-AFE9-A38893D3251A}"/>
              </a:ext>
            </a:extLst>
          </p:cNvPr>
          <p:cNvSpPr/>
          <p:nvPr/>
        </p:nvSpPr>
        <p:spPr>
          <a:xfrm>
            <a:off x="-4212485" y="1920572"/>
            <a:ext cx="258421" cy="290556"/>
          </a:xfrm>
          <a:prstGeom prst="wedgeRoundRectCallout">
            <a:avLst>
              <a:gd name="adj1" fmla="val -69294"/>
              <a:gd name="adj2" fmla="val 31094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" name="Rounded Rectangular Callout 800">
            <a:extLst>
              <a:ext uri="{FF2B5EF4-FFF2-40B4-BE49-F238E27FC236}">
                <a16:creationId xmlns:a16="http://schemas.microsoft.com/office/drawing/2014/main" id="{98F14F40-9FDD-8246-844F-62E18631F3F2}"/>
              </a:ext>
            </a:extLst>
          </p:cNvPr>
          <p:cNvSpPr/>
          <p:nvPr/>
        </p:nvSpPr>
        <p:spPr>
          <a:xfrm>
            <a:off x="-3866997" y="1920572"/>
            <a:ext cx="258421" cy="290556"/>
          </a:xfrm>
          <a:prstGeom prst="wedgeRoundRectCallout">
            <a:avLst>
              <a:gd name="adj1" fmla="val -31207"/>
              <a:gd name="adj2" fmla="val 71525"/>
              <a:gd name="adj3" fmla="val 16667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2" name="TextBox 1561">
            <a:extLst>
              <a:ext uri="{FF2B5EF4-FFF2-40B4-BE49-F238E27FC236}">
                <a16:creationId xmlns:a16="http://schemas.microsoft.com/office/drawing/2014/main" id="{74D57B65-F95E-6040-AFEB-269F3887C32E}"/>
              </a:ext>
            </a:extLst>
          </p:cNvPr>
          <p:cNvSpPr txBox="1"/>
          <p:nvPr/>
        </p:nvSpPr>
        <p:spPr>
          <a:xfrm rot="10800000">
            <a:off x="5366162" y="3147204"/>
            <a:ext cx="5293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*</a:t>
            </a:r>
          </a:p>
        </p:txBody>
      </p:sp>
      <p:sp>
        <p:nvSpPr>
          <p:cNvPr id="1563" name="TextBox 1562">
            <a:extLst>
              <a:ext uri="{FF2B5EF4-FFF2-40B4-BE49-F238E27FC236}">
                <a16:creationId xmlns:a16="http://schemas.microsoft.com/office/drawing/2014/main" id="{A069BCA3-B664-7B49-AA1C-FAC0359A2C89}"/>
              </a:ext>
            </a:extLst>
          </p:cNvPr>
          <p:cNvSpPr txBox="1"/>
          <p:nvPr/>
        </p:nvSpPr>
        <p:spPr>
          <a:xfrm rot="11313908">
            <a:off x="6028966" y="3202737"/>
            <a:ext cx="5293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*</a:t>
            </a:r>
          </a:p>
        </p:txBody>
      </p:sp>
      <p:grpSp>
        <p:nvGrpSpPr>
          <p:cNvPr id="1582" name="Group 1581">
            <a:extLst>
              <a:ext uri="{FF2B5EF4-FFF2-40B4-BE49-F238E27FC236}">
                <a16:creationId xmlns:a16="http://schemas.microsoft.com/office/drawing/2014/main" id="{DC037022-698E-FF4D-B863-967F4444D262}"/>
              </a:ext>
            </a:extLst>
          </p:cNvPr>
          <p:cNvGrpSpPr/>
          <p:nvPr/>
        </p:nvGrpSpPr>
        <p:grpSpPr>
          <a:xfrm>
            <a:off x="5932129" y="4220620"/>
            <a:ext cx="129452" cy="344990"/>
            <a:chOff x="5933135" y="4274718"/>
            <a:chExt cx="129452" cy="344990"/>
          </a:xfrm>
        </p:grpSpPr>
        <p:sp>
          <p:nvSpPr>
            <p:cNvPr id="1567" name="Terminator 1566">
              <a:extLst>
                <a:ext uri="{FF2B5EF4-FFF2-40B4-BE49-F238E27FC236}">
                  <a16:creationId xmlns:a16="http://schemas.microsoft.com/office/drawing/2014/main" id="{CC5E7AB4-4DD6-FD49-924A-3CFE200FD59D}"/>
                </a:ext>
              </a:extLst>
            </p:cNvPr>
            <p:cNvSpPr/>
            <p:nvPr/>
          </p:nvSpPr>
          <p:spPr>
            <a:xfrm rot="4875516">
              <a:off x="5848840" y="4359013"/>
              <a:ext cx="251628" cy="83037"/>
            </a:xfrm>
            <a:prstGeom prst="flowChartTerminator">
              <a:avLst/>
            </a:pr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8" name="Terminator 1567">
              <a:extLst>
                <a:ext uri="{FF2B5EF4-FFF2-40B4-BE49-F238E27FC236}">
                  <a16:creationId xmlns:a16="http://schemas.microsoft.com/office/drawing/2014/main" id="{FE9AA968-1835-DD45-B30F-CFFC45C98451}"/>
                </a:ext>
              </a:extLst>
            </p:cNvPr>
            <p:cNvSpPr/>
            <p:nvPr/>
          </p:nvSpPr>
          <p:spPr>
            <a:xfrm rot="3103791">
              <a:off x="5933978" y="4491099"/>
              <a:ext cx="179267" cy="77951"/>
            </a:xfrm>
            <a:prstGeom prst="flowChartTerminator">
              <a:avLst/>
            </a:pr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81" name="Group 1580">
            <a:extLst>
              <a:ext uri="{FF2B5EF4-FFF2-40B4-BE49-F238E27FC236}">
                <a16:creationId xmlns:a16="http://schemas.microsoft.com/office/drawing/2014/main" id="{F2468C27-5B57-0F41-BCF6-F2EDDE56A451}"/>
              </a:ext>
            </a:extLst>
          </p:cNvPr>
          <p:cNvGrpSpPr/>
          <p:nvPr/>
        </p:nvGrpSpPr>
        <p:grpSpPr>
          <a:xfrm rot="8472695" flipH="1">
            <a:off x="5799128" y="4236954"/>
            <a:ext cx="157948" cy="360388"/>
            <a:chOff x="5790339" y="4274122"/>
            <a:chExt cx="157948" cy="360388"/>
          </a:xfrm>
        </p:grpSpPr>
        <p:sp>
          <p:nvSpPr>
            <p:cNvPr id="1579" name="Terminator 1578">
              <a:extLst>
                <a:ext uri="{FF2B5EF4-FFF2-40B4-BE49-F238E27FC236}">
                  <a16:creationId xmlns:a16="http://schemas.microsoft.com/office/drawing/2014/main" id="{A58EFCDB-29E0-2945-9ADB-8E7DA99848E3}"/>
                </a:ext>
              </a:extLst>
            </p:cNvPr>
            <p:cNvSpPr/>
            <p:nvPr/>
          </p:nvSpPr>
          <p:spPr>
            <a:xfrm rot="4042695">
              <a:off x="5706044" y="4358417"/>
              <a:ext cx="251628" cy="83037"/>
            </a:xfrm>
            <a:prstGeom prst="flowChartTerminator">
              <a:avLst/>
            </a:pr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0" name="Terminator 1579">
              <a:extLst>
                <a:ext uri="{FF2B5EF4-FFF2-40B4-BE49-F238E27FC236}">
                  <a16:creationId xmlns:a16="http://schemas.microsoft.com/office/drawing/2014/main" id="{791E5831-ABE8-B041-948F-6ED5D4856221}"/>
                </a:ext>
              </a:extLst>
            </p:cNvPr>
            <p:cNvSpPr/>
            <p:nvPr/>
          </p:nvSpPr>
          <p:spPr>
            <a:xfrm rot="3103791">
              <a:off x="5819678" y="4505901"/>
              <a:ext cx="179267" cy="77951"/>
            </a:xfrm>
            <a:prstGeom prst="flowChartTerminator">
              <a:avLst/>
            </a:pr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42" name="Rectangle 841">
            <a:extLst>
              <a:ext uri="{FF2B5EF4-FFF2-40B4-BE49-F238E27FC236}">
                <a16:creationId xmlns:a16="http://schemas.microsoft.com/office/drawing/2014/main" id="{5BDA479D-997D-4F44-8352-059C95997A15}"/>
              </a:ext>
            </a:extLst>
          </p:cNvPr>
          <p:cNvSpPr/>
          <p:nvPr/>
        </p:nvSpPr>
        <p:spPr>
          <a:xfrm>
            <a:off x="3214026" y="5264972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81547D6-9030-C640-BCBC-A293A4662941}"/>
              </a:ext>
            </a:extLst>
          </p:cNvPr>
          <p:cNvGrpSpPr/>
          <p:nvPr/>
        </p:nvGrpSpPr>
        <p:grpSpPr>
          <a:xfrm>
            <a:off x="3363178" y="5491542"/>
            <a:ext cx="1053092" cy="918261"/>
            <a:chOff x="3231326" y="5405114"/>
            <a:chExt cx="1268105" cy="1105745"/>
          </a:xfrm>
        </p:grpSpPr>
        <p:sp>
          <p:nvSpPr>
            <p:cNvPr id="823" name="Rectangle 822">
              <a:extLst>
                <a:ext uri="{FF2B5EF4-FFF2-40B4-BE49-F238E27FC236}">
                  <a16:creationId xmlns:a16="http://schemas.microsoft.com/office/drawing/2014/main" id="{56A27522-E6E7-6A44-B174-7FFA3EA3CC2B}"/>
                </a:ext>
              </a:extLst>
            </p:cNvPr>
            <p:cNvSpPr/>
            <p:nvPr/>
          </p:nvSpPr>
          <p:spPr>
            <a:xfrm>
              <a:off x="3703881" y="5447509"/>
              <a:ext cx="756664" cy="756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8C8030-3FA2-AA48-B8D3-E4A9FD8574D5}"/>
                </a:ext>
              </a:extLst>
            </p:cNvPr>
            <p:cNvCxnSpPr/>
            <p:nvPr/>
          </p:nvCxnSpPr>
          <p:spPr>
            <a:xfrm flipV="1">
              <a:off x="3248230" y="5440836"/>
              <a:ext cx="448977" cy="265329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823">
              <a:extLst>
                <a:ext uri="{FF2B5EF4-FFF2-40B4-BE49-F238E27FC236}">
                  <a16:creationId xmlns:a16="http://schemas.microsoft.com/office/drawing/2014/main" id="{ACF4A132-C921-7744-8D3E-D7F1F699F4CD}"/>
                </a:ext>
              </a:extLst>
            </p:cNvPr>
            <p:cNvCxnSpPr/>
            <p:nvPr/>
          </p:nvCxnSpPr>
          <p:spPr>
            <a:xfrm flipV="1">
              <a:off x="3267128" y="6192284"/>
              <a:ext cx="448977" cy="265329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824">
              <a:extLst>
                <a:ext uri="{FF2B5EF4-FFF2-40B4-BE49-F238E27FC236}">
                  <a16:creationId xmlns:a16="http://schemas.microsoft.com/office/drawing/2014/main" id="{ABC255B5-DA7F-E544-BDFB-963033038C29}"/>
                </a:ext>
              </a:extLst>
            </p:cNvPr>
            <p:cNvCxnSpPr/>
            <p:nvPr/>
          </p:nvCxnSpPr>
          <p:spPr>
            <a:xfrm flipV="1">
              <a:off x="4008820" y="5454885"/>
              <a:ext cx="448977" cy="265329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825">
              <a:extLst>
                <a:ext uri="{FF2B5EF4-FFF2-40B4-BE49-F238E27FC236}">
                  <a16:creationId xmlns:a16="http://schemas.microsoft.com/office/drawing/2014/main" id="{5418728C-FDD3-F241-9967-1A372FA08110}"/>
                </a:ext>
              </a:extLst>
            </p:cNvPr>
            <p:cNvCxnSpPr/>
            <p:nvPr/>
          </p:nvCxnSpPr>
          <p:spPr>
            <a:xfrm flipV="1">
              <a:off x="4021521" y="6212304"/>
              <a:ext cx="448977" cy="265329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6" name="Oval 875">
              <a:extLst>
                <a:ext uri="{FF2B5EF4-FFF2-40B4-BE49-F238E27FC236}">
                  <a16:creationId xmlns:a16="http://schemas.microsoft.com/office/drawing/2014/main" id="{50114436-5747-354E-B6FA-A6BF002D651E}"/>
                </a:ext>
              </a:extLst>
            </p:cNvPr>
            <p:cNvSpPr/>
            <p:nvPr/>
          </p:nvSpPr>
          <p:spPr>
            <a:xfrm>
              <a:off x="3235830" y="6437025"/>
              <a:ext cx="73834" cy="73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7" name="Oval 876">
              <a:extLst>
                <a:ext uri="{FF2B5EF4-FFF2-40B4-BE49-F238E27FC236}">
                  <a16:creationId xmlns:a16="http://schemas.microsoft.com/office/drawing/2014/main" id="{03C61C4F-9BC8-1146-B5C7-EF25C5802F55}"/>
                </a:ext>
              </a:extLst>
            </p:cNvPr>
            <p:cNvSpPr/>
            <p:nvPr/>
          </p:nvSpPr>
          <p:spPr>
            <a:xfrm>
              <a:off x="4425597" y="6159704"/>
              <a:ext cx="73834" cy="73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8" name="Oval 877">
              <a:extLst>
                <a:ext uri="{FF2B5EF4-FFF2-40B4-BE49-F238E27FC236}">
                  <a16:creationId xmlns:a16="http://schemas.microsoft.com/office/drawing/2014/main" id="{335C5260-F9FD-1947-93B8-04E682CC7C1A}"/>
                </a:ext>
              </a:extLst>
            </p:cNvPr>
            <p:cNvSpPr/>
            <p:nvPr/>
          </p:nvSpPr>
          <p:spPr>
            <a:xfrm>
              <a:off x="3231326" y="5668053"/>
              <a:ext cx="73834" cy="73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9" name="Oval 878">
              <a:extLst>
                <a:ext uri="{FF2B5EF4-FFF2-40B4-BE49-F238E27FC236}">
                  <a16:creationId xmlns:a16="http://schemas.microsoft.com/office/drawing/2014/main" id="{62AFD66B-14DA-6146-8469-B33BA6C025BD}"/>
                </a:ext>
              </a:extLst>
            </p:cNvPr>
            <p:cNvSpPr/>
            <p:nvPr/>
          </p:nvSpPr>
          <p:spPr>
            <a:xfrm>
              <a:off x="3989975" y="5677279"/>
              <a:ext cx="73834" cy="73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0" name="Oval 879">
              <a:extLst>
                <a:ext uri="{FF2B5EF4-FFF2-40B4-BE49-F238E27FC236}">
                  <a16:creationId xmlns:a16="http://schemas.microsoft.com/office/drawing/2014/main" id="{42C04BE5-70ED-A144-9AE3-C3E8430757B5}"/>
                </a:ext>
              </a:extLst>
            </p:cNvPr>
            <p:cNvSpPr/>
            <p:nvPr/>
          </p:nvSpPr>
          <p:spPr>
            <a:xfrm>
              <a:off x="3664845" y="5405114"/>
              <a:ext cx="73834" cy="73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1" name="Oval 880">
              <a:extLst>
                <a:ext uri="{FF2B5EF4-FFF2-40B4-BE49-F238E27FC236}">
                  <a16:creationId xmlns:a16="http://schemas.microsoft.com/office/drawing/2014/main" id="{936D138A-19BA-F147-8881-907D59F0FC1A}"/>
                </a:ext>
              </a:extLst>
            </p:cNvPr>
            <p:cNvSpPr/>
            <p:nvPr/>
          </p:nvSpPr>
          <p:spPr>
            <a:xfrm>
              <a:off x="4423045" y="5409838"/>
              <a:ext cx="73834" cy="73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2" name="Oval 881">
              <a:extLst>
                <a:ext uri="{FF2B5EF4-FFF2-40B4-BE49-F238E27FC236}">
                  <a16:creationId xmlns:a16="http://schemas.microsoft.com/office/drawing/2014/main" id="{541EE575-5C73-7448-A3BB-4FBAE08284D5}"/>
                </a:ext>
              </a:extLst>
            </p:cNvPr>
            <p:cNvSpPr/>
            <p:nvPr/>
          </p:nvSpPr>
          <p:spPr>
            <a:xfrm>
              <a:off x="3995269" y="6429322"/>
              <a:ext cx="73834" cy="73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987F2F5-1BB3-754E-9DF0-2CCE274AECF6}"/>
                </a:ext>
              </a:extLst>
            </p:cNvPr>
            <p:cNvGrpSpPr/>
            <p:nvPr/>
          </p:nvGrpSpPr>
          <p:grpSpPr>
            <a:xfrm>
              <a:off x="3715532" y="6089370"/>
              <a:ext cx="356795" cy="318172"/>
              <a:chOff x="3606109" y="5951470"/>
              <a:chExt cx="515677" cy="459855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C6E816B-BD93-444C-B749-83F0A66DF8DD}"/>
                  </a:ext>
                </a:extLst>
              </p:cNvPr>
              <p:cNvGrpSpPr/>
              <p:nvPr/>
            </p:nvGrpSpPr>
            <p:grpSpPr>
              <a:xfrm>
                <a:off x="3649409" y="5990952"/>
                <a:ext cx="436338" cy="384337"/>
                <a:chOff x="4905708" y="5806796"/>
                <a:chExt cx="555491" cy="494967"/>
              </a:xfrm>
            </p:grpSpPr>
            <p:sp>
              <p:nvSpPr>
                <p:cNvPr id="827" name="Rectangle 826">
                  <a:extLst>
                    <a:ext uri="{FF2B5EF4-FFF2-40B4-BE49-F238E27FC236}">
                      <a16:creationId xmlns:a16="http://schemas.microsoft.com/office/drawing/2014/main" id="{2E2E107F-BFE9-2D43-AABE-927D560FDBDF}"/>
                    </a:ext>
                  </a:extLst>
                </p:cNvPr>
                <p:cNvSpPr/>
                <p:nvPr/>
              </p:nvSpPr>
              <p:spPr>
                <a:xfrm>
                  <a:off x="4905708" y="5941763"/>
                  <a:ext cx="360000" cy="360000"/>
                </a:xfrm>
                <a:prstGeom prst="rect">
                  <a:avLst/>
                </a:prstGeom>
                <a:solidFill>
                  <a:schemeClr val="bg1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8" name="Parallelogram 827">
                  <a:extLst>
                    <a:ext uri="{FF2B5EF4-FFF2-40B4-BE49-F238E27FC236}">
                      <a16:creationId xmlns:a16="http://schemas.microsoft.com/office/drawing/2014/main" id="{12756341-0EFE-F04E-83E3-A80AE762C02E}"/>
                    </a:ext>
                  </a:extLst>
                </p:cNvPr>
                <p:cNvSpPr/>
                <p:nvPr/>
              </p:nvSpPr>
              <p:spPr>
                <a:xfrm rot="5400000" flipH="1">
                  <a:off x="5116207" y="5956768"/>
                  <a:ext cx="494962" cy="195023"/>
                </a:xfrm>
                <a:prstGeom prst="parallelogram">
                  <a:avLst>
                    <a:gd name="adj" fmla="val 71558"/>
                  </a:avLst>
                </a:prstGeom>
                <a:solidFill>
                  <a:schemeClr val="bg1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9" name="Parallelogram 828">
                  <a:extLst>
                    <a:ext uri="{FF2B5EF4-FFF2-40B4-BE49-F238E27FC236}">
                      <a16:creationId xmlns:a16="http://schemas.microsoft.com/office/drawing/2014/main" id="{FAE80D91-94CD-DB45-9DE2-92143A8C5F14}"/>
                    </a:ext>
                  </a:extLst>
                </p:cNvPr>
                <p:cNvSpPr/>
                <p:nvPr/>
              </p:nvSpPr>
              <p:spPr>
                <a:xfrm>
                  <a:off x="4908160" y="5806796"/>
                  <a:ext cx="553039" cy="130197"/>
                </a:xfrm>
                <a:prstGeom prst="parallelogram">
                  <a:avLst>
                    <a:gd name="adj" fmla="val 137322"/>
                  </a:avLst>
                </a:prstGeom>
                <a:solidFill>
                  <a:schemeClr val="bg1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69" name="Oval 868">
                <a:extLst>
                  <a:ext uri="{FF2B5EF4-FFF2-40B4-BE49-F238E27FC236}">
                    <a16:creationId xmlns:a16="http://schemas.microsoft.com/office/drawing/2014/main" id="{19702050-FC62-3F41-881D-15BAF68DA0E6}"/>
                  </a:ext>
                </a:extLst>
              </p:cNvPr>
              <p:cNvSpPr/>
              <p:nvPr/>
            </p:nvSpPr>
            <p:spPr>
              <a:xfrm>
                <a:off x="3607549" y="6337491"/>
                <a:ext cx="73834" cy="7383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0" name="Oval 869">
                <a:extLst>
                  <a:ext uri="{FF2B5EF4-FFF2-40B4-BE49-F238E27FC236}">
                    <a16:creationId xmlns:a16="http://schemas.microsoft.com/office/drawing/2014/main" id="{5EFA8C0B-39D5-DB4F-9940-536F7D37464B}"/>
                  </a:ext>
                </a:extLst>
              </p:cNvPr>
              <p:cNvSpPr/>
              <p:nvPr/>
            </p:nvSpPr>
            <p:spPr>
              <a:xfrm>
                <a:off x="3895675" y="6333347"/>
                <a:ext cx="73834" cy="7383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1" name="Oval 870">
                <a:extLst>
                  <a:ext uri="{FF2B5EF4-FFF2-40B4-BE49-F238E27FC236}">
                    <a16:creationId xmlns:a16="http://schemas.microsoft.com/office/drawing/2014/main" id="{3BE41C35-EF88-3947-8210-C2F46837157E}"/>
                  </a:ext>
                </a:extLst>
              </p:cNvPr>
              <p:cNvSpPr/>
              <p:nvPr/>
            </p:nvSpPr>
            <p:spPr>
              <a:xfrm>
                <a:off x="3606109" y="6054643"/>
                <a:ext cx="73834" cy="7383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2" name="Oval 871">
                <a:extLst>
                  <a:ext uri="{FF2B5EF4-FFF2-40B4-BE49-F238E27FC236}">
                    <a16:creationId xmlns:a16="http://schemas.microsoft.com/office/drawing/2014/main" id="{933E659F-AE09-CD4E-8092-C331C2C10B79}"/>
                  </a:ext>
                </a:extLst>
              </p:cNvPr>
              <p:cNvSpPr/>
              <p:nvPr/>
            </p:nvSpPr>
            <p:spPr>
              <a:xfrm>
                <a:off x="3890204" y="6060391"/>
                <a:ext cx="73834" cy="7383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3" name="Oval 872">
                <a:extLst>
                  <a:ext uri="{FF2B5EF4-FFF2-40B4-BE49-F238E27FC236}">
                    <a16:creationId xmlns:a16="http://schemas.microsoft.com/office/drawing/2014/main" id="{F59F647B-5116-AF4C-83DC-E85809021B23}"/>
                  </a:ext>
                </a:extLst>
              </p:cNvPr>
              <p:cNvSpPr/>
              <p:nvPr/>
            </p:nvSpPr>
            <p:spPr>
              <a:xfrm>
                <a:off x="3768424" y="5951470"/>
                <a:ext cx="73834" cy="7383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4" name="Oval 873">
                <a:extLst>
                  <a:ext uri="{FF2B5EF4-FFF2-40B4-BE49-F238E27FC236}">
                    <a16:creationId xmlns:a16="http://schemas.microsoft.com/office/drawing/2014/main" id="{6C49D980-2C9A-0D4E-AD42-78EDE6854DFD}"/>
                  </a:ext>
                </a:extLst>
              </p:cNvPr>
              <p:cNvSpPr/>
              <p:nvPr/>
            </p:nvSpPr>
            <p:spPr>
              <a:xfrm>
                <a:off x="4046308" y="5957179"/>
                <a:ext cx="73834" cy="7383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5" name="Oval 874">
                <a:extLst>
                  <a:ext uri="{FF2B5EF4-FFF2-40B4-BE49-F238E27FC236}">
                    <a16:creationId xmlns:a16="http://schemas.microsoft.com/office/drawing/2014/main" id="{12757801-408B-3648-98BE-0BAD3B23CC6F}"/>
                  </a:ext>
                </a:extLst>
              </p:cNvPr>
              <p:cNvSpPr/>
              <p:nvPr/>
            </p:nvSpPr>
            <p:spPr>
              <a:xfrm>
                <a:off x="4047952" y="6221828"/>
                <a:ext cx="73834" cy="7383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32" name="Rectangle 731">
              <a:extLst>
                <a:ext uri="{FF2B5EF4-FFF2-40B4-BE49-F238E27FC236}">
                  <a16:creationId xmlns:a16="http://schemas.microsoft.com/office/drawing/2014/main" id="{81CAD24D-3B0E-6947-BB8B-0A8F7D5B02DA}"/>
                </a:ext>
              </a:extLst>
            </p:cNvPr>
            <p:cNvSpPr/>
            <p:nvPr/>
          </p:nvSpPr>
          <p:spPr>
            <a:xfrm>
              <a:off x="3268063" y="5712838"/>
              <a:ext cx="756664" cy="756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2" name="Oval 911">
              <a:extLst>
                <a:ext uri="{FF2B5EF4-FFF2-40B4-BE49-F238E27FC236}">
                  <a16:creationId xmlns:a16="http://schemas.microsoft.com/office/drawing/2014/main" id="{A8990CD6-9C3A-7841-A7A8-A7EA5A780EFC}"/>
                </a:ext>
              </a:extLst>
            </p:cNvPr>
            <p:cNvSpPr/>
            <p:nvPr/>
          </p:nvSpPr>
          <p:spPr>
            <a:xfrm>
              <a:off x="3667059" y="6166893"/>
              <a:ext cx="73834" cy="73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03689957-941E-3846-892A-85C1B1F9B056}"/>
              </a:ext>
            </a:extLst>
          </p:cNvPr>
          <p:cNvSpPr/>
          <p:nvPr/>
        </p:nvSpPr>
        <p:spPr>
          <a:xfrm>
            <a:off x="4682918" y="5264972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9D8F40F1-EEF1-DF44-B54D-A5A662EB1458}"/>
              </a:ext>
            </a:extLst>
          </p:cNvPr>
          <p:cNvSpPr/>
          <p:nvPr/>
        </p:nvSpPr>
        <p:spPr>
          <a:xfrm>
            <a:off x="11566264" y="55473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65E311-E161-FD40-8B6A-C5575DA5BD97}"/>
              </a:ext>
            </a:extLst>
          </p:cNvPr>
          <p:cNvGrpSpPr/>
          <p:nvPr/>
        </p:nvGrpSpPr>
        <p:grpSpPr>
          <a:xfrm>
            <a:off x="11745350" y="125883"/>
            <a:ext cx="848993" cy="1123265"/>
            <a:chOff x="8399030" y="5756490"/>
            <a:chExt cx="673849" cy="891543"/>
          </a:xfrm>
        </p:grpSpPr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B6A69B25-E283-594F-9E09-E5FFACBF3165}"/>
                </a:ext>
              </a:extLst>
            </p:cNvPr>
            <p:cNvSpPr/>
            <p:nvPr/>
          </p:nvSpPr>
          <p:spPr>
            <a:xfrm>
              <a:off x="8399030" y="5756490"/>
              <a:ext cx="673849" cy="89154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2" name="Straight Connector 571">
              <a:extLst>
                <a:ext uri="{FF2B5EF4-FFF2-40B4-BE49-F238E27FC236}">
                  <a16:creationId xmlns:a16="http://schemas.microsoft.com/office/drawing/2014/main" id="{E6024BF0-B4FE-2C43-B59C-499A6B7D7164}"/>
                </a:ext>
              </a:extLst>
            </p:cNvPr>
            <p:cNvCxnSpPr>
              <a:cxnSpLocks/>
            </p:cNvCxnSpPr>
            <p:nvPr/>
          </p:nvCxnSpPr>
          <p:spPr>
            <a:xfrm>
              <a:off x="8496215" y="5861232"/>
              <a:ext cx="47109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Straight Connector 572">
              <a:extLst>
                <a:ext uri="{FF2B5EF4-FFF2-40B4-BE49-F238E27FC236}">
                  <a16:creationId xmlns:a16="http://schemas.microsoft.com/office/drawing/2014/main" id="{6483FAEA-2777-D149-9CE1-6CA69F2677CA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596882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623">
              <a:extLst>
                <a:ext uri="{FF2B5EF4-FFF2-40B4-BE49-F238E27FC236}">
                  <a16:creationId xmlns:a16="http://schemas.microsoft.com/office/drawing/2014/main" id="{17E8F37E-139C-D448-83F0-1509DA2E35AC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604374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625">
              <a:extLst>
                <a:ext uri="{FF2B5EF4-FFF2-40B4-BE49-F238E27FC236}">
                  <a16:creationId xmlns:a16="http://schemas.microsoft.com/office/drawing/2014/main" id="{8BD64FB7-F4B2-4140-B84C-1ADFC58D3EE8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611865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629">
              <a:extLst>
                <a:ext uri="{FF2B5EF4-FFF2-40B4-BE49-F238E27FC236}">
                  <a16:creationId xmlns:a16="http://schemas.microsoft.com/office/drawing/2014/main" id="{5D0A6EB3-C387-994C-BFAF-A25EAA2AF080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619357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634">
              <a:extLst>
                <a:ext uri="{FF2B5EF4-FFF2-40B4-BE49-F238E27FC236}">
                  <a16:creationId xmlns:a16="http://schemas.microsoft.com/office/drawing/2014/main" id="{EDD869BE-1940-9546-91A8-A73265011273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6268489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8749498C-D768-C545-BB2C-F8A130DA249E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28" y="634340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638">
              <a:extLst>
                <a:ext uri="{FF2B5EF4-FFF2-40B4-BE49-F238E27FC236}">
                  <a16:creationId xmlns:a16="http://schemas.microsoft.com/office/drawing/2014/main" id="{9A81DDFD-04FA-0940-82CB-ED3D73439981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19437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CB430757-1E9A-C547-97F1-95303D0EC818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269289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643">
              <a:extLst>
                <a:ext uri="{FF2B5EF4-FFF2-40B4-BE49-F238E27FC236}">
                  <a16:creationId xmlns:a16="http://schemas.microsoft.com/office/drawing/2014/main" id="{12F0EA93-7FAE-594D-A93F-74F73F256185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34420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644">
              <a:extLst>
                <a:ext uri="{FF2B5EF4-FFF2-40B4-BE49-F238E27FC236}">
                  <a16:creationId xmlns:a16="http://schemas.microsoft.com/office/drawing/2014/main" id="{24D40E6C-D6F4-B841-8130-CF056AD012AB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419119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645">
              <a:extLst>
                <a:ext uri="{FF2B5EF4-FFF2-40B4-BE49-F238E27FC236}">
                  <a16:creationId xmlns:a16="http://schemas.microsoft.com/office/drawing/2014/main" id="{8ABEFB41-9543-C145-ACCB-EBEED46A800D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49403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DC53E601-7A84-D543-B075-6E9F5F48B7B8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6" y="6568951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3" name="Rectangle 652">
              <a:extLst>
                <a:ext uri="{FF2B5EF4-FFF2-40B4-BE49-F238E27FC236}">
                  <a16:creationId xmlns:a16="http://schemas.microsoft.com/office/drawing/2014/main" id="{41F6848C-B754-334D-9A38-AE02CD53C384}"/>
                </a:ext>
              </a:extLst>
            </p:cNvPr>
            <p:cNvSpPr/>
            <p:nvPr/>
          </p:nvSpPr>
          <p:spPr>
            <a:xfrm>
              <a:off x="8761351" y="5953668"/>
              <a:ext cx="205956" cy="1801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4" name="Rectangle 653">
              <a:extLst>
                <a:ext uri="{FF2B5EF4-FFF2-40B4-BE49-F238E27FC236}">
                  <a16:creationId xmlns:a16="http://schemas.microsoft.com/office/drawing/2014/main" id="{7B048A82-1C2D-0F4C-90C8-C3A06CEA16DD}"/>
                </a:ext>
              </a:extLst>
            </p:cNvPr>
            <p:cNvSpPr/>
            <p:nvPr/>
          </p:nvSpPr>
          <p:spPr>
            <a:xfrm>
              <a:off x="8496220" y="6404596"/>
              <a:ext cx="205956" cy="1801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5" name="Rectangle 654">
              <a:extLst>
                <a:ext uri="{FF2B5EF4-FFF2-40B4-BE49-F238E27FC236}">
                  <a16:creationId xmlns:a16="http://schemas.microsoft.com/office/drawing/2014/main" id="{9DE1E9EE-D145-184F-9904-32C88364ACD7}"/>
                </a:ext>
              </a:extLst>
            </p:cNvPr>
            <p:cNvSpPr/>
            <p:nvPr/>
          </p:nvSpPr>
          <p:spPr>
            <a:xfrm>
              <a:off x="8791869" y="6011549"/>
              <a:ext cx="54034" cy="121628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6" name="Rectangle 655">
              <a:extLst>
                <a:ext uri="{FF2B5EF4-FFF2-40B4-BE49-F238E27FC236}">
                  <a16:creationId xmlns:a16="http://schemas.microsoft.com/office/drawing/2014/main" id="{ACC0F3FA-CC38-6340-9AD3-39E50A885FB7}"/>
                </a:ext>
              </a:extLst>
            </p:cNvPr>
            <p:cNvSpPr/>
            <p:nvPr/>
          </p:nvSpPr>
          <p:spPr>
            <a:xfrm>
              <a:off x="8873756" y="6058784"/>
              <a:ext cx="50859" cy="72864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57" name="Group 656">
              <a:extLst>
                <a:ext uri="{FF2B5EF4-FFF2-40B4-BE49-F238E27FC236}">
                  <a16:creationId xmlns:a16="http://schemas.microsoft.com/office/drawing/2014/main" id="{28BD72F5-E851-4741-9D6E-A09BB944430C}"/>
                </a:ext>
              </a:extLst>
            </p:cNvPr>
            <p:cNvGrpSpPr/>
            <p:nvPr/>
          </p:nvGrpSpPr>
          <p:grpSpPr>
            <a:xfrm>
              <a:off x="8558798" y="6436780"/>
              <a:ext cx="116581" cy="132641"/>
              <a:chOff x="7996008" y="5361761"/>
              <a:chExt cx="197081" cy="132641"/>
            </a:xfrm>
          </p:grpSpPr>
          <p:cxnSp>
            <p:nvCxnSpPr>
              <p:cNvPr id="658" name="Elbow Connector 657">
                <a:extLst>
                  <a:ext uri="{FF2B5EF4-FFF2-40B4-BE49-F238E27FC236}">
                    <a16:creationId xmlns:a16="http://schemas.microsoft.com/office/drawing/2014/main" id="{EE5BD64B-C1E6-1B4C-AB75-C466BAC06E4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996008" y="5400309"/>
                <a:ext cx="94093" cy="94093"/>
              </a:xfrm>
              <a:prstGeom prst="bentConnector3">
                <a:avLst>
                  <a:gd name="adj1" fmla="val 46626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9" name="Triangle 658">
                <a:extLst>
                  <a:ext uri="{FF2B5EF4-FFF2-40B4-BE49-F238E27FC236}">
                    <a16:creationId xmlns:a16="http://schemas.microsoft.com/office/drawing/2014/main" id="{0D80AC41-1528-3049-80EB-2E17B6DB8C8D}"/>
                  </a:ext>
                </a:extLst>
              </p:cNvPr>
              <p:cNvSpPr/>
              <p:nvPr/>
            </p:nvSpPr>
            <p:spPr>
              <a:xfrm rot="2065313">
                <a:off x="8060122" y="5361761"/>
                <a:ext cx="132967" cy="58269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36" name="Group 735">
            <a:extLst>
              <a:ext uri="{FF2B5EF4-FFF2-40B4-BE49-F238E27FC236}">
                <a16:creationId xmlns:a16="http://schemas.microsoft.com/office/drawing/2014/main" id="{03BF0C69-91AD-144D-9768-FDE5B89D9455}"/>
              </a:ext>
            </a:extLst>
          </p:cNvPr>
          <p:cNvGrpSpPr/>
          <p:nvPr/>
        </p:nvGrpSpPr>
        <p:grpSpPr>
          <a:xfrm>
            <a:off x="11829472" y="182033"/>
            <a:ext cx="848993" cy="1123265"/>
            <a:chOff x="8399030" y="5756490"/>
            <a:chExt cx="673849" cy="891543"/>
          </a:xfrm>
        </p:grpSpPr>
        <p:sp>
          <p:nvSpPr>
            <p:cNvPr id="761" name="Rectangle 760">
              <a:extLst>
                <a:ext uri="{FF2B5EF4-FFF2-40B4-BE49-F238E27FC236}">
                  <a16:creationId xmlns:a16="http://schemas.microsoft.com/office/drawing/2014/main" id="{07FDBD58-EB84-4244-B6FA-BB218AA6211C}"/>
                </a:ext>
              </a:extLst>
            </p:cNvPr>
            <p:cNvSpPr/>
            <p:nvPr/>
          </p:nvSpPr>
          <p:spPr>
            <a:xfrm>
              <a:off x="8399030" y="5756490"/>
              <a:ext cx="673849" cy="89154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4" name="Straight Connector 763">
              <a:extLst>
                <a:ext uri="{FF2B5EF4-FFF2-40B4-BE49-F238E27FC236}">
                  <a16:creationId xmlns:a16="http://schemas.microsoft.com/office/drawing/2014/main" id="{2985525B-9AF8-3241-ADB5-FC2ABC1A3041}"/>
                </a:ext>
              </a:extLst>
            </p:cNvPr>
            <p:cNvCxnSpPr>
              <a:cxnSpLocks/>
            </p:cNvCxnSpPr>
            <p:nvPr/>
          </p:nvCxnSpPr>
          <p:spPr>
            <a:xfrm>
              <a:off x="8496215" y="5861232"/>
              <a:ext cx="47109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764">
              <a:extLst>
                <a:ext uri="{FF2B5EF4-FFF2-40B4-BE49-F238E27FC236}">
                  <a16:creationId xmlns:a16="http://schemas.microsoft.com/office/drawing/2014/main" id="{2D72D943-F6D9-F749-AE1E-10EA8860CDF0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596882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769">
              <a:extLst>
                <a:ext uri="{FF2B5EF4-FFF2-40B4-BE49-F238E27FC236}">
                  <a16:creationId xmlns:a16="http://schemas.microsoft.com/office/drawing/2014/main" id="{A69FF889-58B5-4C42-93C4-922318BFE9F4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604374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803">
              <a:extLst>
                <a:ext uri="{FF2B5EF4-FFF2-40B4-BE49-F238E27FC236}">
                  <a16:creationId xmlns:a16="http://schemas.microsoft.com/office/drawing/2014/main" id="{D972E1B1-E838-654C-B752-B3EFC40274B7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6118658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804">
              <a:extLst>
                <a:ext uri="{FF2B5EF4-FFF2-40B4-BE49-F238E27FC236}">
                  <a16:creationId xmlns:a16="http://schemas.microsoft.com/office/drawing/2014/main" id="{FAF86FA5-D690-3E4A-82DF-CBC4B99AE35F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6193573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805">
              <a:extLst>
                <a:ext uri="{FF2B5EF4-FFF2-40B4-BE49-F238E27FC236}">
                  <a16:creationId xmlns:a16="http://schemas.microsoft.com/office/drawing/2014/main" id="{11D1CEF7-674A-A247-9468-2E3317DF82F9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32" y="6268489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8D082DA4-2307-4F4B-AE77-45C4B273AD96}"/>
                </a:ext>
              </a:extLst>
            </p:cNvPr>
            <p:cNvCxnSpPr>
              <a:cxnSpLocks/>
            </p:cNvCxnSpPr>
            <p:nvPr/>
          </p:nvCxnSpPr>
          <p:spPr>
            <a:xfrm>
              <a:off x="8484528" y="634340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808">
              <a:extLst>
                <a:ext uri="{FF2B5EF4-FFF2-40B4-BE49-F238E27FC236}">
                  <a16:creationId xmlns:a16="http://schemas.microsoft.com/office/drawing/2014/main" id="{4E8C82A6-F65F-494B-8611-66DE2E6907CA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19437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809">
              <a:extLst>
                <a:ext uri="{FF2B5EF4-FFF2-40B4-BE49-F238E27FC236}">
                  <a16:creationId xmlns:a16="http://schemas.microsoft.com/office/drawing/2014/main" id="{7F1DC44F-1A08-DE49-B2DD-32D7D8339BCF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269289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>
              <a:extLst>
                <a:ext uri="{FF2B5EF4-FFF2-40B4-BE49-F238E27FC236}">
                  <a16:creationId xmlns:a16="http://schemas.microsoft.com/office/drawing/2014/main" id="{774821E6-3754-4D49-A1A5-4A534A2D4DCE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34420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811">
              <a:extLst>
                <a:ext uri="{FF2B5EF4-FFF2-40B4-BE49-F238E27FC236}">
                  <a16:creationId xmlns:a16="http://schemas.microsoft.com/office/drawing/2014/main" id="{71F7CE68-5A41-0247-B2C5-1BE61298486B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419119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3A06555B-0656-5841-8CB1-A4830BE264B5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0" y="6494034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813">
              <a:extLst>
                <a:ext uri="{FF2B5EF4-FFF2-40B4-BE49-F238E27FC236}">
                  <a16:creationId xmlns:a16="http://schemas.microsoft.com/office/drawing/2014/main" id="{27EC3E46-C357-8D48-B39C-AE7A152B7862}"/>
                </a:ext>
              </a:extLst>
            </p:cNvPr>
            <p:cNvCxnSpPr>
              <a:cxnSpLocks/>
            </p:cNvCxnSpPr>
            <p:nvPr/>
          </p:nvCxnSpPr>
          <p:spPr>
            <a:xfrm>
              <a:off x="8761356" y="6568951"/>
              <a:ext cx="2059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5" name="Rectangle 814">
              <a:extLst>
                <a:ext uri="{FF2B5EF4-FFF2-40B4-BE49-F238E27FC236}">
                  <a16:creationId xmlns:a16="http://schemas.microsoft.com/office/drawing/2014/main" id="{06BF8F22-88D7-1A47-9048-6FDB1C9B0443}"/>
                </a:ext>
              </a:extLst>
            </p:cNvPr>
            <p:cNvSpPr/>
            <p:nvPr/>
          </p:nvSpPr>
          <p:spPr>
            <a:xfrm>
              <a:off x="8761351" y="5953668"/>
              <a:ext cx="205956" cy="1801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6" name="Rectangle 815">
              <a:extLst>
                <a:ext uri="{FF2B5EF4-FFF2-40B4-BE49-F238E27FC236}">
                  <a16:creationId xmlns:a16="http://schemas.microsoft.com/office/drawing/2014/main" id="{7C08B0FE-9B5A-C84C-80CC-D0879D73DB80}"/>
                </a:ext>
              </a:extLst>
            </p:cNvPr>
            <p:cNvSpPr/>
            <p:nvPr/>
          </p:nvSpPr>
          <p:spPr>
            <a:xfrm>
              <a:off x="8496220" y="6404596"/>
              <a:ext cx="205956" cy="1801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7" name="Rectangle 816">
              <a:extLst>
                <a:ext uri="{FF2B5EF4-FFF2-40B4-BE49-F238E27FC236}">
                  <a16:creationId xmlns:a16="http://schemas.microsoft.com/office/drawing/2014/main" id="{58EB3E6B-488D-8846-91AF-55CA1DDC1B7A}"/>
                </a:ext>
              </a:extLst>
            </p:cNvPr>
            <p:cNvSpPr/>
            <p:nvPr/>
          </p:nvSpPr>
          <p:spPr>
            <a:xfrm>
              <a:off x="8791869" y="6011549"/>
              <a:ext cx="54034" cy="121628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id="{0BCCFAB5-A7B1-8647-BAA9-E9EE399B2C59}"/>
                </a:ext>
              </a:extLst>
            </p:cNvPr>
            <p:cNvSpPr/>
            <p:nvPr/>
          </p:nvSpPr>
          <p:spPr>
            <a:xfrm>
              <a:off x="8873756" y="6058784"/>
              <a:ext cx="50859" cy="72864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19" name="Group 818">
              <a:extLst>
                <a:ext uri="{FF2B5EF4-FFF2-40B4-BE49-F238E27FC236}">
                  <a16:creationId xmlns:a16="http://schemas.microsoft.com/office/drawing/2014/main" id="{AB5ED67E-F2D0-1F4E-935B-D26E64FF4C8B}"/>
                </a:ext>
              </a:extLst>
            </p:cNvPr>
            <p:cNvGrpSpPr/>
            <p:nvPr/>
          </p:nvGrpSpPr>
          <p:grpSpPr>
            <a:xfrm>
              <a:off x="8558798" y="6436780"/>
              <a:ext cx="116581" cy="132641"/>
              <a:chOff x="7996008" y="5361761"/>
              <a:chExt cx="197081" cy="132641"/>
            </a:xfrm>
          </p:grpSpPr>
          <p:cxnSp>
            <p:nvCxnSpPr>
              <p:cNvPr id="820" name="Elbow Connector 819">
                <a:extLst>
                  <a:ext uri="{FF2B5EF4-FFF2-40B4-BE49-F238E27FC236}">
                    <a16:creationId xmlns:a16="http://schemas.microsoft.com/office/drawing/2014/main" id="{BD7728B7-1207-F34C-AE8B-ADBA98FFC54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996008" y="5400309"/>
                <a:ext cx="94093" cy="94093"/>
              </a:xfrm>
              <a:prstGeom prst="bentConnector3">
                <a:avLst>
                  <a:gd name="adj1" fmla="val 46626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1" name="Triangle 820">
                <a:extLst>
                  <a:ext uri="{FF2B5EF4-FFF2-40B4-BE49-F238E27FC236}">
                    <a16:creationId xmlns:a16="http://schemas.microsoft.com/office/drawing/2014/main" id="{83BAA2D6-D813-B449-A1CE-128D552E61E9}"/>
                  </a:ext>
                </a:extLst>
              </p:cNvPr>
              <p:cNvSpPr/>
              <p:nvPr/>
            </p:nvSpPr>
            <p:spPr>
              <a:xfrm rot="2065313">
                <a:off x="8060122" y="5361761"/>
                <a:ext cx="132967" cy="58269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A755A6-51ED-1F4B-B67C-328BD8BAB476}"/>
              </a:ext>
            </a:extLst>
          </p:cNvPr>
          <p:cNvGrpSpPr/>
          <p:nvPr/>
        </p:nvGrpSpPr>
        <p:grpSpPr>
          <a:xfrm>
            <a:off x="11878901" y="235856"/>
            <a:ext cx="901483" cy="1158819"/>
            <a:chOff x="9740549" y="5662549"/>
            <a:chExt cx="715508" cy="919699"/>
          </a:xfrm>
        </p:grpSpPr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D1CD203A-E54B-7B4C-ADCC-6A92FA66063E}"/>
                </a:ext>
              </a:extLst>
            </p:cNvPr>
            <p:cNvSpPr/>
            <p:nvPr/>
          </p:nvSpPr>
          <p:spPr>
            <a:xfrm>
              <a:off x="9762758" y="5662549"/>
              <a:ext cx="673848" cy="89147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8" name="Straight Connector 547">
              <a:extLst>
                <a:ext uri="{FF2B5EF4-FFF2-40B4-BE49-F238E27FC236}">
                  <a16:creationId xmlns:a16="http://schemas.microsoft.com/office/drawing/2014/main" id="{1EFFEB48-E3A6-3440-AEA8-5BAECC6C107E}"/>
                </a:ext>
              </a:extLst>
            </p:cNvPr>
            <p:cNvCxnSpPr>
              <a:cxnSpLocks/>
            </p:cNvCxnSpPr>
            <p:nvPr/>
          </p:nvCxnSpPr>
          <p:spPr>
            <a:xfrm>
              <a:off x="9865417" y="5748397"/>
              <a:ext cx="47109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548">
              <a:extLst>
                <a:ext uri="{FF2B5EF4-FFF2-40B4-BE49-F238E27FC236}">
                  <a16:creationId xmlns:a16="http://schemas.microsoft.com/office/drawing/2014/main" id="{3459E927-24F0-2645-8537-724697176103}"/>
                </a:ext>
              </a:extLst>
            </p:cNvPr>
            <p:cNvCxnSpPr>
              <a:cxnSpLocks/>
            </p:cNvCxnSpPr>
            <p:nvPr/>
          </p:nvCxnSpPr>
          <p:spPr>
            <a:xfrm>
              <a:off x="9848252" y="5818922"/>
              <a:ext cx="2059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549">
              <a:extLst>
                <a:ext uri="{FF2B5EF4-FFF2-40B4-BE49-F238E27FC236}">
                  <a16:creationId xmlns:a16="http://schemas.microsoft.com/office/drawing/2014/main" id="{2BE4DDBD-11E6-A548-95DA-B7584C67C651}"/>
                </a:ext>
              </a:extLst>
            </p:cNvPr>
            <p:cNvCxnSpPr>
              <a:cxnSpLocks/>
            </p:cNvCxnSpPr>
            <p:nvPr/>
          </p:nvCxnSpPr>
          <p:spPr>
            <a:xfrm>
              <a:off x="9848252" y="5893832"/>
              <a:ext cx="2059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Straight Connector 550">
              <a:extLst>
                <a:ext uri="{FF2B5EF4-FFF2-40B4-BE49-F238E27FC236}">
                  <a16:creationId xmlns:a16="http://schemas.microsoft.com/office/drawing/2014/main" id="{4ABCD876-67DF-A341-A40A-12E4C82961E6}"/>
                </a:ext>
              </a:extLst>
            </p:cNvPr>
            <p:cNvCxnSpPr>
              <a:cxnSpLocks/>
            </p:cNvCxnSpPr>
            <p:nvPr/>
          </p:nvCxnSpPr>
          <p:spPr>
            <a:xfrm>
              <a:off x="9848252" y="5968742"/>
              <a:ext cx="14859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551">
              <a:extLst>
                <a:ext uri="{FF2B5EF4-FFF2-40B4-BE49-F238E27FC236}">
                  <a16:creationId xmlns:a16="http://schemas.microsoft.com/office/drawing/2014/main" id="{8A64EAE7-6B03-9747-A1A3-F131193D71C9}"/>
                </a:ext>
              </a:extLst>
            </p:cNvPr>
            <p:cNvCxnSpPr>
              <a:cxnSpLocks/>
            </p:cNvCxnSpPr>
            <p:nvPr/>
          </p:nvCxnSpPr>
          <p:spPr>
            <a:xfrm>
              <a:off x="9848252" y="6043652"/>
              <a:ext cx="2059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554">
              <a:extLst>
                <a:ext uri="{FF2B5EF4-FFF2-40B4-BE49-F238E27FC236}">
                  <a16:creationId xmlns:a16="http://schemas.microsoft.com/office/drawing/2014/main" id="{2A73728F-0AAD-454B-991E-59F99E36E968}"/>
                </a:ext>
              </a:extLst>
            </p:cNvPr>
            <p:cNvCxnSpPr>
              <a:cxnSpLocks/>
            </p:cNvCxnSpPr>
            <p:nvPr/>
          </p:nvCxnSpPr>
          <p:spPr>
            <a:xfrm>
              <a:off x="10125073" y="6044452"/>
              <a:ext cx="2059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1" name="Rectangle 560">
              <a:extLst>
                <a:ext uri="{FF2B5EF4-FFF2-40B4-BE49-F238E27FC236}">
                  <a16:creationId xmlns:a16="http://schemas.microsoft.com/office/drawing/2014/main" id="{23146DE2-A19C-6648-B702-B4105E01327E}"/>
                </a:ext>
              </a:extLst>
            </p:cNvPr>
            <p:cNvSpPr/>
            <p:nvPr/>
          </p:nvSpPr>
          <p:spPr>
            <a:xfrm>
              <a:off x="10125073" y="5803769"/>
              <a:ext cx="205955" cy="18012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3" name="Rectangle 562">
              <a:extLst>
                <a:ext uri="{FF2B5EF4-FFF2-40B4-BE49-F238E27FC236}">
                  <a16:creationId xmlns:a16="http://schemas.microsoft.com/office/drawing/2014/main" id="{32ED95CC-4718-954D-956D-8C1FCD6A11AD}"/>
                </a:ext>
              </a:extLst>
            </p:cNvPr>
            <p:cNvSpPr/>
            <p:nvPr/>
          </p:nvSpPr>
          <p:spPr>
            <a:xfrm>
              <a:off x="10155584" y="5861650"/>
              <a:ext cx="54034" cy="121620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4" name="Rectangle 563">
              <a:extLst>
                <a:ext uri="{FF2B5EF4-FFF2-40B4-BE49-F238E27FC236}">
                  <a16:creationId xmlns:a16="http://schemas.microsoft.com/office/drawing/2014/main" id="{F422F0C3-591F-AA47-B506-25AD9E813D60}"/>
                </a:ext>
              </a:extLst>
            </p:cNvPr>
            <p:cNvSpPr/>
            <p:nvPr/>
          </p:nvSpPr>
          <p:spPr>
            <a:xfrm>
              <a:off x="10237469" y="5908873"/>
              <a:ext cx="50859" cy="72859"/>
            </a:xfrm>
            <a:prstGeom prst="rect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A76F974-0A18-9840-B6A4-53812E2F0200}"/>
                </a:ext>
              </a:extLst>
            </p:cNvPr>
            <p:cNvSpPr txBox="1"/>
            <p:nvPr/>
          </p:nvSpPr>
          <p:spPr>
            <a:xfrm>
              <a:off x="9740549" y="6169481"/>
              <a:ext cx="715508" cy="4127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PDF</a:t>
              </a:r>
            </a:p>
          </p:txBody>
        </p:sp>
        <p:cxnSp>
          <p:nvCxnSpPr>
            <p:cNvPr id="660" name="Straight Connector 659">
              <a:extLst>
                <a:ext uri="{FF2B5EF4-FFF2-40B4-BE49-F238E27FC236}">
                  <a16:creationId xmlns:a16="http://schemas.microsoft.com/office/drawing/2014/main" id="{9F190FD7-37C6-714E-AC1E-9A2C02E1ABEE}"/>
                </a:ext>
              </a:extLst>
            </p:cNvPr>
            <p:cNvCxnSpPr>
              <a:cxnSpLocks/>
            </p:cNvCxnSpPr>
            <p:nvPr/>
          </p:nvCxnSpPr>
          <p:spPr>
            <a:xfrm>
              <a:off x="9850946" y="6121245"/>
              <a:ext cx="2059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661">
              <a:extLst>
                <a:ext uri="{FF2B5EF4-FFF2-40B4-BE49-F238E27FC236}">
                  <a16:creationId xmlns:a16="http://schemas.microsoft.com/office/drawing/2014/main" id="{5ABF317A-ACD6-8647-9127-29BE199BD35E}"/>
                </a:ext>
              </a:extLst>
            </p:cNvPr>
            <p:cNvCxnSpPr>
              <a:cxnSpLocks/>
            </p:cNvCxnSpPr>
            <p:nvPr/>
          </p:nvCxnSpPr>
          <p:spPr>
            <a:xfrm>
              <a:off x="9850948" y="6196155"/>
              <a:ext cx="2059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662">
              <a:extLst>
                <a:ext uri="{FF2B5EF4-FFF2-40B4-BE49-F238E27FC236}">
                  <a16:creationId xmlns:a16="http://schemas.microsoft.com/office/drawing/2014/main" id="{5ADC7D3F-83FB-8C44-9840-74D2AC8B8D41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788" y="6122057"/>
              <a:ext cx="2059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722">
              <a:extLst>
                <a:ext uri="{FF2B5EF4-FFF2-40B4-BE49-F238E27FC236}">
                  <a16:creationId xmlns:a16="http://schemas.microsoft.com/office/drawing/2014/main" id="{14F7680C-FDAE-B84E-B691-2344B45DFB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27803" y="6196561"/>
              <a:ext cx="109699" cy="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2" name="Rectangle 821">
            <a:extLst>
              <a:ext uri="{FF2B5EF4-FFF2-40B4-BE49-F238E27FC236}">
                <a16:creationId xmlns:a16="http://schemas.microsoft.com/office/drawing/2014/main" id="{38987CB5-C4B7-3242-BFA2-9F3D048DFF0B}"/>
              </a:ext>
            </a:extLst>
          </p:cNvPr>
          <p:cNvSpPr/>
          <p:nvPr/>
        </p:nvSpPr>
        <p:spPr>
          <a:xfrm>
            <a:off x="5199395" y="-2168762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1261D28-A846-8C41-89BA-6A787D5D531B}"/>
              </a:ext>
            </a:extLst>
          </p:cNvPr>
          <p:cNvSpPr/>
          <p:nvPr/>
        </p:nvSpPr>
        <p:spPr>
          <a:xfrm>
            <a:off x="5315362" y="-2035060"/>
            <a:ext cx="1136274" cy="1100804"/>
          </a:xfrm>
          <a:prstGeom prst="roundRect">
            <a:avLst>
              <a:gd name="adj" fmla="val 28755"/>
            </a:avLst>
          </a:pr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80742D43-C01B-6D44-93FD-FFEBC3E90C9C}"/>
              </a:ext>
            </a:extLst>
          </p:cNvPr>
          <p:cNvSpPr/>
          <p:nvPr/>
        </p:nvSpPr>
        <p:spPr>
          <a:xfrm rot="5400000">
            <a:off x="5666930" y="-1702330"/>
            <a:ext cx="504999" cy="435344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F634254-3F69-D84D-A252-DFEAFC70E7EF}"/>
              </a:ext>
            </a:extLst>
          </p:cNvPr>
          <p:cNvGrpSpPr/>
          <p:nvPr/>
        </p:nvGrpSpPr>
        <p:grpSpPr>
          <a:xfrm>
            <a:off x="8557341" y="575656"/>
            <a:ext cx="1302078" cy="1226250"/>
            <a:chOff x="8669047" y="373287"/>
            <a:chExt cx="2104010" cy="1981477"/>
          </a:xfrm>
        </p:grpSpPr>
        <p:pic>
          <p:nvPicPr>
            <p:cNvPr id="724" name="Picture 723">
              <a:extLst>
                <a:ext uri="{FF2B5EF4-FFF2-40B4-BE49-F238E27FC236}">
                  <a16:creationId xmlns:a16="http://schemas.microsoft.com/office/drawing/2014/main" id="{2E2E304F-0D3B-0047-86E9-1D02F912C2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75948"/>
            <a:stretch/>
          </p:blipFill>
          <p:spPr>
            <a:xfrm>
              <a:off x="8874063" y="373287"/>
              <a:ext cx="1671464" cy="1490814"/>
            </a:xfrm>
            <a:prstGeom prst="rect">
              <a:avLst/>
            </a:prstGeom>
          </p:spPr>
        </p:pic>
        <p:pic>
          <p:nvPicPr>
            <p:cNvPr id="725" name="Picture 724">
              <a:extLst>
                <a:ext uri="{FF2B5EF4-FFF2-40B4-BE49-F238E27FC236}">
                  <a16:creationId xmlns:a16="http://schemas.microsoft.com/office/drawing/2014/main" id="{DFB488F4-5771-864F-A37C-DBD4AF8F2C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6201"/>
            <a:stretch/>
          </p:blipFill>
          <p:spPr>
            <a:xfrm>
              <a:off x="8669047" y="1743158"/>
              <a:ext cx="2104010" cy="611606"/>
            </a:xfrm>
            <a:prstGeom prst="rect">
              <a:avLst/>
            </a:prstGeom>
          </p:spPr>
        </p:pic>
      </p:grpSp>
      <p:sp>
        <p:nvSpPr>
          <p:cNvPr id="731" name="Rectangle 730">
            <a:extLst>
              <a:ext uri="{FF2B5EF4-FFF2-40B4-BE49-F238E27FC236}">
                <a16:creationId xmlns:a16="http://schemas.microsoft.com/office/drawing/2014/main" id="{9495C03A-6ECE-9B49-8E66-C782126CE539}"/>
              </a:ext>
            </a:extLst>
          </p:cNvPr>
          <p:cNvSpPr/>
          <p:nvPr/>
        </p:nvSpPr>
        <p:spPr>
          <a:xfrm>
            <a:off x="8533623" y="498253"/>
            <a:ext cx="1368208" cy="13682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3D3DEC41-4E1A-1D47-86F5-A3ED6DEC39CA}"/>
              </a:ext>
            </a:extLst>
          </p:cNvPr>
          <p:cNvSpPr/>
          <p:nvPr/>
        </p:nvSpPr>
        <p:spPr>
          <a:xfrm>
            <a:off x="365040" y="5259717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9108FEEA-59DB-3447-9C5F-9070B204BEFC}"/>
              </a:ext>
            </a:extLst>
          </p:cNvPr>
          <p:cNvSpPr/>
          <p:nvPr/>
        </p:nvSpPr>
        <p:spPr>
          <a:xfrm>
            <a:off x="1790486" y="5257035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3BFC27C9-B320-154E-8BF0-A04E144CFED7}"/>
              </a:ext>
            </a:extLst>
          </p:cNvPr>
          <p:cNvGrpSpPr/>
          <p:nvPr/>
        </p:nvGrpSpPr>
        <p:grpSpPr>
          <a:xfrm>
            <a:off x="4887002" y="5435220"/>
            <a:ext cx="862411" cy="1037543"/>
            <a:chOff x="6492391" y="4420611"/>
            <a:chExt cx="1211185" cy="1457140"/>
          </a:xfrm>
        </p:grpSpPr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41FCBCFF-98FA-A14B-B21C-D8C065D08457}"/>
                </a:ext>
              </a:extLst>
            </p:cNvPr>
            <p:cNvSpPr/>
            <p:nvPr/>
          </p:nvSpPr>
          <p:spPr>
            <a:xfrm>
              <a:off x="6492391" y="4670567"/>
              <a:ext cx="94209" cy="94209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68809CDC-4946-B940-A5C4-876082A038F4}"/>
                </a:ext>
              </a:extLst>
            </p:cNvPr>
            <p:cNvSpPr/>
            <p:nvPr/>
          </p:nvSpPr>
          <p:spPr>
            <a:xfrm>
              <a:off x="6705250" y="4570063"/>
              <a:ext cx="71226" cy="7122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Oval 1033">
              <a:extLst>
                <a:ext uri="{FF2B5EF4-FFF2-40B4-BE49-F238E27FC236}">
                  <a16:creationId xmlns:a16="http://schemas.microsoft.com/office/drawing/2014/main" id="{FF12D3EA-C28F-7840-9C21-E69EED52A5FF}"/>
                </a:ext>
              </a:extLst>
            </p:cNvPr>
            <p:cNvSpPr/>
            <p:nvPr/>
          </p:nvSpPr>
          <p:spPr>
            <a:xfrm>
              <a:off x="6705603" y="4711710"/>
              <a:ext cx="92667" cy="92667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Oval 1034">
              <a:extLst>
                <a:ext uri="{FF2B5EF4-FFF2-40B4-BE49-F238E27FC236}">
                  <a16:creationId xmlns:a16="http://schemas.microsoft.com/office/drawing/2014/main" id="{E4B1B553-E24F-E040-BAB5-FC7904CBEF28}"/>
                </a:ext>
              </a:extLst>
            </p:cNvPr>
            <p:cNvSpPr/>
            <p:nvPr/>
          </p:nvSpPr>
          <p:spPr>
            <a:xfrm>
              <a:off x="7319248" y="4752740"/>
              <a:ext cx="120885" cy="12088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Oval 1035">
              <a:extLst>
                <a:ext uri="{FF2B5EF4-FFF2-40B4-BE49-F238E27FC236}">
                  <a16:creationId xmlns:a16="http://schemas.microsoft.com/office/drawing/2014/main" id="{C1D143DD-153F-C843-BBD1-CAC28B0A92C1}"/>
                </a:ext>
              </a:extLst>
            </p:cNvPr>
            <p:cNvSpPr/>
            <p:nvPr/>
          </p:nvSpPr>
          <p:spPr>
            <a:xfrm>
              <a:off x="7182905" y="4522904"/>
              <a:ext cx="96471" cy="96471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03840D0C-6964-474D-8925-D05322B600B5}"/>
                </a:ext>
              </a:extLst>
            </p:cNvPr>
            <p:cNvSpPr/>
            <p:nvPr/>
          </p:nvSpPr>
          <p:spPr>
            <a:xfrm>
              <a:off x="6588396" y="4830638"/>
              <a:ext cx="130608" cy="13060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DA59825B-A9BD-7240-91D8-07167B74C6AB}"/>
                </a:ext>
              </a:extLst>
            </p:cNvPr>
            <p:cNvSpPr/>
            <p:nvPr/>
          </p:nvSpPr>
          <p:spPr>
            <a:xfrm>
              <a:off x="7299911" y="4908281"/>
              <a:ext cx="187594" cy="187594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9DEBC56A-0F6D-934C-B98F-1FB48AE31582}"/>
                </a:ext>
              </a:extLst>
            </p:cNvPr>
            <p:cNvSpPr/>
            <p:nvPr/>
          </p:nvSpPr>
          <p:spPr>
            <a:xfrm>
              <a:off x="7580824" y="4832491"/>
              <a:ext cx="110761" cy="110761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3" name="Straight Connector 1042">
              <a:extLst>
                <a:ext uri="{FF2B5EF4-FFF2-40B4-BE49-F238E27FC236}">
                  <a16:creationId xmlns:a16="http://schemas.microsoft.com/office/drawing/2014/main" id="{83E62BD2-9047-E246-9712-5185E79F82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30591" y="4573149"/>
              <a:ext cx="141759" cy="2147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4DF1539D-8819-4E49-B00D-78A0AE40734C}"/>
                </a:ext>
              </a:extLst>
            </p:cNvPr>
            <p:cNvCxnSpPr>
              <a:cxnSpLocks/>
            </p:cNvCxnSpPr>
            <p:nvPr/>
          </p:nvCxnSpPr>
          <p:spPr>
            <a:xfrm>
              <a:off x="7374853" y="4828932"/>
              <a:ext cx="26072" cy="18756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8E904958-F822-5A49-93EB-4BD817FA03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13124" y="4831777"/>
              <a:ext cx="209827" cy="4472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08FD70C8-985E-0843-A083-A7B63BA01D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30591" y="4537075"/>
              <a:ext cx="170334" cy="3607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5425E278-B8FE-F94D-87D9-66DFC6A3D6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9950" y="4448175"/>
              <a:ext cx="117475" cy="1238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771F53F9-FE27-C04A-A04B-1A07ADCD4F00}"/>
                </a:ext>
              </a:extLst>
            </p:cNvPr>
            <p:cNvCxnSpPr>
              <a:cxnSpLocks/>
            </p:cNvCxnSpPr>
            <p:nvPr/>
          </p:nvCxnSpPr>
          <p:spPr>
            <a:xfrm>
              <a:off x="7112000" y="4483100"/>
              <a:ext cx="118592" cy="943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1048">
              <a:extLst>
                <a:ext uri="{FF2B5EF4-FFF2-40B4-BE49-F238E27FC236}">
                  <a16:creationId xmlns:a16="http://schemas.microsoft.com/office/drawing/2014/main" id="{6913E6C2-AE89-B047-98E9-23CFFBE97C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9120" y="4632325"/>
              <a:ext cx="4580" cy="1177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34EC44E9-9390-8446-9672-3D11F5FCE1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31139" y="4716621"/>
              <a:ext cx="222006" cy="4035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D07B7683-0911-C740-B470-793924F3BE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8450" y="4737371"/>
              <a:ext cx="127201" cy="12990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2F3D78CD-7988-7448-B687-285EC6129E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56400" y="4756150"/>
              <a:ext cx="627654" cy="5236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2C453D65-B38F-6F4D-9F67-CE727192B8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9100" y="4581821"/>
              <a:ext cx="465830" cy="16162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7" name="Oval 1076">
              <a:extLst>
                <a:ext uri="{FF2B5EF4-FFF2-40B4-BE49-F238E27FC236}">
                  <a16:creationId xmlns:a16="http://schemas.microsoft.com/office/drawing/2014/main" id="{E6F1A4AD-3B35-C945-922E-AB6A44F5060C}"/>
                </a:ext>
              </a:extLst>
            </p:cNvPr>
            <p:cNvSpPr/>
            <p:nvPr/>
          </p:nvSpPr>
          <p:spPr>
            <a:xfrm>
              <a:off x="7087305" y="4455724"/>
              <a:ext cx="65042" cy="6504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9" name="Oval 1078">
              <a:extLst>
                <a:ext uri="{FF2B5EF4-FFF2-40B4-BE49-F238E27FC236}">
                  <a16:creationId xmlns:a16="http://schemas.microsoft.com/office/drawing/2014/main" id="{2E47D505-7E9E-BC49-BD53-E6DB637ACBC9}"/>
                </a:ext>
              </a:extLst>
            </p:cNvPr>
            <p:cNvSpPr/>
            <p:nvPr/>
          </p:nvSpPr>
          <p:spPr>
            <a:xfrm>
              <a:off x="7374694" y="4490110"/>
              <a:ext cx="83858" cy="8385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0" name="Oval 1079">
              <a:extLst>
                <a:ext uri="{FF2B5EF4-FFF2-40B4-BE49-F238E27FC236}">
                  <a16:creationId xmlns:a16="http://schemas.microsoft.com/office/drawing/2014/main" id="{CF105CC0-DC0B-C24C-AD9E-A9D2B595D720}"/>
                </a:ext>
              </a:extLst>
            </p:cNvPr>
            <p:cNvSpPr/>
            <p:nvPr/>
          </p:nvSpPr>
          <p:spPr>
            <a:xfrm>
              <a:off x="7497008" y="4672304"/>
              <a:ext cx="83816" cy="8381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1" name="Oval 1080">
              <a:extLst>
                <a:ext uri="{FF2B5EF4-FFF2-40B4-BE49-F238E27FC236}">
                  <a16:creationId xmlns:a16="http://schemas.microsoft.com/office/drawing/2014/main" id="{1887AA18-40FE-3949-9A75-BFC8025AE384}"/>
                </a:ext>
              </a:extLst>
            </p:cNvPr>
            <p:cNvSpPr/>
            <p:nvPr/>
          </p:nvSpPr>
          <p:spPr>
            <a:xfrm>
              <a:off x="7293077" y="4420611"/>
              <a:ext cx="56906" cy="56905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599EDB59-8C9F-054F-A1B8-9809AE571E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3311" y="4724298"/>
              <a:ext cx="127799" cy="8095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791DDFC3-5BD6-A542-A7BB-725E2889F0C8}"/>
                </a:ext>
              </a:extLst>
            </p:cNvPr>
            <p:cNvGrpSpPr/>
            <p:nvPr/>
          </p:nvGrpSpPr>
          <p:grpSpPr>
            <a:xfrm flipH="1">
              <a:off x="6504382" y="5152125"/>
              <a:ext cx="1199194" cy="725626"/>
              <a:chOff x="6511642" y="5375549"/>
              <a:chExt cx="1199194" cy="725626"/>
            </a:xfrm>
          </p:grpSpPr>
          <p:sp>
            <p:nvSpPr>
              <p:cNvPr id="1084" name="Oval 1083">
                <a:extLst>
                  <a:ext uri="{FF2B5EF4-FFF2-40B4-BE49-F238E27FC236}">
                    <a16:creationId xmlns:a16="http://schemas.microsoft.com/office/drawing/2014/main" id="{E833170B-2366-E54C-8510-43BA9154C028}"/>
                  </a:ext>
                </a:extLst>
              </p:cNvPr>
              <p:cNvSpPr/>
              <p:nvPr/>
            </p:nvSpPr>
            <p:spPr>
              <a:xfrm>
                <a:off x="6511642" y="5630541"/>
                <a:ext cx="94209" cy="94209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5" name="Oval 1084">
                <a:extLst>
                  <a:ext uri="{FF2B5EF4-FFF2-40B4-BE49-F238E27FC236}">
                    <a16:creationId xmlns:a16="http://schemas.microsoft.com/office/drawing/2014/main" id="{B45F6940-4D2D-454D-9A96-06F58E6192ED}"/>
                  </a:ext>
                </a:extLst>
              </p:cNvPr>
              <p:cNvSpPr/>
              <p:nvPr/>
            </p:nvSpPr>
            <p:spPr>
              <a:xfrm>
                <a:off x="6734574" y="5550182"/>
                <a:ext cx="71227" cy="712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6" name="Oval 1085">
                <a:extLst>
                  <a:ext uri="{FF2B5EF4-FFF2-40B4-BE49-F238E27FC236}">
                    <a16:creationId xmlns:a16="http://schemas.microsoft.com/office/drawing/2014/main" id="{A7858E26-C8FE-9646-A2B1-5575B9353168}"/>
                  </a:ext>
                </a:extLst>
              </p:cNvPr>
              <p:cNvSpPr/>
              <p:nvPr/>
            </p:nvSpPr>
            <p:spPr>
              <a:xfrm>
                <a:off x="6724854" y="5671684"/>
                <a:ext cx="92667" cy="9266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7" name="Oval 1086">
                <a:extLst>
                  <a:ext uri="{FF2B5EF4-FFF2-40B4-BE49-F238E27FC236}">
                    <a16:creationId xmlns:a16="http://schemas.microsoft.com/office/drawing/2014/main" id="{8FC060F4-54C5-BF42-AD90-660035272683}"/>
                  </a:ext>
                </a:extLst>
              </p:cNvPr>
              <p:cNvSpPr/>
              <p:nvPr/>
            </p:nvSpPr>
            <p:spPr>
              <a:xfrm>
                <a:off x="7338499" y="5712714"/>
                <a:ext cx="120885" cy="120885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8" name="Oval 1087">
                <a:extLst>
                  <a:ext uri="{FF2B5EF4-FFF2-40B4-BE49-F238E27FC236}">
                    <a16:creationId xmlns:a16="http://schemas.microsoft.com/office/drawing/2014/main" id="{F6DA7E52-684A-9E42-BFAC-1E580155DF21}"/>
                  </a:ext>
                </a:extLst>
              </p:cNvPr>
              <p:cNvSpPr/>
              <p:nvPr/>
            </p:nvSpPr>
            <p:spPr>
              <a:xfrm>
                <a:off x="7202156" y="5482878"/>
                <a:ext cx="96471" cy="96471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9" name="Oval 1088">
                <a:extLst>
                  <a:ext uri="{FF2B5EF4-FFF2-40B4-BE49-F238E27FC236}">
                    <a16:creationId xmlns:a16="http://schemas.microsoft.com/office/drawing/2014/main" id="{A1F54C75-2E18-814C-95A6-828FC7C74BC7}"/>
                  </a:ext>
                </a:extLst>
              </p:cNvPr>
              <p:cNvSpPr/>
              <p:nvPr/>
            </p:nvSpPr>
            <p:spPr>
              <a:xfrm>
                <a:off x="6630245" y="5805721"/>
                <a:ext cx="130608" cy="130608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0" name="Oval 1089">
                <a:extLst>
                  <a:ext uri="{FF2B5EF4-FFF2-40B4-BE49-F238E27FC236}">
                    <a16:creationId xmlns:a16="http://schemas.microsoft.com/office/drawing/2014/main" id="{79C79E90-CB83-CC4C-9DFC-56F0DB18C5D7}"/>
                  </a:ext>
                </a:extLst>
              </p:cNvPr>
              <p:cNvSpPr/>
              <p:nvPr/>
            </p:nvSpPr>
            <p:spPr>
              <a:xfrm>
                <a:off x="7319162" y="5913582"/>
                <a:ext cx="187594" cy="187593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1" name="Oval 1090">
                <a:extLst>
                  <a:ext uri="{FF2B5EF4-FFF2-40B4-BE49-F238E27FC236}">
                    <a16:creationId xmlns:a16="http://schemas.microsoft.com/office/drawing/2014/main" id="{51F3F6B7-F290-0743-A712-A3CE82C1C91A}"/>
                  </a:ext>
                </a:extLst>
              </p:cNvPr>
              <p:cNvSpPr/>
              <p:nvPr/>
            </p:nvSpPr>
            <p:spPr>
              <a:xfrm>
                <a:off x="7600075" y="5792465"/>
                <a:ext cx="110761" cy="110761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92" name="Straight Connector 1091">
                <a:extLst>
                  <a:ext uri="{FF2B5EF4-FFF2-40B4-BE49-F238E27FC236}">
                    <a16:creationId xmlns:a16="http://schemas.microsoft.com/office/drawing/2014/main" id="{627C2F64-B8E6-8A4E-8D40-5CD9936CDD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249842" y="5533123"/>
                <a:ext cx="141759" cy="21475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Straight Connector 1092">
                <a:extLst>
                  <a:ext uri="{FF2B5EF4-FFF2-40B4-BE49-F238E27FC236}">
                    <a16:creationId xmlns:a16="http://schemas.microsoft.com/office/drawing/2014/main" id="{99F207E8-0434-E747-BA75-99445693C7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94104" y="5788906"/>
                <a:ext cx="26072" cy="18756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4" name="Straight Connector 1093">
                <a:extLst>
                  <a:ext uri="{FF2B5EF4-FFF2-40B4-BE49-F238E27FC236}">
                    <a16:creationId xmlns:a16="http://schemas.microsoft.com/office/drawing/2014/main" id="{6195EEC6-1890-F242-9483-6A90E6C436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432375" y="5791751"/>
                <a:ext cx="209827" cy="4472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5" name="Straight Connector 1094">
                <a:extLst>
                  <a:ext uri="{FF2B5EF4-FFF2-40B4-BE49-F238E27FC236}">
                    <a16:creationId xmlns:a16="http://schemas.microsoft.com/office/drawing/2014/main" id="{28C8E06B-3ADB-0B40-83ED-F7CE65757F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49842" y="5497049"/>
                <a:ext cx="170334" cy="3607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6" name="Straight Connector 1095">
                <a:extLst>
                  <a:ext uri="{FF2B5EF4-FFF2-40B4-BE49-F238E27FC236}">
                    <a16:creationId xmlns:a16="http://schemas.microsoft.com/office/drawing/2014/main" id="{D80C02B2-0ADB-FF43-8A22-EC45D7D585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39201" y="5408149"/>
                <a:ext cx="117475" cy="12382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7" name="Straight Connector 1096">
                <a:extLst>
                  <a:ext uri="{FF2B5EF4-FFF2-40B4-BE49-F238E27FC236}">
                    <a16:creationId xmlns:a16="http://schemas.microsoft.com/office/drawing/2014/main" id="{B2317A8D-D853-2747-93EE-C38C446C02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1251" y="5443074"/>
                <a:ext cx="118592" cy="9438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8" name="Straight Connector 1097">
                <a:extLst>
                  <a:ext uri="{FF2B5EF4-FFF2-40B4-BE49-F238E27FC236}">
                    <a16:creationId xmlns:a16="http://schemas.microsoft.com/office/drawing/2014/main" id="{62237A3F-C11F-6F4E-9B59-AF61554E11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58371" y="5592299"/>
                <a:ext cx="4580" cy="11771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9" name="Straight Connector 1098">
                <a:extLst>
                  <a:ext uri="{FF2B5EF4-FFF2-40B4-BE49-F238E27FC236}">
                    <a16:creationId xmlns:a16="http://schemas.microsoft.com/office/drawing/2014/main" id="{CC1EC3AD-085A-8B46-8607-B560C02B70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550390" y="5676595"/>
                <a:ext cx="222006" cy="4035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0" name="Straight Connector 1099">
                <a:extLst>
                  <a:ext uri="{FF2B5EF4-FFF2-40B4-BE49-F238E27FC236}">
                    <a16:creationId xmlns:a16="http://schemas.microsoft.com/office/drawing/2014/main" id="{86EDB976-3074-504E-A5C5-61AC2E9F52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67701" y="5697345"/>
                <a:ext cx="127201" cy="12990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1" name="Straight Connector 1100">
                <a:extLst>
                  <a:ext uri="{FF2B5EF4-FFF2-40B4-BE49-F238E27FC236}">
                    <a16:creationId xmlns:a16="http://schemas.microsoft.com/office/drawing/2014/main" id="{28938454-C1AD-4E41-ADDC-D6BEBE5B83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775651" y="5716124"/>
                <a:ext cx="627654" cy="5236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2" name="Straight Connector 1101">
                <a:extLst>
                  <a:ext uri="{FF2B5EF4-FFF2-40B4-BE49-F238E27FC236}">
                    <a16:creationId xmlns:a16="http://schemas.microsoft.com/office/drawing/2014/main" id="{06DB8C2F-4CDE-5046-A70F-6523252945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88351" y="5541795"/>
                <a:ext cx="465830" cy="16162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3" name="Oval 1102">
                <a:extLst>
                  <a:ext uri="{FF2B5EF4-FFF2-40B4-BE49-F238E27FC236}">
                    <a16:creationId xmlns:a16="http://schemas.microsoft.com/office/drawing/2014/main" id="{F11F9B53-9AF6-234A-BD90-1F3B6A89426E}"/>
                  </a:ext>
                </a:extLst>
              </p:cNvPr>
              <p:cNvSpPr/>
              <p:nvPr/>
            </p:nvSpPr>
            <p:spPr>
              <a:xfrm>
                <a:off x="7091446" y="5395553"/>
                <a:ext cx="65041" cy="65043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4" name="Oval 1103">
                <a:extLst>
                  <a:ext uri="{FF2B5EF4-FFF2-40B4-BE49-F238E27FC236}">
                    <a16:creationId xmlns:a16="http://schemas.microsoft.com/office/drawing/2014/main" id="{B2D016E7-A04E-DB44-ABE2-DDA2F76FBBE7}"/>
                  </a:ext>
                </a:extLst>
              </p:cNvPr>
              <p:cNvSpPr/>
              <p:nvPr/>
            </p:nvSpPr>
            <p:spPr>
              <a:xfrm>
                <a:off x="7404019" y="5460157"/>
                <a:ext cx="83858" cy="83858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5" name="Oval 1104">
                <a:extLst>
                  <a:ext uri="{FF2B5EF4-FFF2-40B4-BE49-F238E27FC236}">
                    <a16:creationId xmlns:a16="http://schemas.microsoft.com/office/drawing/2014/main" id="{0714530A-6B75-B94B-9C17-3C91FBE726F1}"/>
                  </a:ext>
                </a:extLst>
              </p:cNvPr>
              <p:cNvSpPr/>
              <p:nvPr/>
            </p:nvSpPr>
            <p:spPr>
              <a:xfrm>
                <a:off x="7516259" y="5632278"/>
                <a:ext cx="83816" cy="8381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6" name="Oval 1105">
                <a:extLst>
                  <a:ext uri="{FF2B5EF4-FFF2-40B4-BE49-F238E27FC236}">
                    <a16:creationId xmlns:a16="http://schemas.microsoft.com/office/drawing/2014/main" id="{FB62631E-27BC-BF42-B623-F59939B3714C}"/>
                  </a:ext>
                </a:extLst>
              </p:cNvPr>
              <p:cNvSpPr/>
              <p:nvPr/>
            </p:nvSpPr>
            <p:spPr>
              <a:xfrm>
                <a:off x="7307292" y="5375549"/>
                <a:ext cx="56906" cy="56906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07" name="Straight Connector 1106">
                <a:extLst>
                  <a:ext uri="{FF2B5EF4-FFF2-40B4-BE49-F238E27FC236}">
                    <a16:creationId xmlns:a16="http://schemas.microsoft.com/office/drawing/2014/main" id="{F53C64FC-261E-1742-A182-6BFE59AD27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12562" y="5684272"/>
                <a:ext cx="127799" cy="8095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08" name="Straight Connector 1107">
              <a:extLst>
                <a:ext uri="{FF2B5EF4-FFF2-40B4-BE49-F238E27FC236}">
                  <a16:creationId xmlns:a16="http://schemas.microsoft.com/office/drawing/2014/main" id="{1879C604-1653-8147-8BBC-1F6AB57CE3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34484" y="4732421"/>
              <a:ext cx="22891" cy="885502"/>
            </a:xfrm>
            <a:prstGeom prst="line">
              <a:avLst/>
            </a:prstGeom>
            <a:ln w="28575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9" name="Straight Connector 1108">
              <a:extLst>
                <a:ext uri="{FF2B5EF4-FFF2-40B4-BE49-F238E27FC236}">
                  <a16:creationId xmlns:a16="http://schemas.microsoft.com/office/drawing/2014/main" id="{DA007AC6-F5FA-B246-A3F1-E703813441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7916" y="4479299"/>
              <a:ext cx="258926" cy="703955"/>
            </a:xfrm>
            <a:prstGeom prst="line">
              <a:avLst/>
            </a:prstGeom>
            <a:ln w="28575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Straight Connector 1109">
              <a:extLst>
                <a:ext uri="{FF2B5EF4-FFF2-40B4-BE49-F238E27FC236}">
                  <a16:creationId xmlns:a16="http://schemas.microsoft.com/office/drawing/2014/main" id="{77833E46-8AD8-7442-8EFE-CDDD87CDDC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0696" y="4908885"/>
              <a:ext cx="22707" cy="552463"/>
            </a:xfrm>
            <a:prstGeom prst="line">
              <a:avLst/>
            </a:prstGeom>
            <a:ln w="28575" cap="rnd">
              <a:solidFill>
                <a:schemeClr val="tx1"/>
              </a:soli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D785FEC6-2814-D54D-A5A3-0BC89CA514C3}"/>
              </a:ext>
            </a:extLst>
          </p:cNvPr>
          <p:cNvGrpSpPr/>
          <p:nvPr/>
        </p:nvGrpSpPr>
        <p:grpSpPr>
          <a:xfrm>
            <a:off x="516898" y="5419219"/>
            <a:ext cx="986691" cy="1012066"/>
            <a:chOff x="451073" y="5360820"/>
            <a:chExt cx="1121130" cy="1149962"/>
          </a:xfrm>
        </p:grpSpPr>
        <p:cxnSp>
          <p:nvCxnSpPr>
            <p:cNvPr id="925" name="Straight Connector 924">
              <a:extLst>
                <a:ext uri="{FF2B5EF4-FFF2-40B4-BE49-F238E27FC236}">
                  <a16:creationId xmlns:a16="http://schemas.microsoft.com/office/drawing/2014/main" id="{C328FD3F-A1F8-BA42-ADEB-B345840720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8657" y="5375977"/>
              <a:ext cx="128993" cy="16122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E11A297C-7B23-5140-B189-374D651D79A9}"/>
                </a:ext>
              </a:extLst>
            </p:cNvPr>
            <p:cNvGrpSpPr/>
            <p:nvPr/>
          </p:nvGrpSpPr>
          <p:grpSpPr>
            <a:xfrm>
              <a:off x="702875" y="5847285"/>
              <a:ext cx="256177" cy="244871"/>
              <a:chOff x="1222791" y="6018051"/>
              <a:chExt cx="256177" cy="244871"/>
            </a:xfrm>
          </p:grpSpPr>
          <p:sp>
            <p:nvSpPr>
              <p:cNvPr id="917" name="Oval 916">
                <a:extLst>
                  <a:ext uri="{FF2B5EF4-FFF2-40B4-BE49-F238E27FC236}">
                    <a16:creationId xmlns:a16="http://schemas.microsoft.com/office/drawing/2014/main" id="{C96A762C-5C09-6C43-AEB1-CE03264D89AB}"/>
                  </a:ext>
                </a:extLst>
              </p:cNvPr>
              <p:cNvSpPr/>
              <p:nvPr/>
            </p:nvSpPr>
            <p:spPr>
              <a:xfrm>
                <a:off x="1222791" y="6018051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3" name="Oval 922">
                <a:extLst>
                  <a:ext uri="{FF2B5EF4-FFF2-40B4-BE49-F238E27FC236}">
                    <a16:creationId xmlns:a16="http://schemas.microsoft.com/office/drawing/2014/main" id="{2127ACD7-2C44-884D-94A8-68CA0246A99B}"/>
                  </a:ext>
                </a:extLst>
              </p:cNvPr>
              <p:cNvSpPr/>
              <p:nvPr/>
            </p:nvSpPr>
            <p:spPr>
              <a:xfrm>
                <a:off x="1263221" y="6168295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4" name="Oval 923">
                <a:extLst>
                  <a:ext uri="{FF2B5EF4-FFF2-40B4-BE49-F238E27FC236}">
                    <a16:creationId xmlns:a16="http://schemas.microsoft.com/office/drawing/2014/main" id="{98FDC696-C322-684D-9963-5981D3B0C65B}"/>
                  </a:ext>
                </a:extLst>
              </p:cNvPr>
              <p:cNvSpPr/>
              <p:nvPr/>
            </p:nvSpPr>
            <p:spPr>
              <a:xfrm>
                <a:off x="1384341" y="6062456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26" name="Straight Connector 925">
                <a:extLst>
                  <a:ext uri="{FF2B5EF4-FFF2-40B4-BE49-F238E27FC236}">
                    <a16:creationId xmlns:a16="http://schemas.microsoft.com/office/drawing/2014/main" id="{21ADC9AE-8491-2646-ACA3-A290C7DD62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8878" y="6070447"/>
                <a:ext cx="31416" cy="144512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" name="Straight Connector 926">
                <a:extLst>
                  <a:ext uri="{FF2B5EF4-FFF2-40B4-BE49-F238E27FC236}">
                    <a16:creationId xmlns:a16="http://schemas.microsoft.com/office/drawing/2014/main" id="{915712CE-4D15-964F-9179-49EDD772CE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69453" y="6054740"/>
                <a:ext cx="163360" cy="5340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CD37BFE8-8044-A148-BE82-BECC92CE9D30}"/>
                </a:ext>
              </a:extLst>
            </p:cNvPr>
            <p:cNvGrpSpPr/>
            <p:nvPr/>
          </p:nvGrpSpPr>
          <p:grpSpPr>
            <a:xfrm>
              <a:off x="1196348" y="5360820"/>
              <a:ext cx="375855" cy="268443"/>
              <a:chOff x="950794" y="5493731"/>
              <a:chExt cx="375855" cy="268443"/>
            </a:xfrm>
          </p:grpSpPr>
          <p:sp>
            <p:nvSpPr>
              <p:cNvPr id="918" name="Oval 917">
                <a:extLst>
                  <a:ext uri="{FF2B5EF4-FFF2-40B4-BE49-F238E27FC236}">
                    <a16:creationId xmlns:a16="http://schemas.microsoft.com/office/drawing/2014/main" id="{B85F866F-8858-AB4E-BC5D-497C5D1AEB54}"/>
                  </a:ext>
                </a:extLst>
              </p:cNvPr>
              <p:cNvSpPr/>
              <p:nvPr/>
            </p:nvSpPr>
            <p:spPr>
              <a:xfrm>
                <a:off x="1056631" y="5667547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9" name="Oval 918">
                <a:extLst>
                  <a:ext uri="{FF2B5EF4-FFF2-40B4-BE49-F238E27FC236}">
                    <a16:creationId xmlns:a16="http://schemas.microsoft.com/office/drawing/2014/main" id="{B83C0876-0ACB-E844-A885-D0B0DFDE05B7}"/>
                  </a:ext>
                </a:extLst>
              </p:cNvPr>
              <p:cNvSpPr/>
              <p:nvPr/>
            </p:nvSpPr>
            <p:spPr>
              <a:xfrm>
                <a:off x="950794" y="5567397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1" name="Oval 920">
                <a:extLst>
                  <a:ext uri="{FF2B5EF4-FFF2-40B4-BE49-F238E27FC236}">
                    <a16:creationId xmlns:a16="http://schemas.microsoft.com/office/drawing/2014/main" id="{5BC6092F-810A-DC49-8D14-6A00A0BBDFE5}"/>
                  </a:ext>
                </a:extLst>
              </p:cNvPr>
              <p:cNvSpPr/>
              <p:nvPr/>
            </p:nvSpPr>
            <p:spPr>
              <a:xfrm>
                <a:off x="1100826" y="5493731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2" name="Oval 921">
                <a:extLst>
                  <a:ext uri="{FF2B5EF4-FFF2-40B4-BE49-F238E27FC236}">
                    <a16:creationId xmlns:a16="http://schemas.microsoft.com/office/drawing/2014/main" id="{98878B42-1331-FC41-8C8C-56E8E79EDDCB}"/>
                  </a:ext>
                </a:extLst>
              </p:cNvPr>
              <p:cNvSpPr/>
              <p:nvPr/>
            </p:nvSpPr>
            <p:spPr>
              <a:xfrm>
                <a:off x="1232022" y="5627077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28" name="Straight Connector 927">
                <a:extLst>
                  <a:ext uri="{FF2B5EF4-FFF2-40B4-BE49-F238E27FC236}">
                    <a16:creationId xmlns:a16="http://schemas.microsoft.com/office/drawing/2014/main" id="{1835AD1A-21E1-0B4A-981D-EDE903C454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99810" y="5668329"/>
                <a:ext cx="172785" cy="4712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" name="Straight Connector 928">
                <a:extLst>
                  <a:ext uri="{FF2B5EF4-FFF2-40B4-BE49-F238E27FC236}">
                    <a16:creationId xmlns:a16="http://schemas.microsoft.com/office/drawing/2014/main" id="{8AF6C72E-ADBD-2545-B606-8A5DF58334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2951" y="5545809"/>
                <a:ext cx="47123" cy="18221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0" name="Straight Connector 929">
                <a:extLst>
                  <a:ext uri="{FF2B5EF4-FFF2-40B4-BE49-F238E27FC236}">
                    <a16:creationId xmlns:a16="http://schemas.microsoft.com/office/drawing/2014/main" id="{9ADD302F-431E-2147-B8AB-E6FFA254F7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7289" y="5589790"/>
                <a:ext cx="122521" cy="12880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47989B05-BDA6-CE4D-B815-5038F6503462}"/>
                </a:ext>
              </a:extLst>
            </p:cNvPr>
            <p:cNvGrpSpPr/>
            <p:nvPr/>
          </p:nvGrpSpPr>
          <p:grpSpPr>
            <a:xfrm>
              <a:off x="451073" y="5465873"/>
              <a:ext cx="272475" cy="426781"/>
              <a:chOff x="552910" y="5898167"/>
              <a:chExt cx="272475" cy="426781"/>
            </a:xfrm>
          </p:grpSpPr>
          <p:sp>
            <p:nvSpPr>
              <p:cNvPr id="914" name="Oval 913">
                <a:extLst>
                  <a:ext uri="{FF2B5EF4-FFF2-40B4-BE49-F238E27FC236}">
                    <a16:creationId xmlns:a16="http://schemas.microsoft.com/office/drawing/2014/main" id="{D0F4333B-8802-DE4F-B88D-97364CA94E8D}"/>
                  </a:ext>
                </a:extLst>
              </p:cNvPr>
              <p:cNvSpPr/>
              <p:nvPr/>
            </p:nvSpPr>
            <p:spPr>
              <a:xfrm>
                <a:off x="552910" y="6091345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5" name="Oval 914">
                <a:extLst>
                  <a:ext uri="{FF2B5EF4-FFF2-40B4-BE49-F238E27FC236}">
                    <a16:creationId xmlns:a16="http://schemas.microsoft.com/office/drawing/2014/main" id="{F0456055-9CC0-8F48-B7FF-0A3B7740CF95}"/>
                  </a:ext>
                </a:extLst>
              </p:cNvPr>
              <p:cNvSpPr/>
              <p:nvPr/>
            </p:nvSpPr>
            <p:spPr>
              <a:xfrm>
                <a:off x="687472" y="5898167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6" name="Oval 915">
                <a:extLst>
                  <a:ext uri="{FF2B5EF4-FFF2-40B4-BE49-F238E27FC236}">
                    <a16:creationId xmlns:a16="http://schemas.microsoft.com/office/drawing/2014/main" id="{B3745B95-D99A-7F47-8D44-3D3D68D49E66}"/>
                  </a:ext>
                </a:extLst>
              </p:cNvPr>
              <p:cNvSpPr/>
              <p:nvPr/>
            </p:nvSpPr>
            <p:spPr>
              <a:xfrm>
                <a:off x="730758" y="6115560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0" name="Oval 919">
                <a:extLst>
                  <a:ext uri="{FF2B5EF4-FFF2-40B4-BE49-F238E27FC236}">
                    <a16:creationId xmlns:a16="http://schemas.microsoft.com/office/drawing/2014/main" id="{300B15EB-081D-964F-A5EB-08E875D5A339}"/>
                  </a:ext>
                </a:extLst>
              </p:cNvPr>
              <p:cNvSpPr/>
              <p:nvPr/>
            </p:nvSpPr>
            <p:spPr>
              <a:xfrm>
                <a:off x="635342" y="6230321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31" name="Straight Connector 930">
                <a:extLst>
                  <a:ext uri="{FF2B5EF4-FFF2-40B4-BE49-F238E27FC236}">
                    <a16:creationId xmlns:a16="http://schemas.microsoft.com/office/drawing/2014/main" id="{079C786D-87A3-904F-AEF4-FBD1B770EF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38658" y="5948967"/>
                <a:ext cx="43855" cy="209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2" name="Straight Connector 931">
                <a:extLst>
                  <a:ext uri="{FF2B5EF4-FFF2-40B4-BE49-F238E27FC236}">
                    <a16:creationId xmlns:a16="http://schemas.microsoft.com/office/drawing/2014/main" id="{A043B8C1-0950-8C49-A864-EE038C4FCC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94020" y="6142703"/>
                <a:ext cx="191634" cy="1256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3" name="Straight Connector 932">
                <a:extLst>
                  <a:ext uri="{FF2B5EF4-FFF2-40B4-BE49-F238E27FC236}">
                    <a16:creationId xmlns:a16="http://schemas.microsoft.com/office/drawing/2014/main" id="{B3E8C266-932F-674B-A4DE-EB730B8D9B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983" y="6155269"/>
                <a:ext cx="97388" cy="12252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35" name="Straight Connector 934">
              <a:extLst>
                <a:ext uri="{FF2B5EF4-FFF2-40B4-BE49-F238E27FC236}">
                  <a16:creationId xmlns:a16="http://schemas.microsoft.com/office/drawing/2014/main" id="{8BE28068-D53D-EF49-91AD-6D9669F4AC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7850" y="5845175"/>
              <a:ext cx="177800" cy="4762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8E620048-1827-B647-8E85-074BC1618133}"/>
                </a:ext>
              </a:extLst>
            </p:cNvPr>
            <p:cNvGrpSpPr/>
            <p:nvPr/>
          </p:nvGrpSpPr>
          <p:grpSpPr>
            <a:xfrm rot="16200000">
              <a:off x="891924" y="6176635"/>
              <a:ext cx="267495" cy="400799"/>
              <a:chOff x="710290" y="6117242"/>
              <a:chExt cx="267495" cy="400799"/>
            </a:xfrm>
          </p:grpSpPr>
          <p:sp>
            <p:nvSpPr>
              <p:cNvPr id="1117" name="Oval 1116">
                <a:extLst>
                  <a:ext uri="{FF2B5EF4-FFF2-40B4-BE49-F238E27FC236}">
                    <a16:creationId xmlns:a16="http://schemas.microsoft.com/office/drawing/2014/main" id="{A580B452-78EE-7642-B3BA-BBFE0DE9DB60}"/>
                  </a:ext>
                </a:extLst>
              </p:cNvPr>
              <p:cNvSpPr/>
              <p:nvPr/>
            </p:nvSpPr>
            <p:spPr>
              <a:xfrm>
                <a:off x="710290" y="6252721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8" name="Oval 1117">
                <a:extLst>
                  <a:ext uri="{FF2B5EF4-FFF2-40B4-BE49-F238E27FC236}">
                    <a16:creationId xmlns:a16="http://schemas.microsoft.com/office/drawing/2014/main" id="{E5FF65E8-5BF4-624F-89A3-980C748DD2E8}"/>
                  </a:ext>
                </a:extLst>
              </p:cNvPr>
              <p:cNvSpPr/>
              <p:nvPr/>
            </p:nvSpPr>
            <p:spPr>
              <a:xfrm>
                <a:off x="798022" y="6117242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9" name="Oval 1118">
                <a:extLst>
                  <a:ext uri="{FF2B5EF4-FFF2-40B4-BE49-F238E27FC236}">
                    <a16:creationId xmlns:a16="http://schemas.microsoft.com/office/drawing/2014/main" id="{46578F22-7F64-F742-AE72-0B4325D52AAC}"/>
                  </a:ext>
                </a:extLst>
              </p:cNvPr>
              <p:cNvSpPr/>
              <p:nvPr/>
            </p:nvSpPr>
            <p:spPr>
              <a:xfrm>
                <a:off x="883158" y="6267960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0" name="Oval 1119">
                <a:extLst>
                  <a:ext uri="{FF2B5EF4-FFF2-40B4-BE49-F238E27FC236}">
                    <a16:creationId xmlns:a16="http://schemas.microsoft.com/office/drawing/2014/main" id="{6B5D4205-EBEA-B748-AE30-B47517989354}"/>
                  </a:ext>
                </a:extLst>
              </p:cNvPr>
              <p:cNvSpPr/>
              <p:nvPr/>
            </p:nvSpPr>
            <p:spPr>
              <a:xfrm>
                <a:off x="793407" y="6423414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21" name="Straight Connector 1120">
                <a:extLst>
                  <a:ext uri="{FF2B5EF4-FFF2-40B4-BE49-F238E27FC236}">
                    <a16:creationId xmlns:a16="http://schemas.microsoft.com/office/drawing/2014/main" id="{A55960AD-9A60-784F-9379-3BD1E7D15D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53233" y="6160016"/>
                <a:ext cx="81680" cy="150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2" name="Straight Connector 1121">
                <a:extLst>
                  <a:ext uri="{FF2B5EF4-FFF2-40B4-BE49-F238E27FC236}">
                    <a16:creationId xmlns:a16="http://schemas.microsoft.com/office/drawing/2014/main" id="{8C34CBB6-DBFE-1B49-9175-00BAA605DD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46420" y="6295103"/>
                <a:ext cx="191634" cy="1256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7" name="Straight Connector 1156">
                <a:extLst>
                  <a:ext uri="{FF2B5EF4-FFF2-40B4-BE49-F238E27FC236}">
                    <a16:creationId xmlns:a16="http://schemas.microsoft.com/office/drawing/2014/main" id="{4795D8C1-B396-6542-9340-0746957AF95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00092" y="6325263"/>
                <a:ext cx="182607" cy="12737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4" name="Straight Connector 1123">
              <a:extLst>
                <a:ext uri="{FF2B5EF4-FFF2-40B4-BE49-F238E27FC236}">
                  <a16:creationId xmlns:a16="http://schemas.microsoft.com/office/drawing/2014/main" id="{C54DA641-98C5-324F-8243-82C44B382B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8250" y="5413375"/>
              <a:ext cx="152400" cy="6985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5" name="Straight Connector 1124">
              <a:extLst>
                <a:ext uri="{FF2B5EF4-FFF2-40B4-BE49-F238E27FC236}">
                  <a16:creationId xmlns:a16="http://schemas.microsoft.com/office/drawing/2014/main" id="{48ADF2FB-17AE-E144-B738-577C26E73A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41450" y="5565776"/>
              <a:ext cx="101600" cy="1682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6" name="Straight Connector 1125">
              <a:extLst>
                <a:ext uri="{FF2B5EF4-FFF2-40B4-BE49-F238E27FC236}">
                  <a16:creationId xmlns:a16="http://schemas.microsoft.com/office/drawing/2014/main" id="{C9FDCEBC-3585-EF42-AF16-07C3FCD39A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421" y="5513498"/>
              <a:ext cx="158750" cy="18732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" name="Straight Connector 1126">
              <a:extLst>
                <a:ext uri="{FF2B5EF4-FFF2-40B4-BE49-F238E27FC236}">
                  <a16:creationId xmlns:a16="http://schemas.microsoft.com/office/drawing/2014/main" id="{7F76503E-7FB1-8D4E-AC8A-20CC59033493}"/>
                </a:ext>
              </a:extLst>
            </p:cNvPr>
            <p:cNvCxnSpPr>
              <a:cxnSpLocks/>
            </p:cNvCxnSpPr>
            <p:nvPr/>
          </p:nvCxnSpPr>
          <p:spPr>
            <a:xfrm>
              <a:off x="1235076" y="5483225"/>
              <a:ext cx="15874" cy="2444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8" name="Group 1127">
              <a:extLst>
                <a:ext uri="{FF2B5EF4-FFF2-40B4-BE49-F238E27FC236}">
                  <a16:creationId xmlns:a16="http://schemas.microsoft.com/office/drawing/2014/main" id="{0A55BC15-6416-8042-BFD5-E58D032E109C}"/>
                </a:ext>
              </a:extLst>
            </p:cNvPr>
            <p:cNvGrpSpPr/>
            <p:nvPr/>
          </p:nvGrpSpPr>
          <p:grpSpPr>
            <a:xfrm rot="21197634">
              <a:off x="1227739" y="5673830"/>
              <a:ext cx="256177" cy="244871"/>
              <a:chOff x="1222791" y="6018051"/>
              <a:chExt cx="256177" cy="244871"/>
            </a:xfrm>
          </p:grpSpPr>
          <p:sp>
            <p:nvSpPr>
              <p:cNvPr id="1129" name="Oval 1128">
                <a:extLst>
                  <a:ext uri="{FF2B5EF4-FFF2-40B4-BE49-F238E27FC236}">
                    <a16:creationId xmlns:a16="http://schemas.microsoft.com/office/drawing/2014/main" id="{435AE054-17E5-1949-BCE6-467E48833CBC}"/>
                  </a:ext>
                </a:extLst>
              </p:cNvPr>
              <p:cNvSpPr/>
              <p:nvPr/>
            </p:nvSpPr>
            <p:spPr>
              <a:xfrm>
                <a:off x="1222791" y="6018051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0" name="Oval 1129">
                <a:extLst>
                  <a:ext uri="{FF2B5EF4-FFF2-40B4-BE49-F238E27FC236}">
                    <a16:creationId xmlns:a16="http://schemas.microsoft.com/office/drawing/2014/main" id="{374913F8-0FE5-8B4A-AEEB-DE9183580B3E}"/>
                  </a:ext>
                </a:extLst>
              </p:cNvPr>
              <p:cNvSpPr/>
              <p:nvPr/>
            </p:nvSpPr>
            <p:spPr>
              <a:xfrm>
                <a:off x="1263221" y="6168295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1" name="Oval 1130">
                <a:extLst>
                  <a:ext uri="{FF2B5EF4-FFF2-40B4-BE49-F238E27FC236}">
                    <a16:creationId xmlns:a16="http://schemas.microsoft.com/office/drawing/2014/main" id="{093771A0-30F3-DA4E-985B-F76B76E02E16}"/>
                  </a:ext>
                </a:extLst>
              </p:cNvPr>
              <p:cNvSpPr/>
              <p:nvPr/>
            </p:nvSpPr>
            <p:spPr>
              <a:xfrm>
                <a:off x="1384341" y="6062456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32" name="Straight Connector 1131">
                <a:extLst>
                  <a:ext uri="{FF2B5EF4-FFF2-40B4-BE49-F238E27FC236}">
                    <a16:creationId xmlns:a16="http://schemas.microsoft.com/office/drawing/2014/main" id="{432C036C-ADDB-894E-BE50-56CF736469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8878" y="6070447"/>
                <a:ext cx="31416" cy="144512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3" name="Straight Connector 1132">
                <a:extLst>
                  <a:ext uri="{FF2B5EF4-FFF2-40B4-BE49-F238E27FC236}">
                    <a16:creationId xmlns:a16="http://schemas.microsoft.com/office/drawing/2014/main" id="{542466B5-E3BB-2041-9569-8E320D3BCF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269453" y="6054740"/>
                <a:ext cx="163360" cy="5340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35" name="Group 1134">
              <a:extLst>
                <a:ext uri="{FF2B5EF4-FFF2-40B4-BE49-F238E27FC236}">
                  <a16:creationId xmlns:a16="http://schemas.microsoft.com/office/drawing/2014/main" id="{25902CFB-F278-E94C-A579-749506C69163}"/>
                </a:ext>
              </a:extLst>
            </p:cNvPr>
            <p:cNvGrpSpPr/>
            <p:nvPr/>
          </p:nvGrpSpPr>
          <p:grpSpPr>
            <a:xfrm rot="5588988">
              <a:off x="1199025" y="6017843"/>
              <a:ext cx="272475" cy="438906"/>
              <a:chOff x="705310" y="6117242"/>
              <a:chExt cx="272475" cy="438906"/>
            </a:xfrm>
          </p:grpSpPr>
          <p:sp>
            <p:nvSpPr>
              <p:cNvPr id="1136" name="Oval 1135">
                <a:extLst>
                  <a:ext uri="{FF2B5EF4-FFF2-40B4-BE49-F238E27FC236}">
                    <a16:creationId xmlns:a16="http://schemas.microsoft.com/office/drawing/2014/main" id="{83992262-C539-E243-9DFB-922467A907FC}"/>
                  </a:ext>
                </a:extLst>
              </p:cNvPr>
              <p:cNvSpPr/>
              <p:nvPr/>
            </p:nvSpPr>
            <p:spPr>
              <a:xfrm>
                <a:off x="705310" y="6243745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7" name="Oval 1136">
                <a:extLst>
                  <a:ext uri="{FF2B5EF4-FFF2-40B4-BE49-F238E27FC236}">
                    <a16:creationId xmlns:a16="http://schemas.microsoft.com/office/drawing/2014/main" id="{320ACB88-8E36-594A-AC1B-0173D2EB3D01}"/>
                  </a:ext>
                </a:extLst>
              </p:cNvPr>
              <p:cNvSpPr/>
              <p:nvPr/>
            </p:nvSpPr>
            <p:spPr>
              <a:xfrm>
                <a:off x="798022" y="6117242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8" name="Oval 1137">
                <a:extLst>
                  <a:ext uri="{FF2B5EF4-FFF2-40B4-BE49-F238E27FC236}">
                    <a16:creationId xmlns:a16="http://schemas.microsoft.com/office/drawing/2014/main" id="{E6CE4F89-9F98-0345-8A1F-4B535230C944}"/>
                  </a:ext>
                </a:extLst>
              </p:cNvPr>
              <p:cNvSpPr/>
              <p:nvPr/>
            </p:nvSpPr>
            <p:spPr>
              <a:xfrm>
                <a:off x="883158" y="6267960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9" name="Oval 1138">
                <a:extLst>
                  <a:ext uri="{FF2B5EF4-FFF2-40B4-BE49-F238E27FC236}">
                    <a16:creationId xmlns:a16="http://schemas.microsoft.com/office/drawing/2014/main" id="{4079BC3B-5F65-BB46-BA7B-2D4BA46C8330}"/>
                  </a:ext>
                </a:extLst>
              </p:cNvPr>
              <p:cNvSpPr/>
              <p:nvPr/>
            </p:nvSpPr>
            <p:spPr>
              <a:xfrm>
                <a:off x="727053" y="6461521"/>
                <a:ext cx="94627" cy="94627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0" name="Straight Connector 1139">
                <a:extLst>
                  <a:ext uri="{FF2B5EF4-FFF2-40B4-BE49-F238E27FC236}">
                    <a16:creationId xmlns:a16="http://schemas.microsoft.com/office/drawing/2014/main" id="{44E2889C-ED88-C04F-AB8B-42FA6054F5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53233" y="6160016"/>
                <a:ext cx="81680" cy="150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1" name="Straight Connector 1140">
                <a:extLst>
                  <a:ext uri="{FF2B5EF4-FFF2-40B4-BE49-F238E27FC236}">
                    <a16:creationId xmlns:a16="http://schemas.microsoft.com/office/drawing/2014/main" id="{F11CFC06-5065-814B-86D2-65F2998642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46420" y="6295103"/>
                <a:ext cx="191634" cy="1256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43" name="Straight Connector 1142">
              <a:extLst>
                <a:ext uri="{FF2B5EF4-FFF2-40B4-BE49-F238E27FC236}">
                  <a16:creationId xmlns:a16="http://schemas.microsoft.com/office/drawing/2014/main" id="{690262CF-EE48-9F43-93A4-B44772AF5C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0" y="5861050"/>
              <a:ext cx="422275" cy="603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4" name="Straight Connector 1143">
              <a:extLst>
                <a:ext uri="{FF2B5EF4-FFF2-40B4-BE49-F238E27FC236}">
                  <a16:creationId xmlns:a16="http://schemas.microsoft.com/office/drawing/2014/main" id="{78BDFFC6-139F-EF44-AA24-7E8665CAE5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950" y="5476875"/>
              <a:ext cx="495301" cy="42227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6" name="Straight Connector 1145">
              <a:extLst>
                <a:ext uri="{FF2B5EF4-FFF2-40B4-BE49-F238E27FC236}">
                  <a16:creationId xmlns:a16="http://schemas.microsoft.com/office/drawing/2014/main" id="{2AA63071-F89F-7E43-A856-557A2922EB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6950" y="6324600"/>
              <a:ext cx="355600" cy="127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7" name="Straight Connector 1146">
              <a:extLst>
                <a:ext uri="{FF2B5EF4-FFF2-40B4-BE49-F238E27FC236}">
                  <a16:creationId xmlns:a16="http://schemas.microsoft.com/office/drawing/2014/main" id="{D8B8EA46-21D3-C744-AF0B-A1D87975A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1576" y="5876925"/>
              <a:ext cx="149224" cy="28575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8" name="Straight Connector 1147">
              <a:extLst>
                <a:ext uri="{FF2B5EF4-FFF2-40B4-BE49-F238E27FC236}">
                  <a16:creationId xmlns:a16="http://schemas.microsoft.com/office/drawing/2014/main" id="{0BBA25CC-5EE2-F045-BE0F-EE86BFEE0A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50" y="6391275"/>
              <a:ext cx="139700" cy="857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9" name="Straight Connector 1148">
              <a:extLst>
                <a:ext uri="{FF2B5EF4-FFF2-40B4-BE49-F238E27FC236}">
                  <a16:creationId xmlns:a16="http://schemas.microsoft.com/office/drawing/2014/main" id="{C40DB6A1-386E-744B-90DB-CE90A961F5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3127" y="6151410"/>
              <a:ext cx="134523" cy="10016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0" name="Straight Connector 1149">
              <a:extLst>
                <a:ext uri="{FF2B5EF4-FFF2-40B4-BE49-F238E27FC236}">
                  <a16:creationId xmlns:a16="http://schemas.microsoft.com/office/drawing/2014/main" id="{1FD0B3BA-5C21-FF45-8214-EB2744D9C4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19041" y="5743575"/>
              <a:ext cx="122409" cy="1285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1" name="Straight Connector 1150">
              <a:extLst>
                <a:ext uri="{FF2B5EF4-FFF2-40B4-BE49-F238E27FC236}">
                  <a16:creationId xmlns:a16="http://schemas.microsoft.com/office/drawing/2014/main" id="{4F63A180-BDE7-8C4D-BD2A-67846B35F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52550" y="5588000"/>
              <a:ext cx="73025" cy="1619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2" name="Straight Connector 1151">
              <a:extLst>
                <a:ext uri="{FF2B5EF4-FFF2-40B4-BE49-F238E27FC236}">
                  <a16:creationId xmlns:a16="http://schemas.microsoft.com/office/drawing/2014/main" id="{CC65ABBC-C781-224F-A0AE-89DF2A900A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2625" y="5724372"/>
              <a:ext cx="73025" cy="1619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3" name="Straight Connector 1152">
              <a:extLst>
                <a:ext uri="{FF2B5EF4-FFF2-40B4-BE49-F238E27FC236}">
                  <a16:creationId xmlns:a16="http://schemas.microsoft.com/office/drawing/2014/main" id="{F0EC4A55-7BDB-5A46-9EE7-C9B2F83E7E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6887" y="5700823"/>
              <a:ext cx="73025" cy="1619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4" name="Straight Connector 1153">
              <a:extLst>
                <a:ext uri="{FF2B5EF4-FFF2-40B4-BE49-F238E27FC236}">
                  <a16:creationId xmlns:a16="http://schemas.microsoft.com/office/drawing/2014/main" id="{B61A3C34-75A6-D942-9C0B-EFCE15F12C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364" y="5940425"/>
              <a:ext cx="115861" cy="1107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5" name="Straight Connector 1154">
              <a:extLst>
                <a:ext uri="{FF2B5EF4-FFF2-40B4-BE49-F238E27FC236}">
                  <a16:creationId xmlns:a16="http://schemas.microsoft.com/office/drawing/2014/main" id="{838A919F-F7C8-2F4A-8762-75C2A06F84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1180" y="6146800"/>
              <a:ext cx="13087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6" name="Straight Connector 1155">
              <a:extLst>
                <a:ext uri="{FF2B5EF4-FFF2-40B4-BE49-F238E27FC236}">
                  <a16:creationId xmlns:a16="http://schemas.microsoft.com/office/drawing/2014/main" id="{7B9D6B89-2EE8-E74D-B823-24AF3817B7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4576" y="6138711"/>
              <a:ext cx="200026" cy="231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8" name="Straight Connector 1157">
              <a:extLst>
                <a:ext uri="{FF2B5EF4-FFF2-40B4-BE49-F238E27FC236}">
                  <a16:creationId xmlns:a16="http://schemas.microsoft.com/office/drawing/2014/main" id="{4683C3D3-C5DB-9F4C-AA11-CC0F2BB5B8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4401" y="5943601"/>
              <a:ext cx="120649" cy="33654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9" name="Straight Connector 1158">
              <a:extLst>
                <a:ext uri="{FF2B5EF4-FFF2-40B4-BE49-F238E27FC236}">
                  <a16:creationId xmlns:a16="http://schemas.microsoft.com/office/drawing/2014/main" id="{F39E2BC1-DC00-3F4D-842A-BFE2B5374A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050" y="6156325"/>
              <a:ext cx="215900" cy="31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1" name="Rounded Rectangle 310">
            <a:extLst>
              <a:ext uri="{FF2B5EF4-FFF2-40B4-BE49-F238E27FC236}">
                <a16:creationId xmlns:a16="http://schemas.microsoft.com/office/drawing/2014/main" id="{89528A00-B71E-0443-ABE3-E84284AFFEF0}"/>
              </a:ext>
            </a:extLst>
          </p:cNvPr>
          <p:cNvSpPr/>
          <p:nvPr/>
        </p:nvSpPr>
        <p:spPr>
          <a:xfrm>
            <a:off x="4752932" y="5325257"/>
            <a:ext cx="1205195" cy="122465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" name="Rounded Rectangle 1159">
            <a:extLst>
              <a:ext uri="{FF2B5EF4-FFF2-40B4-BE49-F238E27FC236}">
                <a16:creationId xmlns:a16="http://schemas.microsoft.com/office/drawing/2014/main" id="{FC84FA8C-0EAA-5A40-9A5C-24334444EC36}"/>
              </a:ext>
            </a:extLst>
          </p:cNvPr>
          <p:cNvSpPr/>
          <p:nvPr/>
        </p:nvSpPr>
        <p:spPr>
          <a:xfrm>
            <a:off x="3295882" y="5328174"/>
            <a:ext cx="1205195" cy="122465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1" name="Rounded Rectangle 1160">
            <a:extLst>
              <a:ext uri="{FF2B5EF4-FFF2-40B4-BE49-F238E27FC236}">
                <a16:creationId xmlns:a16="http://schemas.microsoft.com/office/drawing/2014/main" id="{349EED6D-F736-7D45-9EA7-9805E59027B5}"/>
              </a:ext>
            </a:extLst>
          </p:cNvPr>
          <p:cNvSpPr/>
          <p:nvPr/>
        </p:nvSpPr>
        <p:spPr>
          <a:xfrm>
            <a:off x="432612" y="5325257"/>
            <a:ext cx="1205195" cy="122465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2" name="Rectangle 1161">
            <a:extLst>
              <a:ext uri="{FF2B5EF4-FFF2-40B4-BE49-F238E27FC236}">
                <a16:creationId xmlns:a16="http://schemas.microsoft.com/office/drawing/2014/main" id="{E3F3E544-5637-B945-85AC-27C1BDD18F07}"/>
              </a:ext>
            </a:extLst>
          </p:cNvPr>
          <p:cNvSpPr/>
          <p:nvPr/>
        </p:nvSpPr>
        <p:spPr>
          <a:xfrm>
            <a:off x="6190616" y="5264972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6" name="Rounded Rectangle 1215">
            <a:extLst>
              <a:ext uri="{FF2B5EF4-FFF2-40B4-BE49-F238E27FC236}">
                <a16:creationId xmlns:a16="http://schemas.microsoft.com/office/drawing/2014/main" id="{08B8C576-A444-4B4C-9FDD-3D377A7B6E1C}"/>
              </a:ext>
            </a:extLst>
          </p:cNvPr>
          <p:cNvSpPr/>
          <p:nvPr/>
        </p:nvSpPr>
        <p:spPr>
          <a:xfrm>
            <a:off x="6260630" y="5325257"/>
            <a:ext cx="1205195" cy="122465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7" name="Oval 1216">
            <a:extLst>
              <a:ext uri="{FF2B5EF4-FFF2-40B4-BE49-F238E27FC236}">
                <a16:creationId xmlns:a16="http://schemas.microsoft.com/office/drawing/2014/main" id="{A2D6C77F-A282-EA48-8E74-C0853222C841}"/>
              </a:ext>
            </a:extLst>
          </p:cNvPr>
          <p:cNvSpPr/>
          <p:nvPr/>
        </p:nvSpPr>
        <p:spPr>
          <a:xfrm>
            <a:off x="6595047" y="5597726"/>
            <a:ext cx="103058" cy="1030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Triangle 316">
            <a:extLst>
              <a:ext uri="{FF2B5EF4-FFF2-40B4-BE49-F238E27FC236}">
                <a16:creationId xmlns:a16="http://schemas.microsoft.com/office/drawing/2014/main" id="{3E0FFC0C-9F4F-A645-897D-0A24121907B2}"/>
              </a:ext>
            </a:extLst>
          </p:cNvPr>
          <p:cNvSpPr/>
          <p:nvPr/>
        </p:nvSpPr>
        <p:spPr>
          <a:xfrm>
            <a:off x="6420042" y="5944349"/>
            <a:ext cx="147288" cy="12697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9" name="Triangle 1218">
            <a:extLst>
              <a:ext uri="{FF2B5EF4-FFF2-40B4-BE49-F238E27FC236}">
                <a16:creationId xmlns:a16="http://schemas.microsoft.com/office/drawing/2014/main" id="{1A1950A2-5CD9-744E-AEA9-B6F9C8B7D6A9}"/>
              </a:ext>
            </a:extLst>
          </p:cNvPr>
          <p:cNvSpPr/>
          <p:nvPr/>
        </p:nvSpPr>
        <p:spPr>
          <a:xfrm>
            <a:off x="6493686" y="6129927"/>
            <a:ext cx="147288" cy="12697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0" name="Triangle 1219">
            <a:extLst>
              <a:ext uri="{FF2B5EF4-FFF2-40B4-BE49-F238E27FC236}">
                <a16:creationId xmlns:a16="http://schemas.microsoft.com/office/drawing/2014/main" id="{F421CAB2-4BAD-B048-8F14-F0295FE0E2AB}"/>
              </a:ext>
            </a:extLst>
          </p:cNvPr>
          <p:cNvSpPr/>
          <p:nvPr/>
        </p:nvSpPr>
        <p:spPr>
          <a:xfrm>
            <a:off x="6555810" y="5973652"/>
            <a:ext cx="147288" cy="12697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1" name="Triangle 1220">
            <a:extLst>
              <a:ext uri="{FF2B5EF4-FFF2-40B4-BE49-F238E27FC236}">
                <a16:creationId xmlns:a16="http://schemas.microsoft.com/office/drawing/2014/main" id="{5A15CB3E-BA45-444D-888D-AE71822256BF}"/>
              </a:ext>
            </a:extLst>
          </p:cNvPr>
          <p:cNvSpPr/>
          <p:nvPr/>
        </p:nvSpPr>
        <p:spPr>
          <a:xfrm>
            <a:off x="6532653" y="6265600"/>
            <a:ext cx="147288" cy="12697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2" name="Triangle 1221">
            <a:extLst>
              <a:ext uri="{FF2B5EF4-FFF2-40B4-BE49-F238E27FC236}">
                <a16:creationId xmlns:a16="http://schemas.microsoft.com/office/drawing/2014/main" id="{A845669A-F0CD-1C42-A57E-0F9532F27D58}"/>
              </a:ext>
            </a:extLst>
          </p:cNvPr>
          <p:cNvSpPr/>
          <p:nvPr/>
        </p:nvSpPr>
        <p:spPr>
          <a:xfrm>
            <a:off x="6331502" y="6118075"/>
            <a:ext cx="147288" cy="12697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3" name="Triangle 1222">
            <a:extLst>
              <a:ext uri="{FF2B5EF4-FFF2-40B4-BE49-F238E27FC236}">
                <a16:creationId xmlns:a16="http://schemas.microsoft.com/office/drawing/2014/main" id="{FFA25576-8FC2-0749-A291-15B3C189B795}"/>
              </a:ext>
            </a:extLst>
          </p:cNvPr>
          <p:cNvSpPr/>
          <p:nvPr/>
        </p:nvSpPr>
        <p:spPr>
          <a:xfrm>
            <a:off x="6655141" y="6078343"/>
            <a:ext cx="147288" cy="12697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4" name="Oval 1223">
            <a:extLst>
              <a:ext uri="{FF2B5EF4-FFF2-40B4-BE49-F238E27FC236}">
                <a16:creationId xmlns:a16="http://schemas.microsoft.com/office/drawing/2014/main" id="{A1D33CF2-D942-C546-99FC-D211E1C29D03}"/>
              </a:ext>
            </a:extLst>
          </p:cNvPr>
          <p:cNvSpPr/>
          <p:nvPr/>
        </p:nvSpPr>
        <p:spPr>
          <a:xfrm>
            <a:off x="6743184" y="5674523"/>
            <a:ext cx="103058" cy="1030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5" name="Oval 1224">
            <a:extLst>
              <a:ext uri="{FF2B5EF4-FFF2-40B4-BE49-F238E27FC236}">
                <a16:creationId xmlns:a16="http://schemas.microsoft.com/office/drawing/2014/main" id="{E4D8C3F7-2876-254B-9825-D6D0BF7DFAC9}"/>
              </a:ext>
            </a:extLst>
          </p:cNvPr>
          <p:cNvSpPr/>
          <p:nvPr/>
        </p:nvSpPr>
        <p:spPr>
          <a:xfrm>
            <a:off x="6667481" y="5428150"/>
            <a:ext cx="103058" cy="1030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6" name="Oval 1225">
            <a:extLst>
              <a:ext uri="{FF2B5EF4-FFF2-40B4-BE49-F238E27FC236}">
                <a16:creationId xmlns:a16="http://schemas.microsoft.com/office/drawing/2014/main" id="{78A96FB6-D54E-4945-AC7D-1C27F4040A78}"/>
              </a:ext>
            </a:extLst>
          </p:cNvPr>
          <p:cNvSpPr/>
          <p:nvPr/>
        </p:nvSpPr>
        <p:spPr>
          <a:xfrm>
            <a:off x="6911010" y="5675572"/>
            <a:ext cx="103058" cy="1030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7" name="Oval 1226">
            <a:extLst>
              <a:ext uri="{FF2B5EF4-FFF2-40B4-BE49-F238E27FC236}">
                <a16:creationId xmlns:a16="http://schemas.microsoft.com/office/drawing/2014/main" id="{A2E8A9F4-D41E-6E4C-A66E-2A14313BBB9A}"/>
              </a:ext>
            </a:extLst>
          </p:cNvPr>
          <p:cNvSpPr/>
          <p:nvPr/>
        </p:nvSpPr>
        <p:spPr>
          <a:xfrm>
            <a:off x="6795584" y="5546197"/>
            <a:ext cx="103058" cy="1030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8" name="Oval 1227">
            <a:extLst>
              <a:ext uri="{FF2B5EF4-FFF2-40B4-BE49-F238E27FC236}">
                <a16:creationId xmlns:a16="http://schemas.microsoft.com/office/drawing/2014/main" id="{07DFF530-F955-9B41-8160-CA94A47E301E}"/>
              </a:ext>
            </a:extLst>
          </p:cNvPr>
          <p:cNvSpPr/>
          <p:nvPr/>
        </p:nvSpPr>
        <p:spPr>
          <a:xfrm>
            <a:off x="6840774" y="5386247"/>
            <a:ext cx="103058" cy="1030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" name="Oval 1228">
            <a:extLst>
              <a:ext uri="{FF2B5EF4-FFF2-40B4-BE49-F238E27FC236}">
                <a16:creationId xmlns:a16="http://schemas.microsoft.com/office/drawing/2014/main" id="{29322264-EC7E-324E-8EFC-2DD64E68124A}"/>
              </a:ext>
            </a:extLst>
          </p:cNvPr>
          <p:cNvSpPr/>
          <p:nvPr/>
        </p:nvSpPr>
        <p:spPr>
          <a:xfrm>
            <a:off x="6965497" y="5512229"/>
            <a:ext cx="103058" cy="10305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0" name="Rectangle 1229">
            <a:extLst>
              <a:ext uri="{FF2B5EF4-FFF2-40B4-BE49-F238E27FC236}">
                <a16:creationId xmlns:a16="http://schemas.microsoft.com/office/drawing/2014/main" id="{199439C6-CE65-E34E-A459-065E801D2176}"/>
              </a:ext>
            </a:extLst>
          </p:cNvPr>
          <p:cNvSpPr/>
          <p:nvPr/>
        </p:nvSpPr>
        <p:spPr>
          <a:xfrm>
            <a:off x="10189689" y="89067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1" name="Rounded Rectangle 1230">
            <a:extLst>
              <a:ext uri="{FF2B5EF4-FFF2-40B4-BE49-F238E27FC236}">
                <a16:creationId xmlns:a16="http://schemas.microsoft.com/office/drawing/2014/main" id="{185B2B43-DD38-2644-AAAB-CDBA9B48EE29}"/>
              </a:ext>
            </a:extLst>
          </p:cNvPr>
          <p:cNvSpPr/>
          <p:nvPr/>
        </p:nvSpPr>
        <p:spPr>
          <a:xfrm>
            <a:off x="10259703" y="149352"/>
            <a:ext cx="1205195" cy="122465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5" name="Picture 324">
            <a:extLst>
              <a:ext uri="{FF2B5EF4-FFF2-40B4-BE49-F238E27FC236}">
                <a16:creationId xmlns:a16="http://schemas.microsoft.com/office/drawing/2014/main" id="{9E9DCE16-2795-3440-BC43-53515BFED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985" y="-2277034"/>
            <a:ext cx="1100637" cy="1080000"/>
          </a:xfrm>
          <a:prstGeom prst="rect">
            <a:avLst/>
          </a:prstGeom>
        </p:spPr>
      </p:pic>
      <p:cxnSp>
        <p:nvCxnSpPr>
          <p:cNvPr id="1245" name="Straight Connector 1244">
            <a:extLst>
              <a:ext uri="{FF2B5EF4-FFF2-40B4-BE49-F238E27FC236}">
                <a16:creationId xmlns:a16="http://schemas.microsoft.com/office/drawing/2014/main" id="{49FD1B6A-859D-5C41-A111-B1E658259334}"/>
              </a:ext>
            </a:extLst>
          </p:cNvPr>
          <p:cNvCxnSpPr>
            <a:cxnSpLocks/>
          </p:cNvCxnSpPr>
          <p:nvPr/>
        </p:nvCxnSpPr>
        <p:spPr>
          <a:xfrm flipH="1" flipV="1">
            <a:off x="6367843" y="5725575"/>
            <a:ext cx="491041" cy="219372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6" name="Straight Connector 1245">
            <a:extLst>
              <a:ext uri="{FF2B5EF4-FFF2-40B4-BE49-F238E27FC236}">
                <a16:creationId xmlns:a16="http://schemas.microsoft.com/office/drawing/2014/main" id="{96525D8D-6E53-594B-904C-3DD66E1224D4}"/>
              </a:ext>
            </a:extLst>
          </p:cNvPr>
          <p:cNvCxnSpPr>
            <a:cxnSpLocks/>
          </p:cNvCxnSpPr>
          <p:nvPr/>
        </p:nvCxnSpPr>
        <p:spPr>
          <a:xfrm flipH="1" flipV="1">
            <a:off x="6865929" y="5951554"/>
            <a:ext cx="9079" cy="507529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7" name="Straight Connector 1246">
            <a:extLst>
              <a:ext uri="{FF2B5EF4-FFF2-40B4-BE49-F238E27FC236}">
                <a16:creationId xmlns:a16="http://schemas.microsoft.com/office/drawing/2014/main" id="{E8FA21AC-6F1E-D24E-8279-25DCB6889BB4}"/>
              </a:ext>
            </a:extLst>
          </p:cNvPr>
          <p:cNvCxnSpPr>
            <a:cxnSpLocks/>
          </p:cNvCxnSpPr>
          <p:nvPr/>
        </p:nvCxnSpPr>
        <p:spPr>
          <a:xfrm flipH="1">
            <a:off x="6872062" y="5598161"/>
            <a:ext cx="487033" cy="350727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Rectangle 344">
            <a:extLst>
              <a:ext uri="{FF2B5EF4-FFF2-40B4-BE49-F238E27FC236}">
                <a16:creationId xmlns:a16="http://schemas.microsoft.com/office/drawing/2014/main" id="{DB098F6C-34A8-C547-BC90-99DDD03CD75B}"/>
              </a:ext>
            </a:extLst>
          </p:cNvPr>
          <p:cNvSpPr/>
          <p:nvPr/>
        </p:nvSpPr>
        <p:spPr>
          <a:xfrm>
            <a:off x="7237447" y="5890902"/>
            <a:ext cx="136666" cy="136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8" name="Rectangle 1247">
            <a:extLst>
              <a:ext uri="{FF2B5EF4-FFF2-40B4-BE49-F238E27FC236}">
                <a16:creationId xmlns:a16="http://schemas.microsoft.com/office/drawing/2014/main" id="{05463F93-85D6-AA48-984D-C42AA0A07861}"/>
              </a:ext>
            </a:extLst>
          </p:cNvPr>
          <p:cNvSpPr/>
          <p:nvPr/>
        </p:nvSpPr>
        <p:spPr>
          <a:xfrm>
            <a:off x="7077190" y="5972078"/>
            <a:ext cx="136666" cy="136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" name="Rectangle 1248">
            <a:extLst>
              <a:ext uri="{FF2B5EF4-FFF2-40B4-BE49-F238E27FC236}">
                <a16:creationId xmlns:a16="http://schemas.microsoft.com/office/drawing/2014/main" id="{5740F041-3A9E-BB4F-A1B5-658F47A55220}"/>
              </a:ext>
            </a:extLst>
          </p:cNvPr>
          <p:cNvSpPr/>
          <p:nvPr/>
        </p:nvSpPr>
        <p:spPr>
          <a:xfrm>
            <a:off x="7250484" y="6102095"/>
            <a:ext cx="136666" cy="136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0" name="Rectangle 1249">
            <a:extLst>
              <a:ext uri="{FF2B5EF4-FFF2-40B4-BE49-F238E27FC236}">
                <a16:creationId xmlns:a16="http://schemas.microsoft.com/office/drawing/2014/main" id="{4A52F0CE-CE3D-814C-AE60-664445249C7A}"/>
              </a:ext>
            </a:extLst>
          </p:cNvPr>
          <p:cNvSpPr/>
          <p:nvPr/>
        </p:nvSpPr>
        <p:spPr>
          <a:xfrm>
            <a:off x="7014975" y="6138885"/>
            <a:ext cx="136666" cy="136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1" name="Rectangle 1250">
            <a:extLst>
              <a:ext uri="{FF2B5EF4-FFF2-40B4-BE49-F238E27FC236}">
                <a16:creationId xmlns:a16="http://schemas.microsoft.com/office/drawing/2014/main" id="{4C3C3D60-5DDE-8845-A6F4-53EB172999E7}"/>
              </a:ext>
            </a:extLst>
          </p:cNvPr>
          <p:cNvSpPr/>
          <p:nvPr/>
        </p:nvSpPr>
        <p:spPr>
          <a:xfrm>
            <a:off x="7166649" y="6296217"/>
            <a:ext cx="136666" cy="136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8969A98B-D794-ED4B-9050-100617A427E4}"/>
              </a:ext>
            </a:extLst>
          </p:cNvPr>
          <p:cNvSpPr txBox="1"/>
          <p:nvPr/>
        </p:nvSpPr>
        <p:spPr>
          <a:xfrm>
            <a:off x="10636576" y="36498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*</a:t>
            </a:r>
          </a:p>
        </p:txBody>
      </p:sp>
      <p:cxnSp>
        <p:nvCxnSpPr>
          <p:cNvPr id="1272" name="Straight Connector 1271">
            <a:extLst>
              <a:ext uri="{FF2B5EF4-FFF2-40B4-BE49-F238E27FC236}">
                <a16:creationId xmlns:a16="http://schemas.microsoft.com/office/drawing/2014/main" id="{14EDD3C4-B88C-F147-8F68-175FF42AF671}"/>
              </a:ext>
            </a:extLst>
          </p:cNvPr>
          <p:cNvCxnSpPr>
            <a:cxnSpLocks/>
          </p:cNvCxnSpPr>
          <p:nvPr/>
        </p:nvCxnSpPr>
        <p:spPr>
          <a:xfrm flipH="1">
            <a:off x="10572381" y="414092"/>
            <a:ext cx="527613" cy="0"/>
          </a:xfrm>
          <a:prstGeom prst="line">
            <a:avLst/>
          </a:prstGeom>
          <a:ln w="38100" cap="rnd">
            <a:solidFill>
              <a:schemeClr val="tx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33B91BBF-71CF-5C48-A5EA-D7D359096E4E}"/>
              </a:ext>
            </a:extLst>
          </p:cNvPr>
          <p:cNvGrpSpPr/>
          <p:nvPr/>
        </p:nvGrpSpPr>
        <p:grpSpPr>
          <a:xfrm rot="10800000">
            <a:off x="10420704" y="837319"/>
            <a:ext cx="411242" cy="528058"/>
            <a:chOff x="8200969" y="6073423"/>
            <a:chExt cx="395985" cy="508468"/>
          </a:xfrm>
        </p:grpSpPr>
        <p:sp>
          <p:nvSpPr>
            <p:cNvPr id="1232" name="Oval 1231">
              <a:extLst>
                <a:ext uri="{FF2B5EF4-FFF2-40B4-BE49-F238E27FC236}">
                  <a16:creationId xmlns:a16="http://schemas.microsoft.com/office/drawing/2014/main" id="{AA47C5DA-09C6-014C-B71E-0A7CD471E381}"/>
                </a:ext>
              </a:extLst>
            </p:cNvPr>
            <p:cNvSpPr/>
            <p:nvPr/>
          </p:nvSpPr>
          <p:spPr>
            <a:xfrm>
              <a:off x="8200969" y="6205751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9" name="Oval 1238">
              <a:extLst>
                <a:ext uri="{FF2B5EF4-FFF2-40B4-BE49-F238E27FC236}">
                  <a16:creationId xmlns:a16="http://schemas.microsoft.com/office/drawing/2014/main" id="{931E6196-8C08-224F-87CA-2139BA77F9E6}"/>
                </a:ext>
              </a:extLst>
            </p:cNvPr>
            <p:cNvSpPr/>
            <p:nvPr/>
          </p:nvSpPr>
          <p:spPr>
            <a:xfrm>
              <a:off x="8450898" y="6301207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0" name="Oval 1239">
              <a:extLst>
                <a:ext uri="{FF2B5EF4-FFF2-40B4-BE49-F238E27FC236}">
                  <a16:creationId xmlns:a16="http://schemas.microsoft.com/office/drawing/2014/main" id="{5A99C787-2D67-1846-8DE3-A700CF52F684}"/>
                </a:ext>
              </a:extLst>
            </p:cNvPr>
            <p:cNvSpPr/>
            <p:nvPr/>
          </p:nvSpPr>
          <p:spPr>
            <a:xfrm>
              <a:off x="8336503" y="6212424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1" name="Oval 1240">
              <a:extLst>
                <a:ext uri="{FF2B5EF4-FFF2-40B4-BE49-F238E27FC236}">
                  <a16:creationId xmlns:a16="http://schemas.microsoft.com/office/drawing/2014/main" id="{D0ADF0E3-CE22-F744-84D8-92ABEAED83B2}"/>
                </a:ext>
              </a:extLst>
            </p:cNvPr>
            <p:cNvSpPr/>
            <p:nvPr/>
          </p:nvSpPr>
          <p:spPr>
            <a:xfrm>
              <a:off x="8464499" y="6163044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2" name="Oval 1241">
              <a:extLst>
                <a:ext uri="{FF2B5EF4-FFF2-40B4-BE49-F238E27FC236}">
                  <a16:creationId xmlns:a16="http://schemas.microsoft.com/office/drawing/2014/main" id="{9612E1BD-97EC-9246-98E8-DECDAEF54EF0}"/>
                </a:ext>
              </a:extLst>
            </p:cNvPr>
            <p:cNvSpPr/>
            <p:nvPr/>
          </p:nvSpPr>
          <p:spPr>
            <a:xfrm>
              <a:off x="8478386" y="6412175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3" name="Oval 1242">
              <a:extLst>
                <a:ext uri="{FF2B5EF4-FFF2-40B4-BE49-F238E27FC236}">
                  <a16:creationId xmlns:a16="http://schemas.microsoft.com/office/drawing/2014/main" id="{C105C6CA-7881-7949-B6DF-A84049A4B10B}"/>
                </a:ext>
              </a:extLst>
            </p:cNvPr>
            <p:cNvSpPr/>
            <p:nvPr/>
          </p:nvSpPr>
          <p:spPr>
            <a:xfrm>
              <a:off x="8280698" y="6409803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4" name="Oval 1243">
              <a:extLst>
                <a:ext uri="{FF2B5EF4-FFF2-40B4-BE49-F238E27FC236}">
                  <a16:creationId xmlns:a16="http://schemas.microsoft.com/office/drawing/2014/main" id="{E0CAF152-407B-524B-8201-8D2C933A82C2}"/>
                </a:ext>
              </a:extLst>
            </p:cNvPr>
            <p:cNvSpPr/>
            <p:nvPr/>
          </p:nvSpPr>
          <p:spPr>
            <a:xfrm>
              <a:off x="8233370" y="6304207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66FCD80E-28EF-4A43-A6E8-EC6AAEA2DA68}"/>
                </a:ext>
              </a:extLst>
            </p:cNvPr>
            <p:cNvSpPr/>
            <p:nvPr/>
          </p:nvSpPr>
          <p:spPr>
            <a:xfrm rot="10800000">
              <a:off x="8209897" y="6092739"/>
              <a:ext cx="387057" cy="489152"/>
            </a:xfrm>
            <a:custGeom>
              <a:avLst/>
              <a:gdLst>
                <a:gd name="connsiteX0" fmla="*/ 0 w 488574"/>
                <a:gd name="connsiteY0" fmla="*/ 0 h 961487"/>
                <a:gd name="connsiteX1" fmla="*/ 488574 w 488574"/>
                <a:gd name="connsiteY1" fmla="*/ 0 h 961487"/>
                <a:gd name="connsiteX2" fmla="*/ 488574 w 488574"/>
                <a:gd name="connsiteY2" fmla="*/ 961487 h 961487"/>
                <a:gd name="connsiteX3" fmla="*/ 0 w 488574"/>
                <a:gd name="connsiteY3" fmla="*/ 961487 h 961487"/>
                <a:gd name="connsiteX4" fmla="*/ 0 w 488574"/>
                <a:gd name="connsiteY4" fmla="*/ 0 h 961487"/>
                <a:gd name="connsiteX0" fmla="*/ 0 w 491749"/>
                <a:gd name="connsiteY0" fmla="*/ 0 h 961487"/>
                <a:gd name="connsiteX1" fmla="*/ 491749 w 491749"/>
                <a:gd name="connsiteY1" fmla="*/ 457200 h 961487"/>
                <a:gd name="connsiteX2" fmla="*/ 488574 w 491749"/>
                <a:gd name="connsiteY2" fmla="*/ 961487 h 961487"/>
                <a:gd name="connsiteX3" fmla="*/ 0 w 491749"/>
                <a:gd name="connsiteY3" fmla="*/ 961487 h 961487"/>
                <a:gd name="connsiteX4" fmla="*/ 0 w 491749"/>
                <a:gd name="connsiteY4" fmla="*/ 0 h 961487"/>
                <a:gd name="connsiteX0" fmla="*/ 0 w 491749"/>
                <a:gd name="connsiteY0" fmla="*/ 0 h 961487"/>
                <a:gd name="connsiteX1" fmla="*/ 491749 w 491749"/>
                <a:gd name="connsiteY1" fmla="*/ 457200 h 961487"/>
                <a:gd name="connsiteX2" fmla="*/ 488574 w 491749"/>
                <a:gd name="connsiteY2" fmla="*/ 961487 h 961487"/>
                <a:gd name="connsiteX3" fmla="*/ 6350 w 491749"/>
                <a:gd name="connsiteY3" fmla="*/ 478887 h 961487"/>
                <a:gd name="connsiteX4" fmla="*/ 0 w 491749"/>
                <a:gd name="connsiteY4" fmla="*/ 0 h 961487"/>
                <a:gd name="connsiteX0" fmla="*/ 190518 w 485417"/>
                <a:gd name="connsiteY0" fmla="*/ 0 h 967837"/>
                <a:gd name="connsiteX1" fmla="*/ 485417 w 485417"/>
                <a:gd name="connsiteY1" fmla="*/ 463550 h 967837"/>
                <a:gd name="connsiteX2" fmla="*/ 482242 w 485417"/>
                <a:gd name="connsiteY2" fmla="*/ 967837 h 967837"/>
                <a:gd name="connsiteX3" fmla="*/ 18 w 485417"/>
                <a:gd name="connsiteY3" fmla="*/ 485237 h 967837"/>
                <a:gd name="connsiteX4" fmla="*/ 190518 w 485417"/>
                <a:gd name="connsiteY4" fmla="*/ 0 h 967837"/>
                <a:gd name="connsiteX0" fmla="*/ 190518 w 485417"/>
                <a:gd name="connsiteY0" fmla="*/ 0 h 967837"/>
                <a:gd name="connsiteX1" fmla="*/ 485417 w 485417"/>
                <a:gd name="connsiteY1" fmla="*/ 463550 h 967837"/>
                <a:gd name="connsiteX2" fmla="*/ 482242 w 485417"/>
                <a:gd name="connsiteY2" fmla="*/ 967837 h 967837"/>
                <a:gd name="connsiteX3" fmla="*/ 18 w 485417"/>
                <a:gd name="connsiteY3" fmla="*/ 485237 h 967837"/>
                <a:gd name="connsiteX4" fmla="*/ 190518 w 485417"/>
                <a:gd name="connsiteY4" fmla="*/ 0 h 967837"/>
                <a:gd name="connsiteX0" fmla="*/ 190518 w 485417"/>
                <a:gd name="connsiteY0" fmla="*/ 0 h 977362"/>
                <a:gd name="connsiteX1" fmla="*/ 485417 w 485417"/>
                <a:gd name="connsiteY1" fmla="*/ 463550 h 977362"/>
                <a:gd name="connsiteX2" fmla="*/ 250467 w 485417"/>
                <a:gd name="connsiteY2" fmla="*/ 977362 h 977362"/>
                <a:gd name="connsiteX3" fmla="*/ 18 w 485417"/>
                <a:gd name="connsiteY3" fmla="*/ 485237 h 977362"/>
                <a:gd name="connsiteX4" fmla="*/ 190518 w 485417"/>
                <a:gd name="connsiteY4" fmla="*/ 0 h 977362"/>
                <a:gd name="connsiteX0" fmla="*/ 190518 w 485417"/>
                <a:gd name="connsiteY0" fmla="*/ 0 h 977362"/>
                <a:gd name="connsiteX1" fmla="*/ 485417 w 485417"/>
                <a:gd name="connsiteY1" fmla="*/ 463550 h 977362"/>
                <a:gd name="connsiteX2" fmla="*/ 250467 w 485417"/>
                <a:gd name="connsiteY2" fmla="*/ 977362 h 977362"/>
                <a:gd name="connsiteX3" fmla="*/ 18 w 485417"/>
                <a:gd name="connsiteY3" fmla="*/ 485237 h 977362"/>
                <a:gd name="connsiteX4" fmla="*/ 190518 w 485417"/>
                <a:gd name="connsiteY4" fmla="*/ 0 h 977362"/>
                <a:gd name="connsiteX0" fmla="*/ 190518 w 485417"/>
                <a:gd name="connsiteY0" fmla="*/ 0 h 977362"/>
                <a:gd name="connsiteX1" fmla="*/ 485417 w 485417"/>
                <a:gd name="connsiteY1" fmla="*/ 463550 h 977362"/>
                <a:gd name="connsiteX2" fmla="*/ 250467 w 485417"/>
                <a:gd name="connsiteY2" fmla="*/ 977362 h 977362"/>
                <a:gd name="connsiteX3" fmla="*/ 18 w 485417"/>
                <a:gd name="connsiteY3" fmla="*/ 485237 h 977362"/>
                <a:gd name="connsiteX4" fmla="*/ 190518 w 485417"/>
                <a:gd name="connsiteY4" fmla="*/ 0 h 977362"/>
                <a:gd name="connsiteX0" fmla="*/ 190518 w 485417"/>
                <a:gd name="connsiteY0" fmla="*/ 0 h 977362"/>
                <a:gd name="connsiteX1" fmla="*/ 485417 w 485417"/>
                <a:gd name="connsiteY1" fmla="*/ 463550 h 977362"/>
                <a:gd name="connsiteX2" fmla="*/ 250467 w 485417"/>
                <a:gd name="connsiteY2" fmla="*/ 977362 h 977362"/>
                <a:gd name="connsiteX3" fmla="*/ 18 w 485417"/>
                <a:gd name="connsiteY3" fmla="*/ 485237 h 977362"/>
                <a:gd name="connsiteX4" fmla="*/ 190518 w 485417"/>
                <a:gd name="connsiteY4" fmla="*/ 0 h 977362"/>
                <a:gd name="connsiteX0" fmla="*/ 190518 w 485420"/>
                <a:gd name="connsiteY0" fmla="*/ 0 h 977362"/>
                <a:gd name="connsiteX1" fmla="*/ 485417 w 485420"/>
                <a:gd name="connsiteY1" fmla="*/ 463550 h 977362"/>
                <a:gd name="connsiteX2" fmla="*/ 250467 w 485420"/>
                <a:gd name="connsiteY2" fmla="*/ 977362 h 977362"/>
                <a:gd name="connsiteX3" fmla="*/ 18 w 485420"/>
                <a:gd name="connsiteY3" fmla="*/ 485237 h 977362"/>
                <a:gd name="connsiteX4" fmla="*/ 190518 w 485420"/>
                <a:gd name="connsiteY4" fmla="*/ 0 h 977362"/>
                <a:gd name="connsiteX0" fmla="*/ 190518 w 409221"/>
                <a:gd name="connsiteY0" fmla="*/ 0 h 977362"/>
                <a:gd name="connsiteX1" fmla="*/ 409217 w 409221"/>
                <a:gd name="connsiteY1" fmla="*/ 488950 h 977362"/>
                <a:gd name="connsiteX2" fmla="*/ 250467 w 409221"/>
                <a:gd name="connsiteY2" fmla="*/ 977362 h 977362"/>
                <a:gd name="connsiteX3" fmla="*/ 18 w 409221"/>
                <a:gd name="connsiteY3" fmla="*/ 485237 h 977362"/>
                <a:gd name="connsiteX4" fmla="*/ 190518 w 409221"/>
                <a:gd name="connsiteY4" fmla="*/ 0 h 977362"/>
                <a:gd name="connsiteX0" fmla="*/ 184597 w 410205"/>
                <a:gd name="connsiteY0" fmla="*/ 0 h 993237"/>
                <a:gd name="connsiteX1" fmla="*/ 409646 w 410205"/>
                <a:gd name="connsiteY1" fmla="*/ 504825 h 993237"/>
                <a:gd name="connsiteX2" fmla="*/ 250896 w 410205"/>
                <a:gd name="connsiteY2" fmla="*/ 993237 h 993237"/>
                <a:gd name="connsiteX3" fmla="*/ 447 w 410205"/>
                <a:gd name="connsiteY3" fmla="*/ 501112 h 993237"/>
                <a:gd name="connsiteX4" fmla="*/ 184597 w 410205"/>
                <a:gd name="connsiteY4" fmla="*/ 0 h 993237"/>
                <a:gd name="connsiteX0" fmla="*/ 184597 w 410205"/>
                <a:gd name="connsiteY0" fmla="*/ 0 h 1101187"/>
                <a:gd name="connsiteX1" fmla="*/ 409646 w 410205"/>
                <a:gd name="connsiteY1" fmla="*/ 612775 h 1101187"/>
                <a:gd name="connsiteX2" fmla="*/ 250896 w 410205"/>
                <a:gd name="connsiteY2" fmla="*/ 1101187 h 1101187"/>
                <a:gd name="connsiteX3" fmla="*/ 447 w 410205"/>
                <a:gd name="connsiteY3" fmla="*/ 609062 h 1101187"/>
                <a:gd name="connsiteX4" fmla="*/ 184597 w 410205"/>
                <a:gd name="connsiteY4" fmla="*/ 0 h 1101187"/>
                <a:gd name="connsiteX0" fmla="*/ 184604 w 410212"/>
                <a:gd name="connsiteY0" fmla="*/ 0 h 1101187"/>
                <a:gd name="connsiteX1" fmla="*/ 409653 w 410212"/>
                <a:gd name="connsiteY1" fmla="*/ 612775 h 1101187"/>
                <a:gd name="connsiteX2" fmla="*/ 250903 w 410212"/>
                <a:gd name="connsiteY2" fmla="*/ 1101187 h 1101187"/>
                <a:gd name="connsiteX3" fmla="*/ 454 w 410212"/>
                <a:gd name="connsiteY3" fmla="*/ 609062 h 1101187"/>
                <a:gd name="connsiteX4" fmla="*/ 184604 w 410212"/>
                <a:gd name="connsiteY4" fmla="*/ 0 h 1101187"/>
                <a:gd name="connsiteX0" fmla="*/ 184604 w 410212"/>
                <a:gd name="connsiteY0" fmla="*/ 0 h 1101187"/>
                <a:gd name="connsiteX1" fmla="*/ 409653 w 410212"/>
                <a:gd name="connsiteY1" fmla="*/ 612775 h 1101187"/>
                <a:gd name="connsiteX2" fmla="*/ 250903 w 410212"/>
                <a:gd name="connsiteY2" fmla="*/ 1101187 h 1101187"/>
                <a:gd name="connsiteX3" fmla="*/ 454 w 410212"/>
                <a:gd name="connsiteY3" fmla="*/ 609062 h 1101187"/>
                <a:gd name="connsiteX4" fmla="*/ 184604 w 410212"/>
                <a:gd name="connsiteY4" fmla="*/ 0 h 1101187"/>
                <a:gd name="connsiteX0" fmla="*/ 184304 w 409513"/>
                <a:gd name="connsiteY0" fmla="*/ 0 h 1101187"/>
                <a:gd name="connsiteX1" fmla="*/ 409353 w 409513"/>
                <a:gd name="connsiteY1" fmla="*/ 612775 h 1101187"/>
                <a:gd name="connsiteX2" fmla="*/ 222028 w 409513"/>
                <a:gd name="connsiteY2" fmla="*/ 1101187 h 1101187"/>
                <a:gd name="connsiteX3" fmla="*/ 154 w 409513"/>
                <a:gd name="connsiteY3" fmla="*/ 609062 h 1101187"/>
                <a:gd name="connsiteX4" fmla="*/ 184304 w 409513"/>
                <a:gd name="connsiteY4" fmla="*/ 0 h 1101187"/>
                <a:gd name="connsiteX0" fmla="*/ 184304 w 409513"/>
                <a:gd name="connsiteY0" fmla="*/ 0 h 1101187"/>
                <a:gd name="connsiteX1" fmla="*/ 409353 w 409513"/>
                <a:gd name="connsiteY1" fmla="*/ 612775 h 1101187"/>
                <a:gd name="connsiteX2" fmla="*/ 222028 w 409513"/>
                <a:gd name="connsiteY2" fmla="*/ 1101187 h 1101187"/>
                <a:gd name="connsiteX3" fmla="*/ 154 w 409513"/>
                <a:gd name="connsiteY3" fmla="*/ 609062 h 1101187"/>
                <a:gd name="connsiteX4" fmla="*/ 184304 w 409513"/>
                <a:gd name="connsiteY4" fmla="*/ 0 h 1101187"/>
                <a:gd name="connsiteX0" fmla="*/ 184304 w 409506"/>
                <a:gd name="connsiteY0" fmla="*/ 0 h 1101187"/>
                <a:gd name="connsiteX1" fmla="*/ 409353 w 409506"/>
                <a:gd name="connsiteY1" fmla="*/ 612775 h 1101187"/>
                <a:gd name="connsiteX2" fmla="*/ 222028 w 409506"/>
                <a:gd name="connsiteY2" fmla="*/ 1101187 h 1101187"/>
                <a:gd name="connsiteX3" fmla="*/ 154 w 409506"/>
                <a:gd name="connsiteY3" fmla="*/ 609062 h 1101187"/>
                <a:gd name="connsiteX4" fmla="*/ 184304 w 409506"/>
                <a:gd name="connsiteY4" fmla="*/ 0 h 1101187"/>
                <a:gd name="connsiteX0" fmla="*/ 184304 w 409506"/>
                <a:gd name="connsiteY0" fmla="*/ 0 h 1101187"/>
                <a:gd name="connsiteX1" fmla="*/ 409353 w 409506"/>
                <a:gd name="connsiteY1" fmla="*/ 612775 h 1101187"/>
                <a:gd name="connsiteX2" fmla="*/ 222028 w 409506"/>
                <a:gd name="connsiteY2" fmla="*/ 1101187 h 1101187"/>
                <a:gd name="connsiteX3" fmla="*/ 154 w 409506"/>
                <a:gd name="connsiteY3" fmla="*/ 609062 h 1101187"/>
                <a:gd name="connsiteX4" fmla="*/ 184304 w 409506"/>
                <a:gd name="connsiteY4" fmla="*/ 0 h 1101187"/>
                <a:gd name="connsiteX0" fmla="*/ 200074 w 409300"/>
                <a:gd name="connsiteY0" fmla="*/ 0 h 1098012"/>
                <a:gd name="connsiteX1" fmla="*/ 409248 w 409300"/>
                <a:gd name="connsiteY1" fmla="*/ 609600 h 1098012"/>
                <a:gd name="connsiteX2" fmla="*/ 221923 w 409300"/>
                <a:gd name="connsiteY2" fmla="*/ 1098012 h 1098012"/>
                <a:gd name="connsiteX3" fmla="*/ 49 w 409300"/>
                <a:gd name="connsiteY3" fmla="*/ 605887 h 1098012"/>
                <a:gd name="connsiteX4" fmla="*/ 200074 w 409300"/>
                <a:gd name="connsiteY4" fmla="*/ 0 h 1098012"/>
                <a:gd name="connsiteX0" fmla="*/ 200041 w 409231"/>
                <a:gd name="connsiteY0" fmla="*/ 0 h 1101187"/>
                <a:gd name="connsiteX1" fmla="*/ 409215 w 409231"/>
                <a:gd name="connsiteY1" fmla="*/ 609600 h 1101187"/>
                <a:gd name="connsiteX2" fmla="*/ 212365 w 409231"/>
                <a:gd name="connsiteY2" fmla="*/ 1101187 h 1101187"/>
                <a:gd name="connsiteX3" fmla="*/ 16 w 409231"/>
                <a:gd name="connsiteY3" fmla="*/ 605887 h 1101187"/>
                <a:gd name="connsiteX4" fmla="*/ 200041 w 409231"/>
                <a:gd name="connsiteY4" fmla="*/ 0 h 1101187"/>
                <a:gd name="connsiteX0" fmla="*/ 200041 w 409231"/>
                <a:gd name="connsiteY0" fmla="*/ 0 h 1101187"/>
                <a:gd name="connsiteX1" fmla="*/ 409215 w 409231"/>
                <a:gd name="connsiteY1" fmla="*/ 609600 h 1101187"/>
                <a:gd name="connsiteX2" fmla="*/ 212365 w 409231"/>
                <a:gd name="connsiteY2" fmla="*/ 1101187 h 1101187"/>
                <a:gd name="connsiteX3" fmla="*/ 16 w 409231"/>
                <a:gd name="connsiteY3" fmla="*/ 605887 h 1101187"/>
                <a:gd name="connsiteX4" fmla="*/ 200041 w 409231"/>
                <a:gd name="connsiteY4" fmla="*/ 0 h 1101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9231" h="1101187">
                  <a:moveTo>
                    <a:pt x="200041" y="0"/>
                  </a:moveTo>
                  <a:cubicBezTo>
                    <a:pt x="209441" y="252942"/>
                    <a:pt x="407161" y="426069"/>
                    <a:pt x="409215" y="609600"/>
                  </a:cubicBezTo>
                  <a:cubicBezTo>
                    <a:pt x="411269" y="793131"/>
                    <a:pt x="216598" y="850541"/>
                    <a:pt x="212365" y="1101187"/>
                  </a:cubicBezTo>
                  <a:cubicBezTo>
                    <a:pt x="189207" y="864120"/>
                    <a:pt x="2070" y="789418"/>
                    <a:pt x="16" y="605887"/>
                  </a:cubicBezTo>
                  <a:cubicBezTo>
                    <a:pt x="-2038" y="422356"/>
                    <a:pt x="198983" y="248529"/>
                    <a:pt x="200041" y="0"/>
                  </a:cubicBez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6" name="Oval 1275">
              <a:extLst>
                <a:ext uri="{FF2B5EF4-FFF2-40B4-BE49-F238E27FC236}">
                  <a16:creationId xmlns:a16="http://schemas.microsoft.com/office/drawing/2014/main" id="{DBE226E3-446A-464F-9AED-1D515697B38B}"/>
                </a:ext>
              </a:extLst>
            </p:cNvPr>
            <p:cNvSpPr/>
            <p:nvPr/>
          </p:nvSpPr>
          <p:spPr>
            <a:xfrm>
              <a:off x="8369398" y="6352982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7" name="Oval 1276">
              <a:extLst>
                <a:ext uri="{FF2B5EF4-FFF2-40B4-BE49-F238E27FC236}">
                  <a16:creationId xmlns:a16="http://schemas.microsoft.com/office/drawing/2014/main" id="{8905B06B-432A-6A4C-A228-03F9E061D441}"/>
                </a:ext>
              </a:extLst>
            </p:cNvPr>
            <p:cNvSpPr/>
            <p:nvPr/>
          </p:nvSpPr>
          <p:spPr>
            <a:xfrm>
              <a:off x="8343935" y="6073423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8" name="Group 407">
            <a:extLst>
              <a:ext uri="{FF2B5EF4-FFF2-40B4-BE49-F238E27FC236}">
                <a16:creationId xmlns:a16="http://schemas.microsoft.com/office/drawing/2014/main" id="{F5DBCF48-B600-0A45-AFD7-5B1F42BE4D4B}"/>
              </a:ext>
            </a:extLst>
          </p:cNvPr>
          <p:cNvGrpSpPr/>
          <p:nvPr/>
        </p:nvGrpSpPr>
        <p:grpSpPr>
          <a:xfrm rot="10800000">
            <a:off x="10863494" y="463824"/>
            <a:ext cx="425648" cy="528614"/>
            <a:chOff x="8747218" y="5639561"/>
            <a:chExt cx="409857" cy="508997"/>
          </a:xfrm>
        </p:grpSpPr>
        <p:sp>
          <p:nvSpPr>
            <p:cNvPr id="1264" name="Oval 1263">
              <a:extLst>
                <a:ext uri="{FF2B5EF4-FFF2-40B4-BE49-F238E27FC236}">
                  <a16:creationId xmlns:a16="http://schemas.microsoft.com/office/drawing/2014/main" id="{936224DD-0826-B249-A73D-67448FED08BF}"/>
                </a:ext>
              </a:extLst>
            </p:cNvPr>
            <p:cNvSpPr/>
            <p:nvPr/>
          </p:nvSpPr>
          <p:spPr>
            <a:xfrm>
              <a:off x="8807251" y="5719003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5" name="Oval 1264">
              <a:extLst>
                <a:ext uri="{FF2B5EF4-FFF2-40B4-BE49-F238E27FC236}">
                  <a16:creationId xmlns:a16="http://schemas.microsoft.com/office/drawing/2014/main" id="{2464D9F2-D935-7247-BDBD-95CEF03C1DB0}"/>
                </a:ext>
              </a:extLst>
            </p:cNvPr>
            <p:cNvSpPr/>
            <p:nvPr/>
          </p:nvSpPr>
          <p:spPr>
            <a:xfrm>
              <a:off x="8886735" y="5966946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6" name="Oval 1265">
              <a:extLst>
                <a:ext uri="{FF2B5EF4-FFF2-40B4-BE49-F238E27FC236}">
                  <a16:creationId xmlns:a16="http://schemas.microsoft.com/office/drawing/2014/main" id="{CCF9BF9B-16E4-8140-8637-B3011275AE23}"/>
                </a:ext>
              </a:extLst>
            </p:cNvPr>
            <p:cNvSpPr/>
            <p:nvPr/>
          </p:nvSpPr>
          <p:spPr>
            <a:xfrm>
              <a:off x="8900135" y="5761558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7" name="Oval 1266">
              <a:extLst>
                <a:ext uri="{FF2B5EF4-FFF2-40B4-BE49-F238E27FC236}">
                  <a16:creationId xmlns:a16="http://schemas.microsoft.com/office/drawing/2014/main" id="{B0671022-1D83-4042-8537-29004FD92323}"/>
                </a:ext>
              </a:extLst>
            </p:cNvPr>
            <p:cNvSpPr/>
            <p:nvPr/>
          </p:nvSpPr>
          <p:spPr>
            <a:xfrm>
              <a:off x="9050712" y="5773524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8" name="Oval 1267">
              <a:extLst>
                <a:ext uri="{FF2B5EF4-FFF2-40B4-BE49-F238E27FC236}">
                  <a16:creationId xmlns:a16="http://schemas.microsoft.com/office/drawing/2014/main" id="{ABB1E4C2-247A-D344-8AA9-0FB1708B559C}"/>
                </a:ext>
              </a:extLst>
            </p:cNvPr>
            <p:cNvSpPr/>
            <p:nvPr/>
          </p:nvSpPr>
          <p:spPr>
            <a:xfrm>
              <a:off x="9017994" y="5915045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9" name="Oval 1268">
              <a:extLst>
                <a:ext uri="{FF2B5EF4-FFF2-40B4-BE49-F238E27FC236}">
                  <a16:creationId xmlns:a16="http://schemas.microsoft.com/office/drawing/2014/main" id="{A3F569B5-D40C-9C45-A04E-22B61B02BD41}"/>
                </a:ext>
              </a:extLst>
            </p:cNvPr>
            <p:cNvSpPr/>
            <p:nvPr/>
          </p:nvSpPr>
          <p:spPr>
            <a:xfrm>
              <a:off x="8927834" y="6058259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0" name="Oval 1269">
              <a:extLst>
                <a:ext uri="{FF2B5EF4-FFF2-40B4-BE49-F238E27FC236}">
                  <a16:creationId xmlns:a16="http://schemas.microsoft.com/office/drawing/2014/main" id="{E606ED35-3057-F64C-8685-4DE56DBC1D0B}"/>
                </a:ext>
              </a:extLst>
            </p:cNvPr>
            <p:cNvSpPr/>
            <p:nvPr/>
          </p:nvSpPr>
          <p:spPr>
            <a:xfrm>
              <a:off x="8788949" y="5862350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1" name="Rectangle 398">
              <a:extLst>
                <a:ext uri="{FF2B5EF4-FFF2-40B4-BE49-F238E27FC236}">
                  <a16:creationId xmlns:a16="http://schemas.microsoft.com/office/drawing/2014/main" id="{F5C3F92A-8648-8744-8314-F1BA15982209}"/>
                </a:ext>
              </a:extLst>
            </p:cNvPr>
            <p:cNvSpPr/>
            <p:nvPr/>
          </p:nvSpPr>
          <p:spPr>
            <a:xfrm>
              <a:off x="8747218" y="5659688"/>
              <a:ext cx="409857" cy="449283"/>
            </a:xfrm>
            <a:custGeom>
              <a:avLst/>
              <a:gdLst>
                <a:gd name="connsiteX0" fmla="*/ 0 w 488574"/>
                <a:gd name="connsiteY0" fmla="*/ 0 h 961487"/>
                <a:gd name="connsiteX1" fmla="*/ 488574 w 488574"/>
                <a:gd name="connsiteY1" fmla="*/ 0 h 961487"/>
                <a:gd name="connsiteX2" fmla="*/ 488574 w 488574"/>
                <a:gd name="connsiteY2" fmla="*/ 961487 h 961487"/>
                <a:gd name="connsiteX3" fmla="*/ 0 w 488574"/>
                <a:gd name="connsiteY3" fmla="*/ 961487 h 961487"/>
                <a:gd name="connsiteX4" fmla="*/ 0 w 488574"/>
                <a:gd name="connsiteY4" fmla="*/ 0 h 961487"/>
                <a:gd name="connsiteX0" fmla="*/ 0 w 491749"/>
                <a:gd name="connsiteY0" fmla="*/ 0 h 961487"/>
                <a:gd name="connsiteX1" fmla="*/ 491749 w 491749"/>
                <a:gd name="connsiteY1" fmla="*/ 457200 h 961487"/>
                <a:gd name="connsiteX2" fmla="*/ 488574 w 491749"/>
                <a:gd name="connsiteY2" fmla="*/ 961487 h 961487"/>
                <a:gd name="connsiteX3" fmla="*/ 0 w 491749"/>
                <a:gd name="connsiteY3" fmla="*/ 961487 h 961487"/>
                <a:gd name="connsiteX4" fmla="*/ 0 w 491749"/>
                <a:gd name="connsiteY4" fmla="*/ 0 h 961487"/>
                <a:gd name="connsiteX0" fmla="*/ 0 w 491749"/>
                <a:gd name="connsiteY0" fmla="*/ 0 h 961487"/>
                <a:gd name="connsiteX1" fmla="*/ 491749 w 491749"/>
                <a:gd name="connsiteY1" fmla="*/ 457200 h 961487"/>
                <a:gd name="connsiteX2" fmla="*/ 488574 w 491749"/>
                <a:gd name="connsiteY2" fmla="*/ 961487 h 961487"/>
                <a:gd name="connsiteX3" fmla="*/ 6350 w 491749"/>
                <a:gd name="connsiteY3" fmla="*/ 478887 h 961487"/>
                <a:gd name="connsiteX4" fmla="*/ 0 w 491749"/>
                <a:gd name="connsiteY4" fmla="*/ 0 h 961487"/>
                <a:gd name="connsiteX0" fmla="*/ 190518 w 485417"/>
                <a:gd name="connsiteY0" fmla="*/ 0 h 967837"/>
                <a:gd name="connsiteX1" fmla="*/ 485417 w 485417"/>
                <a:gd name="connsiteY1" fmla="*/ 463550 h 967837"/>
                <a:gd name="connsiteX2" fmla="*/ 482242 w 485417"/>
                <a:gd name="connsiteY2" fmla="*/ 967837 h 967837"/>
                <a:gd name="connsiteX3" fmla="*/ 18 w 485417"/>
                <a:gd name="connsiteY3" fmla="*/ 485237 h 967837"/>
                <a:gd name="connsiteX4" fmla="*/ 190518 w 485417"/>
                <a:gd name="connsiteY4" fmla="*/ 0 h 967837"/>
                <a:gd name="connsiteX0" fmla="*/ 190518 w 485417"/>
                <a:gd name="connsiteY0" fmla="*/ 0 h 967837"/>
                <a:gd name="connsiteX1" fmla="*/ 485417 w 485417"/>
                <a:gd name="connsiteY1" fmla="*/ 463550 h 967837"/>
                <a:gd name="connsiteX2" fmla="*/ 482242 w 485417"/>
                <a:gd name="connsiteY2" fmla="*/ 967837 h 967837"/>
                <a:gd name="connsiteX3" fmla="*/ 18 w 485417"/>
                <a:gd name="connsiteY3" fmla="*/ 485237 h 967837"/>
                <a:gd name="connsiteX4" fmla="*/ 190518 w 485417"/>
                <a:gd name="connsiteY4" fmla="*/ 0 h 967837"/>
                <a:gd name="connsiteX0" fmla="*/ 190518 w 485417"/>
                <a:gd name="connsiteY0" fmla="*/ 0 h 977362"/>
                <a:gd name="connsiteX1" fmla="*/ 485417 w 485417"/>
                <a:gd name="connsiteY1" fmla="*/ 463550 h 977362"/>
                <a:gd name="connsiteX2" fmla="*/ 250467 w 485417"/>
                <a:gd name="connsiteY2" fmla="*/ 977362 h 977362"/>
                <a:gd name="connsiteX3" fmla="*/ 18 w 485417"/>
                <a:gd name="connsiteY3" fmla="*/ 485237 h 977362"/>
                <a:gd name="connsiteX4" fmla="*/ 190518 w 485417"/>
                <a:gd name="connsiteY4" fmla="*/ 0 h 977362"/>
                <a:gd name="connsiteX0" fmla="*/ 190518 w 485417"/>
                <a:gd name="connsiteY0" fmla="*/ 0 h 977362"/>
                <a:gd name="connsiteX1" fmla="*/ 485417 w 485417"/>
                <a:gd name="connsiteY1" fmla="*/ 463550 h 977362"/>
                <a:gd name="connsiteX2" fmla="*/ 250467 w 485417"/>
                <a:gd name="connsiteY2" fmla="*/ 977362 h 977362"/>
                <a:gd name="connsiteX3" fmla="*/ 18 w 485417"/>
                <a:gd name="connsiteY3" fmla="*/ 485237 h 977362"/>
                <a:gd name="connsiteX4" fmla="*/ 190518 w 485417"/>
                <a:gd name="connsiteY4" fmla="*/ 0 h 977362"/>
                <a:gd name="connsiteX0" fmla="*/ 190518 w 485417"/>
                <a:gd name="connsiteY0" fmla="*/ 0 h 977362"/>
                <a:gd name="connsiteX1" fmla="*/ 485417 w 485417"/>
                <a:gd name="connsiteY1" fmla="*/ 463550 h 977362"/>
                <a:gd name="connsiteX2" fmla="*/ 250467 w 485417"/>
                <a:gd name="connsiteY2" fmla="*/ 977362 h 977362"/>
                <a:gd name="connsiteX3" fmla="*/ 18 w 485417"/>
                <a:gd name="connsiteY3" fmla="*/ 485237 h 977362"/>
                <a:gd name="connsiteX4" fmla="*/ 190518 w 485417"/>
                <a:gd name="connsiteY4" fmla="*/ 0 h 977362"/>
                <a:gd name="connsiteX0" fmla="*/ 190518 w 485417"/>
                <a:gd name="connsiteY0" fmla="*/ 0 h 977362"/>
                <a:gd name="connsiteX1" fmla="*/ 485417 w 485417"/>
                <a:gd name="connsiteY1" fmla="*/ 463550 h 977362"/>
                <a:gd name="connsiteX2" fmla="*/ 250467 w 485417"/>
                <a:gd name="connsiteY2" fmla="*/ 977362 h 977362"/>
                <a:gd name="connsiteX3" fmla="*/ 18 w 485417"/>
                <a:gd name="connsiteY3" fmla="*/ 485237 h 977362"/>
                <a:gd name="connsiteX4" fmla="*/ 190518 w 485417"/>
                <a:gd name="connsiteY4" fmla="*/ 0 h 977362"/>
                <a:gd name="connsiteX0" fmla="*/ 190518 w 485420"/>
                <a:gd name="connsiteY0" fmla="*/ 0 h 977362"/>
                <a:gd name="connsiteX1" fmla="*/ 485417 w 485420"/>
                <a:gd name="connsiteY1" fmla="*/ 463550 h 977362"/>
                <a:gd name="connsiteX2" fmla="*/ 250467 w 485420"/>
                <a:gd name="connsiteY2" fmla="*/ 977362 h 977362"/>
                <a:gd name="connsiteX3" fmla="*/ 18 w 485420"/>
                <a:gd name="connsiteY3" fmla="*/ 485237 h 977362"/>
                <a:gd name="connsiteX4" fmla="*/ 190518 w 485420"/>
                <a:gd name="connsiteY4" fmla="*/ 0 h 977362"/>
                <a:gd name="connsiteX0" fmla="*/ 190518 w 409221"/>
                <a:gd name="connsiteY0" fmla="*/ 0 h 977362"/>
                <a:gd name="connsiteX1" fmla="*/ 409217 w 409221"/>
                <a:gd name="connsiteY1" fmla="*/ 488950 h 977362"/>
                <a:gd name="connsiteX2" fmla="*/ 250467 w 409221"/>
                <a:gd name="connsiteY2" fmla="*/ 977362 h 977362"/>
                <a:gd name="connsiteX3" fmla="*/ 18 w 409221"/>
                <a:gd name="connsiteY3" fmla="*/ 485237 h 977362"/>
                <a:gd name="connsiteX4" fmla="*/ 190518 w 409221"/>
                <a:gd name="connsiteY4" fmla="*/ 0 h 977362"/>
                <a:gd name="connsiteX0" fmla="*/ 184597 w 410205"/>
                <a:gd name="connsiteY0" fmla="*/ 0 h 993237"/>
                <a:gd name="connsiteX1" fmla="*/ 409646 w 410205"/>
                <a:gd name="connsiteY1" fmla="*/ 504825 h 993237"/>
                <a:gd name="connsiteX2" fmla="*/ 250896 w 410205"/>
                <a:gd name="connsiteY2" fmla="*/ 993237 h 993237"/>
                <a:gd name="connsiteX3" fmla="*/ 447 w 410205"/>
                <a:gd name="connsiteY3" fmla="*/ 501112 h 993237"/>
                <a:gd name="connsiteX4" fmla="*/ 184597 w 410205"/>
                <a:gd name="connsiteY4" fmla="*/ 0 h 993237"/>
                <a:gd name="connsiteX0" fmla="*/ 184597 w 410205"/>
                <a:gd name="connsiteY0" fmla="*/ 0 h 1101187"/>
                <a:gd name="connsiteX1" fmla="*/ 409646 w 410205"/>
                <a:gd name="connsiteY1" fmla="*/ 612775 h 1101187"/>
                <a:gd name="connsiteX2" fmla="*/ 250896 w 410205"/>
                <a:gd name="connsiteY2" fmla="*/ 1101187 h 1101187"/>
                <a:gd name="connsiteX3" fmla="*/ 447 w 410205"/>
                <a:gd name="connsiteY3" fmla="*/ 609062 h 1101187"/>
                <a:gd name="connsiteX4" fmla="*/ 184597 w 410205"/>
                <a:gd name="connsiteY4" fmla="*/ 0 h 1101187"/>
                <a:gd name="connsiteX0" fmla="*/ 184604 w 410212"/>
                <a:gd name="connsiteY0" fmla="*/ 0 h 1101187"/>
                <a:gd name="connsiteX1" fmla="*/ 409653 w 410212"/>
                <a:gd name="connsiteY1" fmla="*/ 612775 h 1101187"/>
                <a:gd name="connsiteX2" fmla="*/ 250903 w 410212"/>
                <a:gd name="connsiteY2" fmla="*/ 1101187 h 1101187"/>
                <a:gd name="connsiteX3" fmla="*/ 454 w 410212"/>
                <a:gd name="connsiteY3" fmla="*/ 609062 h 1101187"/>
                <a:gd name="connsiteX4" fmla="*/ 184604 w 410212"/>
                <a:gd name="connsiteY4" fmla="*/ 0 h 1101187"/>
                <a:gd name="connsiteX0" fmla="*/ 184604 w 410212"/>
                <a:gd name="connsiteY0" fmla="*/ 0 h 1101187"/>
                <a:gd name="connsiteX1" fmla="*/ 409653 w 410212"/>
                <a:gd name="connsiteY1" fmla="*/ 612775 h 1101187"/>
                <a:gd name="connsiteX2" fmla="*/ 250903 w 410212"/>
                <a:gd name="connsiteY2" fmla="*/ 1101187 h 1101187"/>
                <a:gd name="connsiteX3" fmla="*/ 454 w 410212"/>
                <a:gd name="connsiteY3" fmla="*/ 609062 h 1101187"/>
                <a:gd name="connsiteX4" fmla="*/ 184604 w 410212"/>
                <a:gd name="connsiteY4" fmla="*/ 0 h 1101187"/>
                <a:gd name="connsiteX0" fmla="*/ 184304 w 409513"/>
                <a:gd name="connsiteY0" fmla="*/ 0 h 1101187"/>
                <a:gd name="connsiteX1" fmla="*/ 409353 w 409513"/>
                <a:gd name="connsiteY1" fmla="*/ 612775 h 1101187"/>
                <a:gd name="connsiteX2" fmla="*/ 222028 w 409513"/>
                <a:gd name="connsiteY2" fmla="*/ 1101187 h 1101187"/>
                <a:gd name="connsiteX3" fmla="*/ 154 w 409513"/>
                <a:gd name="connsiteY3" fmla="*/ 609062 h 1101187"/>
                <a:gd name="connsiteX4" fmla="*/ 184304 w 409513"/>
                <a:gd name="connsiteY4" fmla="*/ 0 h 1101187"/>
                <a:gd name="connsiteX0" fmla="*/ 184304 w 409513"/>
                <a:gd name="connsiteY0" fmla="*/ 0 h 1101187"/>
                <a:gd name="connsiteX1" fmla="*/ 409353 w 409513"/>
                <a:gd name="connsiteY1" fmla="*/ 612775 h 1101187"/>
                <a:gd name="connsiteX2" fmla="*/ 222028 w 409513"/>
                <a:gd name="connsiteY2" fmla="*/ 1101187 h 1101187"/>
                <a:gd name="connsiteX3" fmla="*/ 154 w 409513"/>
                <a:gd name="connsiteY3" fmla="*/ 609062 h 1101187"/>
                <a:gd name="connsiteX4" fmla="*/ 184304 w 409513"/>
                <a:gd name="connsiteY4" fmla="*/ 0 h 1101187"/>
                <a:gd name="connsiteX0" fmla="*/ 184304 w 409506"/>
                <a:gd name="connsiteY0" fmla="*/ 0 h 1101187"/>
                <a:gd name="connsiteX1" fmla="*/ 409353 w 409506"/>
                <a:gd name="connsiteY1" fmla="*/ 612775 h 1101187"/>
                <a:gd name="connsiteX2" fmla="*/ 222028 w 409506"/>
                <a:gd name="connsiteY2" fmla="*/ 1101187 h 1101187"/>
                <a:gd name="connsiteX3" fmla="*/ 154 w 409506"/>
                <a:gd name="connsiteY3" fmla="*/ 609062 h 1101187"/>
                <a:gd name="connsiteX4" fmla="*/ 184304 w 409506"/>
                <a:gd name="connsiteY4" fmla="*/ 0 h 1101187"/>
                <a:gd name="connsiteX0" fmla="*/ 184304 w 409506"/>
                <a:gd name="connsiteY0" fmla="*/ 0 h 1101187"/>
                <a:gd name="connsiteX1" fmla="*/ 409353 w 409506"/>
                <a:gd name="connsiteY1" fmla="*/ 612775 h 1101187"/>
                <a:gd name="connsiteX2" fmla="*/ 222028 w 409506"/>
                <a:gd name="connsiteY2" fmla="*/ 1101187 h 1101187"/>
                <a:gd name="connsiteX3" fmla="*/ 154 w 409506"/>
                <a:gd name="connsiteY3" fmla="*/ 609062 h 1101187"/>
                <a:gd name="connsiteX4" fmla="*/ 184304 w 409506"/>
                <a:gd name="connsiteY4" fmla="*/ 0 h 1101187"/>
                <a:gd name="connsiteX0" fmla="*/ 200074 w 409300"/>
                <a:gd name="connsiteY0" fmla="*/ 0 h 1098012"/>
                <a:gd name="connsiteX1" fmla="*/ 409248 w 409300"/>
                <a:gd name="connsiteY1" fmla="*/ 609600 h 1098012"/>
                <a:gd name="connsiteX2" fmla="*/ 221923 w 409300"/>
                <a:gd name="connsiteY2" fmla="*/ 1098012 h 1098012"/>
                <a:gd name="connsiteX3" fmla="*/ 49 w 409300"/>
                <a:gd name="connsiteY3" fmla="*/ 605887 h 1098012"/>
                <a:gd name="connsiteX4" fmla="*/ 200074 w 409300"/>
                <a:gd name="connsiteY4" fmla="*/ 0 h 1098012"/>
                <a:gd name="connsiteX0" fmla="*/ 200041 w 409231"/>
                <a:gd name="connsiteY0" fmla="*/ 0 h 1101187"/>
                <a:gd name="connsiteX1" fmla="*/ 409215 w 409231"/>
                <a:gd name="connsiteY1" fmla="*/ 609600 h 1101187"/>
                <a:gd name="connsiteX2" fmla="*/ 212365 w 409231"/>
                <a:gd name="connsiteY2" fmla="*/ 1101187 h 1101187"/>
                <a:gd name="connsiteX3" fmla="*/ 16 w 409231"/>
                <a:gd name="connsiteY3" fmla="*/ 605887 h 1101187"/>
                <a:gd name="connsiteX4" fmla="*/ 200041 w 409231"/>
                <a:gd name="connsiteY4" fmla="*/ 0 h 1101187"/>
                <a:gd name="connsiteX0" fmla="*/ 200041 w 409231"/>
                <a:gd name="connsiteY0" fmla="*/ 0 h 1101187"/>
                <a:gd name="connsiteX1" fmla="*/ 409215 w 409231"/>
                <a:gd name="connsiteY1" fmla="*/ 609600 h 1101187"/>
                <a:gd name="connsiteX2" fmla="*/ 212365 w 409231"/>
                <a:gd name="connsiteY2" fmla="*/ 1101187 h 1101187"/>
                <a:gd name="connsiteX3" fmla="*/ 16 w 409231"/>
                <a:gd name="connsiteY3" fmla="*/ 605887 h 1101187"/>
                <a:gd name="connsiteX4" fmla="*/ 200041 w 409231"/>
                <a:gd name="connsiteY4" fmla="*/ 0 h 1101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9231" h="1101187">
                  <a:moveTo>
                    <a:pt x="200041" y="0"/>
                  </a:moveTo>
                  <a:cubicBezTo>
                    <a:pt x="209441" y="252942"/>
                    <a:pt x="407161" y="426069"/>
                    <a:pt x="409215" y="609600"/>
                  </a:cubicBezTo>
                  <a:cubicBezTo>
                    <a:pt x="411269" y="793131"/>
                    <a:pt x="216598" y="850541"/>
                    <a:pt x="212365" y="1101187"/>
                  </a:cubicBezTo>
                  <a:cubicBezTo>
                    <a:pt x="189207" y="864120"/>
                    <a:pt x="2070" y="789418"/>
                    <a:pt x="16" y="605887"/>
                  </a:cubicBezTo>
                  <a:cubicBezTo>
                    <a:pt x="-2038" y="422356"/>
                    <a:pt x="198983" y="248529"/>
                    <a:pt x="200041" y="0"/>
                  </a:cubicBez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5" name="Oval 1274">
              <a:extLst>
                <a:ext uri="{FF2B5EF4-FFF2-40B4-BE49-F238E27FC236}">
                  <a16:creationId xmlns:a16="http://schemas.microsoft.com/office/drawing/2014/main" id="{73542218-C5E0-6049-8B6E-B1485CE2166A}"/>
                </a:ext>
              </a:extLst>
            </p:cNvPr>
            <p:cNvSpPr/>
            <p:nvPr/>
          </p:nvSpPr>
          <p:spPr>
            <a:xfrm>
              <a:off x="8936236" y="5868083"/>
              <a:ext cx="90299" cy="9029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8" name="Oval 1277">
              <a:extLst>
                <a:ext uri="{FF2B5EF4-FFF2-40B4-BE49-F238E27FC236}">
                  <a16:creationId xmlns:a16="http://schemas.microsoft.com/office/drawing/2014/main" id="{BD63D7DE-EC9F-BE45-9E64-5EEEF07451CD}"/>
                </a:ext>
              </a:extLst>
            </p:cNvPr>
            <p:cNvSpPr/>
            <p:nvPr/>
          </p:nvSpPr>
          <p:spPr>
            <a:xfrm>
              <a:off x="8942084" y="5639561"/>
              <a:ext cx="90299" cy="9029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79" name="Rectangle 1278">
            <a:extLst>
              <a:ext uri="{FF2B5EF4-FFF2-40B4-BE49-F238E27FC236}">
                <a16:creationId xmlns:a16="http://schemas.microsoft.com/office/drawing/2014/main" id="{FD8AC978-AD9C-3A47-8170-813812DB6178}"/>
              </a:ext>
            </a:extLst>
          </p:cNvPr>
          <p:cNvSpPr/>
          <p:nvPr/>
        </p:nvSpPr>
        <p:spPr>
          <a:xfrm>
            <a:off x="9110054" y="5256833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0" name="Rounded Rectangle 1279">
            <a:extLst>
              <a:ext uri="{FF2B5EF4-FFF2-40B4-BE49-F238E27FC236}">
                <a16:creationId xmlns:a16="http://schemas.microsoft.com/office/drawing/2014/main" id="{97890325-AF78-F04D-B33E-90DE877E5ED6}"/>
              </a:ext>
            </a:extLst>
          </p:cNvPr>
          <p:cNvSpPr/>
          <p:nvPr/>
        </p:nvSpPr>
        <p:spPr>
          <a:xfrm>
            <a:off x="9180068" y="5317118"/>
            <a:ext cx="1205195" cy="122465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5" name="Straight Connector 1304">
            <a:extLst>
              <a:ext uri="{FF2B5EF4-FFF2-40B4-BE49-F238E27FC236}">
                <a16:creationId xmlns:a16="http://schemas.microsoft.com/office/drawing/2014/main" id="{D694450D-752F-D040-AE13-3D34ED9BDA28}"/>
              </a:ext>
            </a:extLst>
          </p:cNvPr>
          <p:cNvCxnSpPr>
            <a:cxnSpLocks/>
          </p:cNvCxnSpPr>
          <p:nvPr/>
        </p:nvCxnSpPr>
        <p:spPr>
          <a:xfrm flipH="1">
            <a:off x="10442813" y="1109668"/>
            <a:ext cx="377794" cy="0"/>
          </a:xfrm>
          <a:prstGeom prst="line">
            <a:avLst/>
          </a:prstGeom>
          <a:ln w="38100" cap="rnd">
            <a:solidFill>
              <a:schemeClr val="tx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Straight Connector 1306">
            <a:extLst>
              <a:ext uri="{FF2B5EF4-FFF2-40B4-BE49-F238E27FC236}">
                <a16:creationId xmlns:a16="http://schemas.microsoft.com/office/drawing/2014/main" id="{BE1ECA58-DD72-0F4F-9ED5-D45104F2E6A0}"/>
              </a:ext>
            </a:extLst>
          </p:cNvPr>
          <p:cNvCxnSpPr>
            <a:cxnSpLocks/>
          </p:cNvCxnSpPr>
          <p:nvPr/>
        </p:nvCxnSpPr>
        <p:spPr>
          <a:xfrm flipH="1">
            <a:off x="10893793" y="713428"/>
            <a:ext cx="377794" cy="0"/>
          </a:xfrm>
          <a:prstGeom prst="line">
            <a:avLst/>
          </a:prstGeom>
          <a:ln w="38100" cap="rnd">
            <a:solidFill>
              <a:schemeClr val="tx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381CF3D1-E00A-9940-932A-FD9D13B9AAD8}"/>
              </a:ext>
            </a:extLst>
          </p:cNvPr>
          <p:cNvGrpSpPr/>
          <p:nvPr/>
        </p:nvGrpSpPr>
        <p:grpSpPr>
          <a:xfrm>
            <a:off x="9233298" y="5861408"/>
            <a:ext cx="342575" cy="342575"/>
            <a:chOff x="11629675" y="5497596"/>
            <a:chExt cx="416549" cy="416549"/>
          </a:xfrm>
        </p:grpSpPr>
        <p:sp>
          <p:nvSpPr>
            <p:cNvPr id="410" name="Teardrop 409">
              <a:extLst>
                <a:ext uri="{FF2B5EF4-FFF2-40B4-BE49-F238E27FC236}">
                  <a16:creationId xmlns:a16="http://schemas.microsoft.com/office/drawing/2014/main" id="{8B3662C1-726F-9F46-8A07-EDE8E788E7CF}"/>
                </a:ext>
              </a:extLst>
            </p:cNvPr>
            <p:cNvSpPr/>
            <p:nvPr/>
          </p:nvSpPr>
          <p:spPr>
            <a:xfrm rot="8100000">
              <a:off x="11629675" y="5497596"/>
              <a:ext cx="416549" cy="416549"/>
            </a:xfrm>
            <a:prstGeom prst="teardrop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8" name="Oval 1307">
              <a:extLst>
                <a:ext uri="{FF2B5EF4-FFF2-40B4-BE49-F238E27FC236}">
                  <a16:creationId xmlns:a16="http://schemas.microsoft.com/office/drawing/2014/main" id="{5612DA78-53CA-1A40-A849-B9D466A48E1C}"/>
                </a:ext>
              </a:extLst>
            </p:cNvPr>
            <p:cNvSpPr/>
            <p:nvPr/>
          </p:nvSpPr>
          <p:spPr>
            <a:xfrm rot="10800000">
              <a:off x="11743837" y="5606789"/>
              <a:ext cx="193057" cy="1930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17" name="Oval 1316">
            <a:extLst>
              <a:ext uri="{FF2B5EF4-FFF2-40B4-BE49-F238E27FC236}">
                <a16:creationId xmlns:a16="http://schemas.microsoft.com/office/drawing/2014/main" id="{2CF615A4-A49E-504A-AE0A-F34636ECE312}"/>
              </a:ext>
            </a:extLst>
          </p:cNvPr>
          <p:cNvSpPr/>
          <p:nvPr/>
        </p:nvSpPr>
        <p:spPr>
          <a:xfrm rot="10800000">
            <a:off x="9339671" y="6286259"/>
            <a:ext cx="138843" cy="13884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8" name="Oval 1317">
            <a:extLst>
              <a:ext uri="{FF2B5EF4-FFF2-40B4-BE49-F238E27FC236}">
                <a16:creationId xmlns:a16="http://schemas.microsoft.com/office/drawing/2014/main" id="{8774A60A-F264-8741-ABB9-89EEBE4797FE}"/>
              </a:ext>
            </a:extLst>
          </p:cNvPr>
          <p:cNvSpPr/>
          <p:nvPr/>
        </p:nvSpPr>
        <p:spPr>
          <a:xfrm rot="10800000">
            <a:off x="10001000" y="5553660"/>
            <a:ext cx="65261" cy="652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19" name="Straight Connector 1318">
            <a:extLst>
              <a:ext uri="{FF2B5EF4-FFF2-40B4-BE49-F238E27FC236}">
                <a16:creationId xmlns:a16="http://schemas.microsoft.com/office/drawing/2014/main" id="{BE137ACB-DCA7-BC4F-8709-1B8A3C956EB8}"/>
              </a:ext>
            </a:extLst>
          </p:cNvPr>
          <p:cNvCxnSpPr>
            <a:cxnSpLocks/>
          </p:cNvCxnSpPr>
          <p:nvPr/>
        </p:nvCxnSpPr>
        <p:spPr>
          <a:xfrm flipH="1" flipV="1">
            <a:off x="9665989" y="5733264"/>
            <a:ext cx="512614" cy="348386"/>
          </a:xfrm>
          <a:prstGeom prst="line">
            <a:avLst/>
          </a:prstGeom>
          <a:ln w="31750" cap="rnd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0" name="Straight Connector 1319">
            <a:extLst>
              <a:ext uri="{FF2B5EF4-FFF2-40B4-BE49-F238E27FC236}">
                <a16:creationId xmlns:a16="http://schemas.microsoft.com/office/drawing/2014/main" id="{F40F8A48-D983-4443-AABC-84903DF0B735}"/>
              </a:ext>
            </a:extLst>
          </p:cNvPr>
          <p:cNvCxnSpPr>
            <a:cxnSpLocks/>
          </p:cNvCxnSpPr>
          <p:nvPr/>
        </p:nvCxnSpPr>
        <p:spPr>
          <a:xfrm flipV="1">
            <a:off x="9470566" y="6110114"/>
            <a:ext cx="732943" cy="231269"/>
          </a:xfrm>
          <a:prstGeom prst="line">
            <a:avLst/>
          </a:prstGeom>
          <a:ln w="44450" cap="rnd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1" name="Group 1320">
            <a:extLst>
              <a:ext uri="{FF2B5EF4-FFF2-40B4-BE49-F238E27FC236}">
                <a16:creationId xmlns:a16="http://schemas.microsoft.com/office/drawing/2014/main" id="{CA36A934-CB20-F143-872C-8EB7DCAFCAC0}"/>
              </a:ext>
            </a:extLst>
          </p:cNvPr>
          <p:cNvGrpSpPr/>
          <p:nvPr/>
        </p:nvGrpSpPr>
        <p:grpSpPr>
          <a:xfrm>
            <a:off x="9965736" y="5395099"/>
            <a:ext cx="126410" cy="126410"/>
            <a:chOff x="11629675" y="5497596"/>
            <a:chExt cx="416549" cy="416549"/>
          </a:xfrm>
        </p:grpSpPr>
        <p:sp>
          <p:nvSpPr>
            <p:cNvPr id="1322" name="Teardrop 1321">
              <a:extLst>
                <a:ext uri="{FF2B5EF4-FFF2-40B4-BE49-F238E27FC236}">
                  <a16:creationId xmlns:a16="http://schemas.microsoft.com/office/drawing/2014/main" id="{0D1A1890-5BD2-DA44-A8E1-1EE5E1B8FA33}"/>
                </a:ext>
              </a:extLst>
            </p:cNvPr>
            <p:cNvSpPr/>
            <p:nvPr/>
          </p:nvSpPr>
          <p:spPr>
            <a:xfrm rot="8100000">
              <a:off x="11629675" y="5497596"/>
              <a:ext cx="416549" cy="416549"/>
            </a:xfrm>
            <a:prstGeom prst="teardrop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3" name="Oval 1322">
              <a:extLst>
                <a:ext uri="{FF2B5EF4-FFF2-40B4-BE49-F238E27FC236}">
                  <a16:creationId xmlns:a16="http://schemas.microsoft.com/office/drawing/2014/main" id="{115ADE66-EB51-C942-90A8-EEA6E11AFD19}"/>
                </a:ext>
              </a:extLst>
            </p:cNvPr>
            <p:cNvSpPr/>
            <p:nvPr/>
          </p:nvSpPr>
          <p:spPr>
            <a:xfrm rot="10800000">
              <a:off x="11743837" y="5606789"/>
              <a:ext cx="193057" cy="1930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24" name="Oval 1323">
            <a:extLst>
              <a:ext uri="{FF2B5EF4-FFF2-40B4-BE49-F238E27FC236}">
                <a16:creationId xmlns:a16="http://schemas.microsoft.com/office/drawing/2014/main" id="{F4AE3D1A-6027-6842-9022-A6409E220452}"/>
              </a:ext>
            </a:extLst>
          </p:cNvPr>
          <p:cNvSpPr/>
          <p:nvPr/>
        </p:nvSpPr>
        <p:spPr>
          <a:xfrm rot="10800000">
            <a:off x="10163485" y="6058994"/>
            <a:ext cx="93778" cy="9377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5" name="Oval 1324">
            <a:extLst>
              <a:ext uri="{FF2B5EF4-FFF2-40B4-BE49-F238E27FC236}">
                <a16:creationId xmlns:a16="http://schemas.microsoft.com/office/drawing/2014/main" id="{F24170CB-2D2F-2140-8A79-62D120EFB93D}"/>
              </a:ext>
            </a:extLst>
          </p:cNvPr>
          <p:cNvSpPr/>
          <p:nvPr/>
        </p:nvSpPr>
        <p:spPr>
          <a:xfrm rot="10800000">
            <a:off x="9597368" y="5671527"/>
            <a:ext cx="78965" cy="789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26" name="Group 1325">
            <a:extLst>
              <a:ext uri="{FF2B5EF4-FFF2-40B4-BE49-F238E27FC236}">
                <a16:creationId xmlns:a16="http://schemas.microsoft.com/office/drawing/2014/main" id="{018E0690-4336-5F45-9583-C777B0F5F5C8}"/>
              </a:ext>
            </a:extLst>
          </p:cNvPr>
          <p:cNvGrpSpPr/>
          <p:nvPr/>
        </p:nvGrpSpPr>
        <p:grpSpPr>
          <a:xfrm>
            <a:off x="9544925" y="5448868"/>
            <a:ext cx="179442" cy="179442"/>
            <a:chOff x="11629675" y="5497596"/>
            <a:chExt cx="416549" cy="416549"/>
          </a:xfrm>
        </p:grpSpPr>
        <p:sp>
          <p:nvSpPr>
            <p:cNvPr id="1327" name="Teardrop 1326">
              <a:extLst>
                <a:ext uri="{FF2B5EF4-FFF2-40B4-BE49-F238E27FC236}">
                  <a16:creationId xmlns:a16="http://schemas.microsoft.com/office/drawing/2014/main" id="{65806F8C-BD5A-0E4A-8670-D7F1A7A94E17}"/>
                </a:ext>
              </a:extLst>
            </p:cNvPr>
            <p:cNvSpPr/>
            <p:nvPr/>
          </p:nvSpPr>
          <p:spPr>
            <a:xfrm rot="8100000">
              <a:off x="11629675" y="5497596"/>
              <a:ext cx="416549" cy="416549"/>
            </a:xfrm>
            <a:prstGeom prst="teardrop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8" name="Oval 1327">
              <a:extLst>
                <a:ext uri="{FF2B5EF4-FFF2-40B4-BE49-F238E27FC236}">
                  <a16:creationId xmlns:a16="http://schemas.microsoft.com/office/drawing/2014/main" id="{B589F62A-E44C-F447-A1B9-6F468DDA9CC8}"/>
                </a:ext>
              </a:extLst>
            </p:cNvPr>
            <p:cNvSpPr/>
            <p:nvPr/>
          </p:nvSpPr>
          <p:spPr>
            <a:xfrm rot="10800000">
              <a:off x="11743837" y="5606789"/>
              <a:ext cx="193057" cy="1930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60" name="Group 1459">
            <a:extLst>
              <a:ext uri="{FF2B5EF4-FFF2-40B4-BE49-F238E27FC236}">
                <a16:creationId xmlns:a16="http://schemas.microsoft.com/office/drawing/2014/main" id="{B881527B-52EE-5D4C-8FC0-0B9FB9FAC696}"/>
              </a:ext>
            </a:extLst>
          </p:cNvPr>
          <p:cNvGrpSpPr/>
          <p:nvPr/>
        </p:nvGrpSpPr>
        <p:grpSpPr>
          <a:xfrm>
            <a:off x="7883374" y="6044371"/>
            <a:ext cx="403225" cy="440558"/>
            <a:chOff x="9375775" y="5967941"/>
            <a:chExt cx="403225" cy="440558"/>
          </a:xfrm>
        </p:grpSpPr>
        <p:sp>
          <p:nvSpPr>
            <p:cNvPr id="1457" name="Process 1456">
              <a:extLst>
                <a:ext uri="{FF2B5EF4-FFF2-40B4-BE49-F238E27FC236}">
                  <a16:creationId xmlns:a16="http://schemas.microsoft.com/office/drawing/2014/main" id="{8FB8BCB9-5CE7-EC46-A9FE-4C0881D1B177}"/>
                </a:ext>
              </a:extLst>
            </p:cNvPr>
            <p:cNvSpPr/>
            <p:nvPr/>
          </p:nvSpPr>
          <p:spPr>
            <a:xfrm>
              <a:off x="9375775" y="6107712"/>
              <a:ext cx="403225" cy="265174"/>
            </a:xfrm>
            <a:prstGeom prst="flowChartProcess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8" name="Straight Connector 1457">
              <a:extLst>
                <a:ext uri="{FF2B5EF4-FFF2-40B4-BE49-F238E27FC236}">
                  <a16:creationId xmlns:a16="http://schemas.microsoft.com/office/drawing/2014/main" id="{3DBC529F-097E-E541-A40A-C4BA71212E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77387" y="5967941"/>
              <a:ext cx="0" cy="440558"/>
            </a:xfrm>
            <a:prstGeom prst="line">
              <a:avLst/>
            </a:prstGeom>
            <a:ln w="38100" cap="rnd">
              <a:solidFill>
                <a:schemeClr val="tx1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5" name="Straight Connector 1454">
              <a:extLst>
                <a:ext uri="{FF2B5EF4-FFF2-40B4-BE49-F238E27FC236}">
                  <a16:creationId xmlns:a16="http://schemas.microsoft.com/office/drawing/2014/main" id="{38B44610-18E3-844C-B823-6D08FD747B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88490" y="6258292"/>
              <a:ext cx="377794" cy="0"/>
            </a:xfrm>
            <a:prstGeom prst="line">
              <a:avLst/>
            </a:prstGeom>
            <a:ln w="38100" cap="rnd">
              <a:solidFill>
                <a:schemeClr val="bg1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9" name="Group 1328">
            <a:extLst>
              <a:ext uri="{FF2B5EF4-FFF2-40B4-BE49-F238E27FC236}">
                <a16:creationId xmlns:a16="http://schemas.microsoft.com/office/drawing/2014/main" id="{50D71C2F-DA37-064F-A789-F07318F4564D}"/>
              </a:ext>
            </a:extLst>
          </p:cNvPr>
          <p:cNvGrpSpPr/>
          <p:nvPr/>
        </p:nvGrpSpPr>
        <p:grpSpPr>
          <a:xfrm>
            <a:off x="10089174" y="5777457"/>
            <a:ext cx="231384" cy="231384"/>
            <a:chOff x="11629675" y="5497596"/>
            <a:chExt cx="416549" cy="416549"/>
          </a:xfrm>
        </p:grpSpPr>
        <p:sp>
          <p:nvSpPr>
            <p:cNvPr id="1330" name="Teardrop 1329">
              <a:extLst>
                <a:ext uri="{FF2B5EF4-FFF2-40B4-BE49-F238E27FC236}">
                  <a16:creationId xmlns:a16="http://schemas.microsoft.com/office/drawing/2014/main" id="{E9023A1A-9BCC-3947-AC96-6FF6A205D96C}"/>
                </a:ext>
              </a:extLst>
            </p:cNvPr>
            <p:cNvSpPr/>
            <p:nvPr/>
          </p:nvSpPr>
          <p:spPr>
            <a:xfrm rot="8100000">
              <a:off x="11629675" y="5497596"/>
              <a:ext cx="416549" cy="416549"/>
            </a:xfrm>
            <a:prstGeom prst="teardrop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1" name="Oval 1330">
              <a:extLst>
                <a:ext uri="{FF2B5EF4-FFF2-40B4-BE49-F238E27FC236}">
                  <a16:creationId xmlns:a16="http://schemas.microsoft.com/office/drawing/2014/main" id="{21D6423C-1BEB-4143-887F-A34A93ACEE6E}"/>
                </a:ext>
              </a:extLst>
            </p:cNvPr>
            <p:cNvSpPr/>
            <p:nvPr/>
          </p:nvSpPr>
          <p:spPr>
            <a:xfrm rot="10800000">
              <a:off x="11743837" y="5606789"/>
              <a:ext cx="193057" cy="1930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62" name="Group 1461">
            <a:extLst>
              <a:ext uri="{FF2B5EF4-FFF2-40B4-BE49-F238E27FC236}">
                <a16:creationId xmlns:a16="http://schemas.microsoft.com/office/drawing/2014/main" id="{CBD705CF-7857-5444-BADE-4727DEBAFDFD}"/>
              </a:ext>
            </a:extLst>
          </p:cNvPr>
          <p:cNvGrpSpPr/>
          <p:nvPr/>
        </p:nvGrpSpPr>
        <p:grpSpPr>
          <a:xfrm>
            <a:off x="8334921" y="5700484"/>
            <a:ext cx="403225" cy="440558"/>
            <a:chOff x="9375775" y="6077532"/>
            <a:chExt cx="403225" cy="440558"/>
          </a:xfrm>
        </p:grpSpPr>
        <p:sp>
          <p:nvSpPr>
            <p:cNvPr id="1463" name="Process 1462">
              <a:extLst>
                <a:ext uri="{FF2B5EF4-FFF2-40B4-BE49-F238E27FC236}">
                  <a16:creationId xmlns:a16="http://schemas.microsoft.com/office/drawing/2014/main" id="{ED1E8D39-B59F-4548-B55B-09BC1C455971}"/>
                </a:ext>
              </a:extLst>
            </p:cNvPr>
            <p:cNvSpPr/>
            <p:nvPr/>
          </p:nvSpPr>
          <p:spPr>
            <a:xfrm>
              <a:off x="9375775" y="6107712"/>
              <a:ext cx="403225" cy="311448"/>
            </a:xfrm>
            <a:prstGeom prst="flowChartProcess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64" name="Straight Connector 1463">
              <a:extLst>
                <a:ext uri="{FF2B5EF4-FFF2-40B4-BE49-F238E27FC236}">
                  <a16:creationId xmlns:a16="http://schemas.microsoft.com/office/drawing/2014/main" id="{010B0AE7-6FDE-1241-B3EB-503F01B93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77387" y="6077532"/>
              <a:ext cx="0" cy="440558"/>
            </a:xfrm>
            <a:prstGeom prst="line">
              <a:avLst/>
            </a:prstGeom>
            <a:ln w="38100" cap="rnd">
              <a:solidFill>
                <a:schemeClr val="tx1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5" name="Straight Connector 1464">
              <a:extLst>
                <a:ext uri="{FF2B5EF4-FFF2-40B4-BE49-F238E27FC236}">
                  <a16:creationId xmlns:a16="http://schemas.microsoft.com/office/drawing/2014/main" id="{8388DBDB-8CE9-7A45-8888-34CC376D5F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88490" y="6228012"/>
              <a:ext cx="377794" cy="0"/>
            </a:xfrm>
            <a:prstGeom prst="line">
              <a:avLst/>
            </a:prstGeom>
            <a:ln w="38100" cap="rnd">
              <a:solidFill>
                <a:schemeClr val="bg1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32" name="Straight Connector 1331">
            <a:extLst>
              <a:ext uri="{FF2B5EF4-FFF2-40B4-BE49-F238E27FC236}">
                <a16:creationId xmlns:a16="http://schemas.microsoft.com/office/drawing/2014/main" id="{AD6A2882-D897-3147-941B-0F0FAF686CA1}"/>
              </a:ext>
            </a:extLst>
          </p:cNvPr>
          <p:cNvCxnSpPr>
            <a:cxnSpLocks/>
          </p:cNvCxnSpPr>
          <p:nvPr/>
        </p:nvCxnSpPr>
        <p:spPr>
          <a:xfrm flipV="1">
            <a:off x="9669812" y="5591175"/>
            <a:ext cx="369538" cy="109774"/>
          </a:xfrm>
          <a:prstGeom prst="line">
            <a:avLst/>
          </a:prstGeom>
          <a:ln w="15875" cap="rnd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9" name="Rectangle 1338">
            <a:extLst>
              <a:ext uri="{FF2B5EF4-FFF2-40B4-BE49-F238E27FC236}">
                <a16:creationId xmlns:a16="http://schemas.microsoft.com/office/drawing/2014/main" id="{853DB538-7E96-484F-B540-0A65524F7AC7}"/>
              </a:ext>
            </a:extLst>
          </p:cNvPr>
          <p:cNvSpPr/>
          <p:nvPr/>
        </p:nvSpPr>
        <p:spPr>
          <a:xfrm>
            <a:off x="1243391" y="3779171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5" name="Rounded Rectangle 1404">
            <a:extLst>
              <a:ext uri="{FF2B5EF4-FFF2-40B4-BE49-F238E27FC236}">
                <a16:creationId xmlns:a16="http://schemas.microsoft.com/office/drawing/2014/main" id="{3C386F06-D720-8B47-83F0-2883AC0021EB}"/>
              </a:ext>
            </a:extLst>
          </p:cNvPr>
          <p:cNvSpPr/>
          <p:nvPr/>
        </p:nvSpPr>
        <p:spPr>
          <a:xfrm>
            <a:off x="1310963" y="3844711"/>
            <a:ext cx="1205195" cy="122465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06" name="Group 1405">
            <a:extLst>
              <a:ext uri="{FF2B5EF4-FFF2-40B4-BE49-F238E27FC236}">
                <a16:creationId xmlns:a16="http://schemas.microsoft.com/office/drawing/2014/main" id="{99476A56-6FD9-3442-9896-B1622256FF18}"/>
              </a:ext>
            </a:extLst>
          </p:cNvPr>
          <p:cNvGrpSpPr/>
          <p:nvPr/>
        </p:nvGrpSpPr>
        <p:grpSpPr>
          <a:xfrm rot="20623026">
            <a:off x="1406121" y="4013469"/>
            <a:ext cx="906003" cy="813212"/>
            <a:chOff x="6036208" y="46177"/>
            <a:chExt cx="1095709" cy="983494"/>
          </a:xfrm>
        </p:grpSpPr>
        <p:sp>
          <p:nvSpPr>
            <p:cNvPr id="1407" name="Oval 1406">
              <a:extLst>
                <a:ext uri="{FF2B5EF4-FFF2-40B4-BE49-F238E27FC236}">
                  <a16:creationId xmlns:a16="http://schemas.microsoft.com/office/drawing/2014/main" id="{6FF9F301-04CD-4948-8C19-B002A16D45FE}"/>
                </a:ext>
              </a:extLst>
            </p:cNvPr>
            <p:cNvSpPr/>
            <p:nvPr/>
          </p:nvSpPr>
          <p:spPr>
            <a:xfrm>
              <a:off x="6036208" y="753273"/>
              <a:ext cx="111962" cy="1119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8" name="Oval 1407">
              <a:extLst>
                <a:ext uri="{FF2B5EF4-FFF2-40B4-BE49-F238E27FC236}">
                  <a16:creationId xmlns:a16="http://schemas.microsoft.com/office/drawing/2014/main" id="{F8489D16-7037-C849-A20F-69241818FEE0}"/>
                </a:ext>
              </a:extLst>
            </p:cNvPr>
            <p:cNvSpPr/>
            <p:nvPr/>
          </p:nvSpPr>
          <p:spPr>
            <a:xfrm>
              <a:off x="6145905" y="603595"/>
              <a:ext cx="111962" cy="1119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9" name="Oval 1408">
              <a:extLst>
                <a:ext uri="{FF2B5EF4-FFF2-40B4-BE49-F238E27FC236}">
                  <a16:creationId xmlns:a16="http://schemas.microsoft.com/office/drawing/2014/main" id="{25138759-B73A-9F43-9E26-8277932A7AD6}"/>
                </a:ext>
              </a:extLst>
            </p:cNvPr>
            <p:cNvSpPr/>
            <p:nvPr/>
          </p:nvSpPr>
          <p:spPr>
            <a:xfrm>
              <a:off x="6246637" y="781924"/>
              <a:ext cx="111962" cy="1119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0" name="Oval 1409">
              <a:extLst>
                <a:ext uri="{FF2B5EF4-FFF2-40B4-BE49-F238E27FC236}">
                  <a16:creationId xmlns:a16="http://schemas.microsoft.com/office/drawing/2014/main" id="{44C23D1F-6115-0948-907D-906D51B13249}"/>
                </a:ext>
              </a:extLst>
            </p:cNvPr>
            <p:cNvSpPr/>
            <p:nvPr/>
          </p:nvSpPr>
          <p:spPr>
            <a:xfrm>
              <a:off x="6828809" y="666551"/>
              <a:ext cx="111962" cy="1119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1" name="Oval 1410">
              <a:extLst>
                <a:ext uri="{FF2B5EF4-FFF2-40B4-BE49-F238E27FC236}">
                  <a16:creationId xmlns:a16="http://schemas.microsoft.com/office/drawing/2014/main" id="{59278E72-78AA-EF4F-B933-96CD0471230D}"/>
                </a:ext>
              </a:extLst>
            </p:cNvPr>
            <p:cNvSpPr/>
            <p:nvPr/>
          </p:nvSpPr>
          <p:spPr>
            <a:xfrm>
              <a:off x="6632209" y="251836"/>
              <a:ext cx="111962" cy="1119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2" name="Oval 1411">
              <a:extLst>
                <a:ext uri="{FF2B5EF4-FFF2-40B4-BE49-F238E27FC236}">
                  <a16:creationId xmlns:a16="http://schemas.microsoft.com/office/drawing/2014/main" id="{7123B527-20EF-2349-B650-0E03399DAE72}"/>
                </a:ext>
              </a:extLst>
            </p:cNvPr>
            <p:cNvSpPr/>
            <p:nvPr/>
          </p:nvSpPr>
          <p:spPr>
            <a:xfrm>
              <a:off x="6482580" y="102785"/>
              <a:ext cx="111962" cy="1119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3" name="Oval 1412">
              <a:extLst>
                <a:ext uri="{FF2B5EF4-FFF2-40B4-BE49-F238E27FC236}">
                  <a16:creationId xmlns:a16="http://schemas.microsoft.com/office/drawing/2014/main" id="{380F3AE1-018D-B64B-88F2-4A0782873BA2}"/>
                </a:ext>
              </a:extLst>
            </p:cNvPr>
            <p:cNvSpPr/>
            <p:nvPr/>
          </p:nvSpPr>
          <p:spPr>
            <a:xfrm>
              <a:off x="6133741" y="917709"/>
              <a:ext cx="111962" cy="1119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4" name="Oval 1413">
              <a:extLst>
                <a:ext uri="{FF2B5EF4-FFF2-40B4-BE49-F238E27FC236}">
                  <a16:creationId xmlns:a16="http://schemas.microsoft.com/office/drawing/2014/main" id="{C7EE344E-0C2B-9847-939C-BD32B728CEB4}"/>
                </a:ext>
              </a:extLst>
            </p:cNvPr>
            <p:cNvSpPr/>
            <p:nvPr/>
          </p:nvSpPr>
          <p:spPr>
            <a:xfrm>
              <a:off x="6684500" y="46177"/>
              <a:ext cx="111962" cy="1119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5" name="Oval 1414">
              <a:extLst>
                <a:ext uri="{FF2B5EF4-FFF2-40B4-BE49-F238E27FC236}">
                  <a16:creationId xmlns:a16="http://schemas.microsoft.com/office/drawing/2014/main" id="{02327214-82BB-0248-B64E-A28DBD51BCE6}"/>
                </a:ext>
              </a:extLst>
            </p:cNvPr>
            <p:cNvSpPr/>
            <p:nvPr/>
          </p:nvSpPr>
          <p:spPr>
            <a:xfrm>
              <a:off x="6828809" y="195855"/>
              <a:ext cx="111962" cy="1119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6" name="Oval 1415">
              <a:extLst>
                <a:ext uri="{FF2B5EF4-FFF2-40B4-BE49-F238E27FC236}">
                  <a16:creationId xmlns:a16="http://schemas.microsoft.com/office/drawing/2014/main" id="{B72E8939-824D-7343-990F-9244A974BE7D}"/>
                </a:ext>
              </a:extLst>
            </p:cNvPr>
            <p:cNvSpPr/>
            <p:nvPr/>
          </p:nvSpPr>
          <p:spPr>
            <a:xfrm>
              <a:off x="6876646" y="844319"/>
              <a:ext cx="111962" cy="1119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7" name="Oval 1416">
              <a:extLst>
                <a:ext uri="{FF2B5EF4-FFF2-40B4-BE49-F238E27FC236}">
                  <a16:creationId xmlns:a16="http://schemas.microsoft.com/office/drawing/2014/main" id="{3471C85D-7F78-D342-95BB-E26D0AACC46D}"/>
                </a:ext>
              </a:extLst>
            </p:cNvPr>
            <p:cNvSpPr/>
            <p:nvPr/>
          </p:nvSpPr>
          <p:spPr>
            <a:xfrm>
              <a:off x="7019955" y="719091"/>
              <a:ext cx="111962" cy="1119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18" name="Straight Connector 1417">
              <a:extLst>
                <a:ext uri="{FF2B5EF4-FFF2-40B4-BE49-F238E27FC236}">
                  <a16:creationId xmlns:a16="http://schemas.microsoft.com/office/drawing/2014/main" id="{F1432A3D-0631-5446-BC19-9F29298B12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83298" y="308517"/>
              <a:ext cx="211874" cy="4014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9" name="Straight Connector 1418">
              <a:extLst>
                <a:ext uri="{FF2B5EF4-FFF2-40B4-BE49-F238E27FC236}">
                  <a16:creationId xmlns:a16="http://schemas.microsoft.com/office/drawing/2014/main" id="{5853EEDA-CF19-224B-8618-4CD10B4ED6A0}"/>
                </a:ext>
              </a:extLst>
            </p:cNvPr>
            <p:cNvCxnSpPr>
              <a:cxnSpLocks/>
            </p:cNvCxnSpPr>
            <p:nvPr/>
          </p:nvCxnSpPr>
          <p:spPr>
            <a:xfrm>
              <a:off x="6895171" y="728546"/>
              <a:ext cx="37171" cy="17098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0" name="Straight Connector 1419">
              <a:extLst>
                <a:ext uri="{FF2B5EF4-FFF2-40B4-BE49-F238E27FC236}">
                  <a16:creationId xmlns:a16="http://schemas.microsoft.com/office/drawing/2014/main" id="{8B70DAF9-85BF-3B43-9CB6-5E9FDA0CD8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84020" y="709961"/>
              <a:ext cx="193287" cy="631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1" name="Straight Connector 1420">
              <a:extLst>
                <a:ext uri="{FF2B5EF4-FFF2-40B4-BE49-F238E27FC236}">
                  <a16:creationId xmlns:a16="http://schemas.microsoft.com/office/drawing/2014/main" id="{25F6A0AC-88EA-734E-A45D-DE95D67B6B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3298" y="252761"/>
              <a:ext cx="204439" cy="557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2" name="Straight Connector 1421">
              <a:extLst>
                <a:ext uri="{FF2B5EF4-FFF2-40B4-BE49-F238E27FC236}">
                  <a16:creationId xmlns:a16="http://schemas.microsoft.com/office/drawing/2014/main" id="{D91CB230-6112-864A-A68B-3CC27B1AF1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7015" y="107795"/>
              <a:ext cx="55756" cy="2155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3" name="Straight Connector 1422">
              <a:extLst>
                <a:ext uri="{FF2B5EF4-FFF2-40B4-BE49-F238E27FC236}">
                  <a16:creationId xmlns:a16="http://schemas.microsoft.com/office/drawing/2014/main" id="{B1E6F715-9E2D-F440-B420-0324CFCD4895}"/>
                </a:ext>
              </a:extLst>
            </p:cNvPr>
            <p:cNvCxnSpPr>
              <a:cxnSpLocks/>
            </p:cNvCxnSpPr>
            <p:nvPr/>
          </p:nvCxnSpPr>
          <p:spPr>
            <a:xfrm>
              <a:off x="6538332" y="159834"/>
              <a:ext cx="144966" cy="152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4" name="Straight Connector 1423">
              <a:extLst>
                <a:ext uri="{FF2B5EF4-FFF2-40B4-BE49-F238E27FC236}">
                  <a16:creationId xmlns:a16="http://schemas.microsoft.com/office/drawing/2014/main" id="{F5106590-81DB-964E-8319-D1A945032E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11230" y="654205"/>
              <a:ext cx="96643" cy="1784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5" name="Straight Connector 1424">
              <a:extLst>
                <a:ext uri="{FF2B5EF4-FFF2-40B4-BE49-F238E27FC236}">
                  <a16:creationId xmlns:a16="http://schemas.microsoft.com/office/drawing/2014/main" id="{B72FD087-3F3B-394F-879F-F370881697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84849" y="814039"/>
              <a:ext cx="226741" cy="1486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6" name="Straight Connector 1425">
              <a:extLst>
                <a:ext uri="{FF2B5EF4-FFF2-40B4-BE49-F238E27FC236}">
                  <a16:creationId xmlns:a16="http://schemas.microsoft.com/office/drawing/2014/main" id="{365E5A2E-14D3-EC49-8539-607158A8D9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927" y="828907"/>
              <a:ext cx="115229" cy="14496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7" name="Straight Connector 1426">
              <a:extLst>
                <a:ext uri="{FF2B5EF4-FFF2-40B4-BE49-F238E27FC236}">
                  <a16:creationId xmlns:a16="http://schemas.microsoft.com/office/drawing/2014/main" id="{C1F56A96-CEE3-8141-86D3-E1B23CB8D9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4157" y="732263"/>
              <a:ext cx="591014" cy="10779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8" name="Straight Connector 1427">
              <a:extLst>
                <a:ext uri="{FF2B5EF4-FFF2-40B4-BE49-F238E27FC236}">
                  <a16:creationId xmlns:a16="http://schemas.microsoft.com/office/drawing/2014/main" id="{EB4D1FE8-4C4E-3C43-A11D-13386581A6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4157" y="315951"/>
              <a:ext cx="382858" cy="52039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29" name="Rectangle 1428">
            <a:extLst>
              <a:ext uri="{FF2B5EF4-FFF2-40B4-BE49-F238E27FC236}">
                <a16:creationId xmlns:a16="http://schemas.microsoft.com/office/drawing/2014/main" id="{984DDCD2-FCFE-5F47-BF96-3460BA6449CB}"/>
              </a:ext>
            </a:extLst>
          </p:cNvPr>
          <p:cNvSpPr/>
          <p:nvPr/>
        </p:nvSpPr>
        <p:spPr>
          <a:xfrm>
            <a:off x="7632752" y="5272335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3" name="Rectangle 1482">
            <a:extLst>
              <a:ext uri="{FF2B5EF4-FFF2-40B4-BE49-F238E27FC236}">
                <a16:creationId xmlns:a16="http://schemas.microsoft.com/office/drawing/2014/main" id="{969A8024-9673-A048-9BE3-CE6ADE4170F2}"/>
              </a:ext>
            </a:extLst>
          </p:cNvPr>
          <p:cNvSpPr/>
          <p:nvPr/>
        </p:nvSpPr>
        <p:spPr>
          <a:xfrm>
            <a:off x="3214026" y="3862380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0" name="Rounded Rectangle 1429">
            <a:extLst>
              <a:ext uri="{FF2B5EF4-FFF2-40B4-BE49-F238E27FC236}">
                <a16:creationId xmlns:a16="http://schemas.microsoft.com/office/drawing/2014/main" id="{9446EA78-7F24-1D42-B81E-97630293B7FE}"/>
              </a:ext>
            </a:extLst>
          </p:cNvPr>
          <p:cNvSpPr/>
          <p:nvPr/>
        </p:nvSpPr>
        <p:spPr>
          <a:xfrm>
            <a:off x="7702766" y="5332620"/>
            <a:ext cx="1205195" cy="122465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5" name="Rectangle 1484">
            <a:extLst>
              <a:ext uri="{FF2B5EF4-FFF2-40B4-BE49-F238E27FC236}">
                <a16:creationId xmlns:a16="http://schemas.microsoft.com/office/drawing/2014/main" id="{B9E887A3-74C8-FE47-97F8-D0AFB753B425}"/>
              </a:ext>
            </a:extLst>
          </p:cNvPr>
          <p:cNvSpPr/>
          <p:nvPr/>
        </p:nvSpPr>
        <p:spPr>
          <a:xfrm>
            <a:off x="3755609" y="4124157"/>
            <a:ext cx="628368" cy="628369"/>
          </a:xfrm>
          <a:prstGeom prst="rect">
            <a:avLst/>
          </a:prstGeom>
          <a:noFill/>
          <a:ln w="28575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1" name="TextBox 1430">
            <a:extLst>
              <a:ext uri="{FF2B5EF4-FFF2-40B4-BE49-F238E27FC236}">
                <a16:creationId xmlns:a16="http://schemas.microsoft.com/office/drawing/2014/main" id="{8342C8E5-8F96-5A45-B053-1D8BFBE96306}"/>
              </a:ext>
            </a:extLst>
          </p:cNvPr>
          <p:cNvSpPr txBox="1"/>
          <p:nvPr/>
        </p:nvSpPr>
        <p:spPr>
          <a:xfrm>
            <a:off x="7869246" y="5293440"/>
            <a:ext cx="872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***</a:t>
            </a:r>
          </a:p>
        </p:txBody>
      </p:sp>
      <p:cxnSp>
        <p:nvCxnSpPr>
          <p:cNvPr id="1486" name="Straight Connector 1485">
            <a:extLst>
              <a:ext uri="{FF2B5EF4-FFF2-40B4-BE49-F238E27FC236}">
                <a16:creationId xmlns:a16="http://schemas.microsoft.com/office/drawing/2014/main" id="{32208BA4-DDB7-B84E-BC98-7D6D0389EC07}"/>
              </a:ext>
            </a:extLst>
          </p:cNvPr>
          <p:cNvCxnSpPr/>
          <p:nvPr/>
        </p:nvCxnSpPr>
        <p:spPr>
          <a:xfrm flipV="1">
            <a:off x="3401373" y="4118615"/>
            <a:ext cx="372851" cy="220341"/>
          </a:xfrm>
          <a:prstGeom prst="line">
            <a:avLst/>
          </a:prstGeom>
          <a:ln w="285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7" name="Straight Connector 1486">
            <a:extLst>
              <a:ext uri="{FF2B5EF4-FFF2-40B4-BE49-F238E27FC236}">
                <a16:creationId xmlns:a16="http://schemas.microsoft.com/office/drawing/2014/main" id="{0915871D-411C-BB41-8D4A-0091B10D44A2}"/>
              </a:ext>
            </a:extLst>
          </p:cNvPr>
          <p:cNvCxnSpPr/>
          <p:nvPr/>
        </p:nvCxnSpPr>
        <p:spPr>
          <a:xfrm flipV="1">
            <a:off x="3392910" y="4742652"/>
            <a:ext cx="372851" cy="220341"/>
          </a:xfrm>
          <a:prstGeom prst="line">
            <a:avLst/>
          </a:prstGeom>
          <a:ln w="285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8" name="Straight Connector 1487">
            <a:extLst>
              <a:ext uri="{FF2B5EF4-FFF2-40B4-BE49-F238E27FC236}">
                <a16:creationId xmlns:a16="http://schemas.microsoft.com/office/drawing/2014/main" id="{3FAD83AB-3115-E340-BC91-E53BFDC738C6}"/>
              </a:ext>
            </a:extLst>
          </p:cNvPr>
          <p:cNvCxnSpPr/>
          <p:nvPr/>
        </p:nvCxnSpPr>
        <p:spPr>
          <a:xfrm flipV="1">
            <a:off x="4008844" y="4130282"/>
            <a:ext cx="372851" cy="220341"/>
          </a:xfrm>
          <a:prstGeom prst="line">
            <a:avLst/>
          </a:prstGeom>
          <a:ln w="285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9" name="Straight Connector 1488">
            <a:extLst>
              <a:ext uri="{FF2B5EF4-FFF2-40B4-BE49-F238E27FC236}">
                <a16:creationId xmlns:a16="http://schemas.microsoft.com/office/drawing/2014/main" id="{AC01A23D-1549-F442-B0F6-0653361600DA}"/>
              </a:ext>
            </a:extLst>
          </p:cNvPr>
          <p:cNvCxnSpPr/>
          <p:nvPr/>
        </p:nvCxnSpPr>
        <p:spPr>
          <a:xfrm flipV="1">
            <a:off x="4019392" y="4759277"/>
            <a:ext cx="372851" cy="220341"/>
          </a:xfrm>
          <a:prstGeom prst="line">
            <a:avLst/>
          </a:prstGeom>
          <a:ln w="285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0" name="Group 1499">
            <a:extLst>
              <a:ext uri="{FF2B5EF4-FFF2-40B4-BE49-F238E27FC236}">
                <a16:creationId xmlns:a16="http://schemas.microsoft.com/office/drawing/2014/main" id="{9606BD07-7B68-1744-83B1-E431A6EDC40B}"/>
              </a:ext>
            </a:extLst>
          </p:cNvPr>
          <p:cNvGrpSpPr/>
          <p:nvPr/>
        </p:nvGrpSpPr>
        <p:grpSpPr>
          <a:xfrm>
            <a:off x="3715202" y="4635422"/>
            <a:ext cx="313483" cy="281351"/>
            <a:chOff x="4905537" y="5806796"/>
            <a:chExt cx="545170" cy="494967"/>
          </a:xfrm>
          <a:solidFill>
            <a:schemeClr val="tx1"/>
          </a:solidFill>
        </p:grpSpPr>
        <p:sp>
          <p:nvSpPr>
            <p:cNvPr id="1509" name="Parallelogram 1508">
              <a:extLst>
                <a:ext uri="{FF2B5EF4-FFF2-40B4-BE49-F238E27FC236}">
                  <a16:creationId xmlns:a16="http://schemas.microsoft.com/office/drawing/2014/main" id="{DC2280C0-3378-6A46-B515-22FFC9036059}"/>
                </a:ext>
              </a:extLst>
            </p:cNvPr>
            <p:cNvSpPr/>
            <p:nvPr/>
          </p:nvSpPr>
          <p:spPr>
            <a:xfrm rot="5400000" flipH="1">
              <a:off x="5105715" y="5956769"/>
              <a:ext cx="494962" cy="195023"/>
            </a:xfrm>
            <a:prstGeom prst="parallelogram">
              <a:avLst>
                <a:gd name="adj" fmla="val 68968"/>
              </a:avLst>
            </a:prstGeom>
            <a:grpFill/>
            <a:ln w="1905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0" name="Parallelogram 1509">
              <a:extLst>
                <a:ext uri="{FF2B5EF4-FFF2-40B4-BE49-F238E27FC236}">
                  <a16:creationId xmlns:a16="http://schemas.microsoft.com/office/drawing/2014/main" id="{84D63947-09C2-0740-B48E-ADAA94624A37}"/>
                </a:ext>
              </a:extLst>
            </p:cNvPr>
            <p:cNvSpPr/>
            <p:nvPr/>
          </p:nvSpPr>
          <p:spPr>
            <a:xfrm>
              <a:off x="4905537" y="5806796"/>
              <a:ext cx="542530" cy="130197"/>
            </a:xfrm>
            <a:prstGeom prst="parallelogram">
              <a:avLst>
                <a:gd name="adj" fmla="val 153011"/>
              </a:avLst>
            </a:prstGeom>
            <a:grpFill/>
            <a:ln w="1905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8" name="Rectangle 1507">
              <a:extLst>
                <a:ext uri="{FF2B5EF4-FFF2-40B4-BE49-F238E27FC236}">
                  <a16:creationId xmlns:a16="http://schemas.microsoft.com/office/drawing/2014/main" id="{E61126E9-2D7A-8B49-92B8-D86A117DBF76}"/>
                </a:ext>
              </a:extLst>
            </p:cNvPr>
            <p:cNvSpPr/>
            <p:nvPr/>
          </p:nvSpPr>
          <p:spPr>
            <a:xfrm>
              <a:off x="4905708" y="5941763"/>
              <a:ext cx="360000" cy="360000"/>
            </a:xfrm>
            <a:prstGeom prst="rect">
              <a:avLst/>
            </a:prstGeom>
            <a:grpFill/>
            <a:ln w="1905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8" name="Rectangle 1497">
            <a:extLst>
              <a:ext uri="{FF2B5EF4-FFF2-40B4-BE49-F238E27FC236}">
                <a16:creationId xmlns:a16="http://schemas.microsoft.com/office/drawing/2014/main" id="{3123B154-0656-B64F-BA59-82CD28592F55}"/>
              </a:ext>
            </a:extLst>
          </p:cNvPr>
          <p:cNvSpPr/>
          <p:nvPr/>
        </p:nvSpPr>
        <p:spPr>
          <a:xfrm>
            <a:off x="3393686" y="4344498"/>
            <a:ext cx="628368" cy="628369"/>
          </a:xfrm>
          <a:prstGeom prst="rect">
            <a:avLst/>
          </a:prstGeom>
          <a:noFill/>
          <a:ln w="28575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1" name="Rounded Rectangle 1510">
            <a:extLst>
              <a:ext uri="{FF2B5EF4-FFF2-40B4-BE49-F238E27FC236}">
                <a16:creationId xmlns:a16="http://schemas.microsoft.com/office/drawing/2014/main" id="{5B2B2DB6-53BF-AD43-886D-3E0B207A97A5}"/>
              </a:ext>
            </a:extLst>
          </p:cNvPr>
          <p:cNvSpPr/>
          <p:nvPr/>
        </p:nvSpPr>
        <p:spPr>
          <a:xfrm>
            <a:off x="3295882" y="3925582"/>
            <a:ext cx="1205195" cy="122465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12" name="Group 1511">
            <a:extLst>
              <a:ext uri="{FF2B5EF4-FFF2-40B4-BE49-F238E27FC236}">
                <a16:creationId xmlns:a16="http://schemas.microsoft.com/office/drawing/2014/main" id="{E5230A82-B7A1-8D44-AAD3-64675E945D66}"/>
              </a:ext>
            </a:extLst>
          </p:cNvPr>
          <p:cNvGrpSpPr/>
          <p:nvPr/>
        </p:nvGrpSpPr>
        <p:grpSpPr>
          <a:xfrm>
            <a:off x="1860186" y="5319083"/>
            <a:ext cx="1205195" cy="1224654"/>
            <a:chOff x="1860186" y="5342617"/>
            <a:chExt cx="1205195" cy="1224654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21DF5C3-9F9C-D742-881F-964D53809AC5}"/>
                </a:ext>
              </a:extLst>
            </p:cNvPr>
            <p:cNvSpPr/>
            <p:nvPr/>
          </p:nvSpPr>
          <p:spPr>
            <a:xfrm>
              <a:off x="2064830" y="6371129"/>
              <a:ext cx="130127" cy="13012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FEBD874-1EB4-A240-BC0E-424C51818A99}"/>
                </a:ext>
              </a:extLst>
            </p:cNvPr>
            <p:cNvGrpSpPr/>
            <p:nvPr/>
          </p:nvGrpSpPr>
          <p:grpSpPr>
            <a:xfrm>
              <a:off x="1934898" y="5402595"/>
              <a:ext cx="557004" cy="504357"/>
              <a:chOff x="1820920" y="5346061"/>
              <a:chExt cx="642595" cy="581859"/>
            </a:xfrm>
          </p:grpSpPr>
          <p:grpSp>
            <p:nvGrpSpPr>
              <p:cNvPr id="849" name="Group 848">
                <a:extLst>
                  <a:ext uri="{FF2B5EF4-FFF2-40B4-BE49-F238E27FC236}">
                    <a16:creationId xmlns:a16="http://schemas.microsoft.com/office/drawing/2014/main" id="{4545D63F-45A2-DF4B-8EA5-6DF9CFD66B7D}"/>
                  </a:ext>
                </a:extLst>
              </p:cNvPr>
              <p:cNvGrpSpPr/>
              <p:nvPr/>
            </p:nvGrpSpPr>
            <p:grpSpPr>
              <a:xfrm>
                <a:off x="1862784" y="5379759"/>
                <a:ext cx="563170" cy="501810"/>
                <a:chOff x="4905708" y="5806796"/>
                <a:chExt cx="555491" cy="494967"/>
              </a:xfrm>
            </p:grpSpPr>
            <p:sp>
              <p:nvSpPr>
                <p:cNvPr id="850" name="Rectangle 849">
                  <a:extLst>
                    <a:ext uri="{FF2B5EF4-FFF2-40B4-BE49-F238E27FC236}">
                      <a16:creationId xmlns:a16="http://schemas.microsoft.com/office/drawing/2014/main" id="{DBDFC5BF-3C09-7E4F-B0EA-64FA5B3D041A}"/>
                    </a:ext>
                  </a:extLst>
                </p:cNvPr>
                <p:cNvSpPr/>
                <p:nvPr/>
              </p:nvSpPr>
              <p:spPr>
                <a:xfrm>
                  <a:off x="4905708" y="5941763"/>
                  <a:ext cx="360000" cy="360000"/>
                </a:xfrm>
                <a:prstGeom prst="rect">
                  <a:avLst/>
                </a:prstGeom>
                <a:solidFill>
                  <a:schemeClr val="bg1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1" name="Parallelogram 850">
                  <a:extLst>
                    <a:ext uri="{FF2B5EF4-FFF2-40B4-BE49-F238E27FC236}">
                      <a16:creationId xmlns:a16="http://schemas.microsoft.com/office/drawing/2014/main" id="{6FD180AE-65B6-614D-B4A8-3F61535C52F8}"/>
                    </a:ext>
                  </a:extLst>
                </p:cNvPr>
                <p:cNvSpPr/>
                <p:nvPr/>
              </p:nvSpPr>
              <p:spPr>
                <a:xfrm rot="5400000" flipH="1">
                  <a:off x="5116207" y="5956768"/>
                  <a:ext cx="494962" cy="195023"/>
                </a:xfrm>
                <a:prstGeom prst="parallelogram">
                  <a:avLst>
                    <a:gd name="adj" fmla="val 67413"/>
                  </a:avLst>
                </a:prstGeom>
                <a:solidFill>
                  <a:schemeClr val="bg1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2" name="Parallelogram 851">
                  <a:extLst>
                    <a:ext uri="{FF2B5EF4-FFF2-40B4-BE49-F238E27FC236}">
                      <a16:creationId xmlns:a16="http://schemas.microsoft.com/office/drawing/2014/main" id="{D939AD10-B129-3340-9A90-1792F6D44CF7}"/>
                    </a:ext>
                  </a:extLst>
                </p:cNvPr>
                <p:cNvSpPr/>
                <p:nvPr/>
              </p:nvSpPr>
              <p:spPr>
                <a:xfrm>
                  <a:off x="4908160" y="5806796"/>
                  <a:ext cx="553039" cy="130197"/>
                </a:xfrm>
                <a:prstGeom prst="parallelogram">
                  <a:avLst>
                    <a:gd name="adj" fmla="val 147599"/>
                  </a:avLst>
                </a:prstGeom>
                <a:solidFill>
                  <a:schemeClr val="bg1"/>
                </a:solidFill>
                <a:ln w="28575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55" name="Oval 854">
                <a:extLst>
                  <a:ext uri="{FF2B5EF4-FFF2-40B4-BE49-F238E27FC236}">
                    <a16:creationId xmlns:a16="http://schemas.microsoft.com/office/drawing/2014/main" id="{83944635-AF4B-7844-B9B5-74EA8EA78FF1}"/>
                  </a:ext>
                </a:extLst>
              </p:cNvPr>
              <p:cNvSpPr/>
              <p:nvPr/>
            </p:nvSpPr>
            <p:spPr>
              <a:xfrm>
                <a:off x="1820920" y="5841797"/>
                <a:ext cx="86123" cy="8612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6" name="Oval 855">
                <a:extLst>
                  <a:ext uri="{FF2B5EF4-FFF2-40B4-BE49-F238E27FC236}">
                    <a16:creationId xmlns:a16="http://schemas.microsoft.com/office/drawing/2014/main" id="{43CAF453-BE12-3444-AC41-517EC0C2D58F}"/>
                  </a:ext>
                </a:extLst>
              </p:cNvPr>
              <p:cNvSpPr/>
              <p:nvPr/>
            </p:nvSpPr>
            <p:spPr>
              <a:xfrm>
                <a:off x="2183805" y="5837653"/>
                <a:ext cx="86123" cy="8612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7" name="Oval 856">
                <a:extLst>
                  <a:ext uri="{FF2B5EF4-FFF2-40B4-BE49-F238E27FC236}">
                    <a16:creationId xmlns:a16="http://schemas.microsoft.com/office/drawing/2014/main" id="{1CEC79C6-D2E9-1648-ADF0-2A453B5D76E7}"/>
                  </a:ext>
                </a:extLst>
              </p:cNvPr>
              <p:cNvSpPr/>
              <p:nvPr/>
            </p:nvSpPr>
            <p:spPr>
              <a:xfrm>
                <a:off x="1825424" y="5473742"/>
                <a:ext cx="86123" cy="8612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4" name="Oval 863">
                <a:extLst>
                  <a:ext uri="{FF2B5EF4-FFF2-40B4-BE49-F238E27FC236}">
                    <a16:creationId xmlns:a16="http://schemas.microsoft.com/office/drawing/2014/main" id="{B578F065-2C96-F845-83B3-D9CE64C481AF}"/>
                  </a:ext>
                </a:extLst>
              </p:cNvPr>
              <p:cNvSpPr/>
              <p:nvPr/>
            </p:nvSpPr>
            <p:spPr>
              <a:xfrm>
                <a:off x="2187343" y="5475706"/>
                <a:ext cx="86123" cy="8612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5" name="Oval 864">
                <a:extLst>
                  <a:ext uri="{FF2B5EF4-FFF2-40B4-BE49-F238E27FC236}">
                    <a16:creationId xmlns:a16="http://schemas.microsoft.com/office/drawing/2014/main" id="{262974CF-3E92-7B4B-AD3C-1756210EAE6E}"/>
                  </a:ext>
                </a:extLst>
              </p:cNvPr>
              <p:cNvSpPr/>
              <p:nvPr/>
            </p:nvSpPr>
            <p:spPr>
              <a:xfrm>
                <a:off x="2018958" y="5346061"/>
                <a:ext cx="73834" cy="7383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6" name="Oval 865">
                <a:extLst>
                  <a:ext uri="{FF2B5EF4-FFF2-40B4-BE49-F238E27FC236}">
                    <a16:creationId xmlns:a16="http://schemas.microsoft.com/office/drawing/2014/main" id="{CC872CC6-1E8A-4B47-BF1C-7398AE04A1EC}"/>
                  </a:ext>
                </a:extLst>
              </p:cNvPr>
              <p:cNvSpPr/>
              <p:nvPr/>
            </p:nvSpPr>
            <p:spPr>
              <a:xfrm>
                <a:off x="2376709" y="5346432"/>
                <a:ext cx="73834" cy="7383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7" name="Oval 866">
                <a:extLst>
                  <a:ext uri="{FF2B5EF4-FFF2-40B4-BE49-F238E27FC236}">
                    <a16:creationId xmlns:a16="http://schemas.microsoft.com/office/drawing/2014/main" id="{7BFD4C18-1F32-3543-A82A-BB6A402206C5}"/>
                  </a:ext>
                </a:extLst>
              </p:cNvPr>
              <p:cNvSpPr/>
              <p:nvPr/>
            </p:nvSpPr>
            <p:spPr>
              <a:xfrm>
                <a:off x="2389681" y="5702257"/>
                <a:ext cx="73834" cy="7383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66" name="Freeform 1465">
              <a:extLst>
                <a:ext uri="{FF2B5EF4-FFF2-40B4-BE49-F238E27FC236}">
                  <a16:creationId xmlns:a16="http://schemas.microsoft.com/office/drawing/2014/main" id="{B90B92DE-67AC-3149-836D-D03880DF02A0}"/>
                </a:ext>
              </a:extLst>
            </p:cNvPr>
            <p:cNvSpPr/>
            <p:nvPr/>
          </p:nvSpPr>
          <p:spPr>
            <a:xfrm rot="21425432">
              <a:off x="2221252" y="5805505"/>
              <a:ext cx="486176" cy="594195"/>
            </a:xfrm>
            <a:custGeom>
              <a:avLst/>
              <a:gdLst>
                <a:gd name="connsiteX0" fmla="*/ 0 w 331912"/>
                <a:gd name="connsiteY0" fmla="*/ 0 h 438462"/>
                <a:gd name="connsiteX1" fmla="*/ 258580 w 331912"/>
                <a:gd name="connsiteY1" fmla="*/ 108678 h 438462"/>
                <a:gd name="connsiteX2" fmla="*/ 326036 w 331912"/>
                <a:gd name="connsiteY2" fmla="*/ 251085 h 438462"/>
                <a:gd name="connsiteX3" fmla="*/ 138659 w 331912"/>
                <a:gd name="connsiteY3" fmla="*/ 438462 h 438462"/>
                <a:gd name="connsiteX0" fmla="*/ 0 w 331912"/>
                <a:gd name="connsiteY0" fmla="*/ 0 h 442210"/>
                <a:gd name="connsiteX1" fmla="*/ 258580 w 331912"/>
                <a:gd name="connsiteY1" fmla="*/ 108678 h 442210"/>
                <a:gd name="connsiteX2" fmla="*/ 326036 w 331912"/>
                <a:gd name="connsiteY2" fmla="*/ 251085 h 442210"/>
                <a:gd name="connsiteX3" fmla="*/ 33728 w 331912"/>
                <a:gd name="connsiteY3" fmla="*/ 442210 h 442210"/>
                <a:gd name="connsiteX0" fmla="*/ 0 w 331912"/>
                <a:gd name="connsiteY0" fmla="*/ 0 h 442210"/>
                <a:gd name="connsiteX1" fmla="*/ 258580 w 331912"/>
                <a:gd name="connsiteY1" fmla="*/ 108678 h 442210"/>
                <a:gd name="connsiteX2" fmla="*/ 326036 w 331912"/>
                <a:gd name="connsiteY2" fmla="*/ 251085 h 442210"/>
                <a:gd name="connsiteX3" fmla="*/ 33728 w 331912"/>
                <a:gd name="connsiteY3" fmla="*/ 442210 h 442210"/>
                <a:gd name="connsiteX0" fmla="*/ 14990 w 297479"/>
                <a:gd name="connsiteY0" fmla="*/ 0 h 430967"/>
                <a:gd name="connsiteX1" fmla="*/ 224852 w 297479"/>
                <a:gd name="connsiteY1" fmla="*/ 97435 h 430967"/>
                <a:gd name="connsiteX2" fmla="*/ 292308 w 297479"/>
                <a:gd name="connsiteY2" fmla="*/ 239842 h 430967"/>
                <a:gd name="connsiteX3" fmla="*/ 0 w 297479"/>
                <a:gd name="connsiteY3" fmla="*/ 430967 h 430967"/>
                <a:gd name="connsiteX0" fmla="*/ 14990 w 292328"/>
                <a:gd name="connsiteY0" fmla="*/ 0 h 430967"/>
                <a:gd name="connsiteX1" fmla="*/ 292308 w 292328"/>
                <a:gd name="connsiteY1" fmla="*/ 239842 h 430967"/>
                <a:gd name="connsiteX2" fmla="*/ 0 w 292328"/>
                <a:gd name="connsiteY2" fmla="*/ 430967 h 430967"/>
                <a:gd name="connsiteX0" fmla="*/ 14990 w 294038"/>
                <a:gd name="connsiteY0" fmla="*/ 0 h 430967"/>
                <a:gd name="connsiteX1" fmla="*/ 292308 w 294038"/>
                <a:gd name="connsiteY1" fmla="*/ 239842 h 430967"/>
                <a:gd name="connsiteX2" fmla="*/ 0 w 294038"/>
                <a:gd name="connsiteY2" fmla="*/ 430967 h 430967"/>
                <a:gd name="connsiteX0" fmla="*/ 14990 w 292334"/>
                <a:gd name="connsiteY0" fmla="*/ 0 h 430967"/>
                <a:gd name="connsiteX1" fmla="*/ 292308 w 292334"/>
                <a:gd name="connsiteY1" fmla="*/ 239842 h 430967"/>
                <a:gd name="connsiteX2" fmla="*/ 0 w 292334"/>
                <a:gd name="connsiteY2" fmla="*/ 430967 h 430967"/>
                <a:gd name="connsiteX0" fmla="*/ 14990 w 292368"/>
                <a:gd name="connsiteY0" fmla="*/ 0 h 430967"/>
                <a:gd name="connsiteX1" fmla="*/ 292308 w 292368"/>
                <a:gd name="connsiteY1" fmla="*/ 239842 h 430967"/>
                <a:gd name="connsiteX2" fmla="*/ 0 w 292368"/>
                <a:gd name="connsiteY2" fmla="*/ 430967 h 430967"/>
                <a:gd name="connsiteX0" fmla="*/ 14990 w 292368"/>
                <a:gd name="connsiteY0" fmla="*/ 0 h 430967"/>
                <a:gd name="connsiteX1" fmla="*/ 292308 w 292368"/>
                <a:gd name="connsiteY1" fmla="*/ 239842 h 430967"/>
                <a:gd name="connsiteX2" fmla="*/ 0 w 292368"/>
                <a:gd name="connsiteY2" fmla="*/ 430967 h 430967"/>
                <a:gd name="connsiteX0" fmla="*/ 14990 w 292525"/>
                <a:gd name="connsiteY0" fmla="*/ 0 h 430967"/>
                <a:gd name="connsiteX1" fmla="*/ 292308 w 292525"/>
                <a:gd name="connsiteY1" fmla="*/ 239842 h 430967"/>
                <a:gd name="connsiteX2" fmla="*/ 0 w 292525"/>
                <a:gd name="connsiteY2" fmla="*/ 430967 h 430967"/>
                <a:gd name="connsiteX0" fmla="*/ 14990 w 292525"/>
                <a:gd name="connsiteY0" fmla="*/ 0 h 430967"/>
                <a:gd name="connsiteX1" fmla="*/ 292308 w 292525"/>
                <a:gd name="connsiteY1" fmla="*/ 202367 h 430967"/>
                <a:gd name="connsiteX2" fmla="*/ 0 w 292525"/>
                <a:gd name="connsiteY2" fmla="*/ 430967 h 430967"/>
                <a:gd name="connsiteX0" fmla="*/ 14990 w 297885"/>
                <a:gd name="connsiteY0" fmla="*/ 0 h 430967"/>
                <a:gd name="connsiteX1" fmla="*/ 292308 w 297885"/>
                <a:gd name="connsiteY1" fmla="*/ 202367 h 430967"/>
                <a:gd name="connsiteX2" fmla="*/ 0 w 297885"/>
                <a:gd name="connsiteY2" fmla="*/ 430967 h 430967"/>
                <a:gd name="connsiteX0" fmla="*/ 14990 w 297885"/>
                <a:gd name="connsiteY0" fmla="*/ 0 h 430967"/>
                <a:gd name="connsiteX1" fmla="*/ 292308 w 297885"/>
                <a:gd name="connsiteY1" fmla="*/ 202367 h 430967"/>
                <a:gd name="connsiteX2" fmla="*/ 0 w 297885"/>
                <a:gd name="connsiteY2" fmla="*/ 430967 h 430967"/>
                <a:gd name="connsiteX0" fmla="*/ 14990 w 297885"/>
                <a:gd name="connsiteY0" fmla="*/ 0 h 430967"/>
                <a:gd name="connsiteX1" fmla="*/ 292308 w 297885"/>
                <a:gd name="connsiteY1" fmla="*/ 202367 h 430967"/>
                <a:gd name="connsiteX2" fmla="*/ 0 w 297885"/>
                <a:gd name="connsiteY2" fmla="*/ 430967 h 430967"/>
                <a:gd name="connsiteX0" fmla="*/ 14990 w 298356"/>
                <a:gd name="connsiteY0" fmla="*/ 0 h 430967"/>
                <a:gd name="connsiteX1" fmla="*/ 292308 w 298356"/>
                <a:gd name="connsiteY1" fmla="*/ 202367 h 430967"/>
                <a:gd name="connsiteX2" fmla="*/ 0 w 298356"/>
                <a:gd name="connsiteY2" fmla="*/ 430967 h 430967"/>
                <a:gd name="connsiteX0" fmla="*/ 14990 w 298111"/>
                <a:gd name="connsiteY0" fmla="*/ 0 h 430967"/>
                <a:gd name="connsiteX1" fmla="*/ 292308 w 298111"/>
                <a:gd name="connsiteY1" fmla="*/ 202367 h 430967"/>
                <a:gd name="connsiteX2" fmla="*/ 0 w 298111"/>
                <a:gd name="connsiteY2" fmla="*/ 430967 h 430967"/>
                <a:gd name="connsiteX0" fmla="*/ 89941 w 368054"/>
                <a:gd name="connsiteY0" fmla="*/ 0 h 445958"/>
                <a:gd name="connsiteX1" fmla="*/ 367259 w 368054"/>
                <a:gd name="connsiteY1" fmla="*/ 202367 h 445958"/>
                <a:gd name="connsiteX2" fmla="*/ 0 w 368054"/>
                <a:gd name="connsiteY2" fmla="*/ 445958 h 445958"/>
                <a:gd name="connsiteX0" fmla="*/ 89941 w 368054"/>
                <a:gd name="connsiteY0" fmla="*/ 0 h 445958"/>
                <a:gd name="connsiteX1" fmla="*/ 367259 w 368054"/>
                <a:gd name="connsiteY1" fmla="*/ 202367 h 445958"/>
                <a:gd name="connsiteX2" fmla="*/ 0 w 368054"/>
                <a:gd name="connsiteY2" fmla="*/ 445958 h 445958"/>
                <a:gd name="connsiteX0" fmla="*/ 89941 w 370990"/>
                <a:gd name="connsiteY0" fmla="*/ 0 h 445958"/>
                <a:gd name="connsiteX1" fmla="*/ 367259 w 370990"/>
                <a:gd name="connsiteY1" fmla="*/ 202367 h 445958"/>
                <a:gd name="connsiteX2" fmla="*/ 0 w 370990"/>
                <a:gd name="connsiteY2" fmla="*/ 445958 h 445958"/>
                <a:gd name="connsiteX0" fmla="*/ 89941 w 393203"/>
                <a:gd name="connsiteY0" fmla="*/ 0 h 445958"/>
                <a:gd name="connsiteX1" fmla="*/ 389744 w 393203"/>
                <a:gd name="connsiteY1" fmla="*/ 179882 h 445958"/>
                <a:gd name="connsiteX2" fmla="*/ 0 w 393203"/>
                <a:gd name="connsiteY2" fmla="*/ 445958 h 445958"/>
                <a:gd name="connsiteX0" fmla="*/ 89941 w 393203"/>
                <a:gd name="connsiteY0" fmla="*/ 0 h 445958"/>
                <a:gd name="connsiteX1" fmla="*/ 389744 w 393203"/>
                <a:gd name="connsiteY1" fmla="*/ 179882 h 445958"/>
                <a:gd name="connsiteX2" fmla="*/ 0 w 393203"/>
                <a:gd name="connsiteY2" fmla="*/ 445958 h 445958"/>
                <a:gd name="connsiteX0" fmla="*/ 89941 w 400616"/>
                <a:gd name="connsiteY0" fmla="*/ 0 h 445958"/>
                <a:gd name="connsiteX1" fmla="*/ 397239 w 400616"/>
                <a:gd name="connsiteY1" fmla="*/ 198620 h 445958"/>
                <a:gd name="connsiteX2" fmla="*/ 0 w 400616"/>
                <a:gd name="connsiteY2" fmla="*/ 445958 h 445958"/>
                <a:gd name="connsiteX0" fmla="*/ 89941 w 401323"/>
                <a:gd name="connsiteY0" fmla="*/ 0 h 445958"/>
                <a:gd name="connsiteX1" fmla="*/ 397239 w 401323"/>
                <a:gd name="connsiteY1" fmla="*/ 198620 h 445958"/>
                <a:gd name="connsiteX2" fmla="*/ 0 w 401323"/>
                <a:gd name="connsiteY2" fmla="*/ 445958 h 445958"/>
                <a:gd name="connsiteX0" fmla="*/ 166953 w 400658"/>
                <a:gd name="connsiteY0" fmla="*/ 0 h 422134"/>
                <a:gd name="connsiteX1" fmla="*/ 397239 w 400658"/>
                <a:gd name="connsiteY1" fmla="*/ 174796 h 422134"/>
                <a:gd name="connsiteX2" fmla="*/ 0 w 400658"/>
                <a:gd name="connsiteY2" fmla="*/ 422134 h 422134"/>
                <a:gd name="connsiteX0" fmla="*/ 166953 w 400790"/>
                <a:gd name="connsiteY0" fmla="*/ 0 h 422134"/>
                <a:gd name="connsiteX1" fmla="*/ 397239 w 400790"/>
                <a:gd name="connsiteY1" fmla="*/ 174796 h 422134"/>
                <a:gd name="connsiteX2" fmla="*/ 0 w 400790"/>
                <a:gd name="connsiteY2" fmla="*/ 422134 h 422134"/>
                <a:gd name="connsiteX0" fmla="*/ 166953 w 386597"/>
                <a:gd name="connsiteY0" fmla="*/ 0 h 422134"/>
                <a:gd name="connsiteX1" fmla="*/ 382709 w 386597"/>
                <a:gd name="connsiteY1" fmla="*/ 208015 h 422134"/>
                <a:gd name="connsiteX2" fmla="*/ 0 w 386597"/>
                <a:gd name="connsiteY2" fmla="*/ 422134 h 422134"/>
                <a:gd name="connsiteX0" fmla="*/ 166953 w 386597"/>
                <a:gd name="connsiteY0" fmla="*/ 0 h 422134"/>
                <a:gd name="connsiteX1" fmla="*/ 382709 w 386597"/>
                <a:gd name="connsiteY1" fmla="*/ 208015 h 422134"/>
                <a:gd name="connsiteX2" fmla="*/ 0 w 386597"/>
                <a:gd name="connsiteY2" fmla="*/ 422134 h 422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6597" h="422134">
                  <a:moveTo>
                    <a:pt x="166953" y="0"/>
                  </a:moveTo>
                  <a:cubicBezTo>
                    <a:pt x="283861" y="47342"/>
                    <a:pt x="410535" y="137659"/>
                    <a:pt x="382709" y="208015"/>
                  </a:cubicBezTo>
                  <a:cubicBezTo>
                    <a:pt x="354884" y="278371"/>
                    <a:pt x="229716" y="344156"/>
                    <a:pt x="0" y="422134"/>
                  </a:cubicBezTo>
                </a:path>
              </a:pathLst>
            </a:custGeom>
            <a:noFill/>
            <a:ln w="28575" cap="rnd">
              <a:solidFill>
                <a:schemeClr val="tx1"/>
              </a:solidFill>
              <a:prstDash val="sysDot"/>
              <a:round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7" name="Rounded Rectangle 1476">
              <a:extLst>
                <a:ext uri="{FF2B5EF4-FFF2-40B4-BE49-F238E27FC236}">
                  <a16:creationId xmlns:a16="http://schemas.microsoft.com/office/drawing/2014/main" id="{4551883E-2D29-8344-9C26-9C46CEA7ECF2}"/>
                </a:ext>
              </a:extLst>
            </p:cNvPr>
            <p:cNvSpPr/>
            <p:nvPr/>
          </p:nvSpPr>
          <p:spPr>
            <a:xfrm>
              <a:off x="1860186" y="5342617"/>
              <a:ext cx="1205195" cy="1224654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73" name="Group 1472">
              <a:extLst>
                <a:ext uri="{FF2B5EF4-FFF2-40B4-BE49-F238E27FC236}">
                  <a16:creationId xmlns:a16="http://schemas.microsoft.com/office/drawing/2014/main" id="{F89B0E52-AA20-E04E-99EE-15B56E90CE9A}"/>
                </a:ext>
              </a:extLst>
            </p:cNvPr>
            <p:cNvGrpSpPr/>
            <p:nvPr/>
          </p:nvGrpSpPr>
          <p:grpSpPr>
            <a:xfrm rot="21289175">
              <a:off x="2577614" y="6030948"/>
              <a:ext cx="303355" cy="194558"/>
              <a:chOff x="2354894" y="6167257"/>
              <a:chExt cx="392209" cy="251545"/>
            </a:xfrm>
          </p:grpSpPr>
          <p:cxnSp>
            <p:nvCxnSpPr>
              <p:cNvPr id="1474" name="Straight Connector 1473">
                <a:extLst>
                  <a:ext uri="{FF2B5EF4-FFF2-40B4-BE49-F238E27FC236}">
                    <a16:creationId xmlns:a16="http://schemas.microsoft.com/office/drawing/2014/main" id="{B08C4D0D-8444-5545-B857-389E398A70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6683" y="6212304"/>
                <a:ext cx="329354" cy="170896"/>
              </a:xfrm>
              <a:prstGeom prst="line">
                <a:avLst/>
              </a:prstGeom>
              <a:ln w="76200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5" name="Oval 1474">
                <a:extLst>
                  <a:ext uri="{FF2B5EF4-FFF2-40B4-BE49-F238E27FC236}">
                    <a16:creationId xmlns:a16="http://schemas.microsoft.com/office/drawing/2014/main" id="{8016F9DF-DFC4-2547-9DB7-49D24A0C3912}"/>
                  </a:ext>
                </a:extLst>
              </p:cNvPr>
              <p:cNvSpPr/>
              <p:nvPr/>
            </p:nvSpPr>
            <p:spPr>
              <a:xfrm>
                <a:off x="2354894" y="6167257"/>
                <a:ext cx="73834" cy="73834"/>
              </a:xfrm>
              <a:prstGeom prst="ellipse">
                <a:avLst/>
              </a:prstGeom>
              <a:solidFill>
                <a:schemeClr val="tx1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6" name="Oval 1475">
                <a:extLst>
                  <a:ext uri="{FF2B5EF4-FFF2-40B4-BE49-F238E27FC236}">
                    <a16:creationId xmlns:a16="http://schemas.microsoft.com/office/drawing/2014/main" id="{B1D9C451-A847-9C43-BDB3-E106E121C926}"/>
                  </a:ext>
                </a:extLst>
              </p:cNvPr>
              <p:cNvSpPr/>
              <p:nvPr/>
            </p:nvSpPr>
            <p:spPr>
              <a:xfrm>
                <a:off x="2673269" y="6344968"/>
                <a:ext cx="73834" cy="73834"/>
              </a:xfrm>
              <a:prstGeom prst="ellipse">
                <a:avLst/>
              </a:prstGeom>
              <a:solidFill>
                <a:schemeClr val="tx1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69" name="Group 1468">
              <a:extLst>
                <a:ext uri="{FF2B5EF4-FFF2-40B4-BE49-F238E27FC236}">
                  <a16:creationId xmlns:a16="http://schemas.microsoft.com/office/drawing/2014/main" id="{5D852EA2-1A8F-2B4B-8833-5A346D53C2C4}"/>
                </a:ext>
              </a:extLst>
            </p:cNvPr>
            <p:cNvGrpSpPr/>
            <p:nvPr/>
          </p:nvGrpSpPr>
          <p:grpSpPr>
            <a:xfrm rot="215272">
              <a:off x="2367954" y="6197451"/>
              <a:ext cx="303355" cy="194558"/>
              <a:chOff x="2354894" y="6167257"/>
              <a:chExt cx="392209" cy="251545"/>
            </a:xfrm>
          </p:grpSpPr>
          <p:cxnSp>
            <p:nvCxnSpPr>
              <p:cNvPr id="1470" name="Straight Connector 1469">
                <a:extLst>
                  <a:ext uri="{FF2B5EF4-FFF2-40B4-BE49-F238E27FC236}">
                    <a16:creationId xmlns:a16="http://schemas.microsoft.com/office/drawing/2014/main" id="{9A10EF61-6A69-0B4E-943D-FECAB8CB4F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6683" y="6212304"/>
                <a:ext cx="329354" cy="170896"/>
              </a:xfrm>
              <a:prstGeom prst="line">
                <a:avLst/>
              </a:prstGeom>
              <a:ln w="101600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1" name="Oval 1470">
                <a:extLst>
                  <a:ext uri="{FF2B5EF4-FFF2-40B4-BE49-F238E27FC236}">
                    <a16:creationId xmlns:a16="http://schemas.microsoft.com/office/drawing/2014/main" id="{A8DBD35E-57BF-BA4E-90CB-57569DAEC710}"/>
                  </a:ext>
                </a:extLst>
              </p:cNvPr>
              <p:cNvSpPr/>
              <p:nvPr/>
            </p:nvSpPr>
            <p:spPr>
              <a:xfrm>
                <a:off x="2354894" y="6167257"/>
                <a:ext cx="73834" cy="73834"/>
              </a:xfrm>
              <a:prstGeom prst="ellipse">
                <a:avLst/>
              </a:prstGeom>
              <a:solidFill>
                <a:schemeClr val="tx1"/>
              </a:solidFill>
              <a:ln w="1016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2" name="Oval 1471">
                <a:extLst>
                  <a:ext uri="{FF2B5EF4-FFF2-40B4-BE49-F238E27FC236}">
                    <a16:creationId xmlns:a16="http://schemas.microsoft.com/office/drawing/2014/main" id="{B9761672-53D5-B446-8381-B7E365CFB31C}"/>
                  </a:ext>
                </a:extLst>
              </p:cNvPr>
              <p:cNvSpPr/>
              <p:nvPr/>
            </p:nvSpPr>
            <p:spPr>
              <a:xfrm>
                <a:off x="2673269" y="6344968"/>
                <a:ext cx="73834" cy="73834"/>
              </a:xfrm>
              <a:prstGeom prst="ellipse">
                <a:avLst/>
              </a:prstGeom>
              <a:solidFill>
                <a:schemeClr val="tx1"/>
              </a:solidFill>
              <a:ln w="1016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155249A-D92A-E84A-A0DA-D7AADBAABF5B}"/>
                </a:ext>
              </a:extLst>
            </p:cNvPr>
            <p:cNvGrpSpPr/>
            <p:nvPr/>
          </p:nvGrpSpPr>
          <p:grpSpPr>
            <a:xfrm>
              <a:off x="2366389" y="6194475"/>
              <a:ext cx="398453" cy="253944"/>
              <a:chOff x="2372523" y="6181489"/>
              <a:chExt cx="515163" cy="328325"/>
            </a:xfrm>
          </p:grpSpPr>
          <p:cxnSp>
            <p:nvCxnSpPr>
              <p:cNvPr id="854" name="Straight Connector 853">
                <a:extLst>
                  <a:ext uri="{FF2B5EF4-FFF2-40B4-BE49-F238E27FC236}">
                    <a16:creationId xmlns:a16="http://schemas.microsoft.com/office/drawing/2014/main" id="{CDBCFB86-948E-7147-B2C2-50C29B3FC5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6684" y="6212304"/>
                <a:ext cx="402791" cy="211526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8" name="Oval 857">
                <a:extLst>
                  <a:ext uri="{FF2B5EF4-FFF2-40B4-BE49-F238E27FC236}">
                    <a16:creationId xmlns:a16="http://schemas.microsoft.com/office/drawing/2014/main" id="{3B4050D7-EE52-C24B-A263-C309B283A9CD}"/>
                  </a:ext>
                </a:extLst>
              </p:cNvPr>
              <p:cNvSpPr/>
              <p:nvPr/>
            </p:nvSpPr>
            <p:spPr>
              <a:xfrm>
                <a:off x="2372523" y="6181489"/>
                <a:ext cx="77922" cy="779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9" name="Oval 858">
                <a:extLst>
                  <a:ext uri="{FF2B5EF4-FFF2-40B4-BE49-F238E27FC236}">
                    <a16:creationId xmlns:a16="http://schemas.microsoft.com/office/drawing/2014/main" id="{247D431D-C479-6548-8CD1-076EE4D9A838}"/>
                  </a:ext>
                </a:extLst>
              </p:cNvPr>
              <p:cNvSpPr/>
              <p:nvPr/>
            </p:nvSpPr>
            <p:spPr>
              <a:xfrm>
                <a:off x="2748064" y="6370192"/>
                <a:ext cx="139622" cy="13962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CB57188-DA1D-BB42-88BB-CDBF906D7995}"/>
                </a:ext>
              </a:extLst>
            </p:cNvPr>
            <p:cNvGrpSpPr/>
            <p:nvPr/>
          </p:nvGrpSpPr>
          <p:grpSpPr>
            <a:xfrm rot="20713736">
              <a:off x="2510345" y="5730828"/>
              <a:ext cx="493760" cy="503543"/>
              <a:chOff x="2449612" y="5510203"/>
              <a:chExt cx="603325" cy="615280"/>
            </a:xfrm>
          </p:grpSpPr>
          <p:sp>
            <p:nvSpPr>
              <p:cNvPr id="853" name="Rectangle 852">
                <a:extLst>
                  <a:ext uri="{FF2B5EF4-FFF2-40B4-BE49-F238E27FC236}">
                    <a16:creationId xmlns:a16="http://schemas.microsoft.com/office/drawing/2014/main" id="{268CD48C-DE8B-6843-B2D4-98D71A970DB3}"/>
                  </a:ext>
                </a:extLst>
              </p:cNvPr>
              <p:cNvSpPr/>
              <p:nvPr/>
            </p:nvSpPr>
            <p:spPr>
              <a:xfrm rot="1839639">
                <a:off x="2560805" y="5624703"/>
                <a:ext cx="380515" cy="380515"/>
              </a:xfrm>
              <a:prstGeom prst="rect">
                <a:avLst/>
              </a:prstGeom>
              <a:solidFill>
                <a:schemeClr val="bg1"/>
              </a:solidFill>
              <a:ln w="2857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0" name="Oval 859">
                <a:extLst>
                  <a:ext uri="{FF2B5EF4-FFF2-40B4-BE49-F238E27FC236}">
                    <a16:creationId xmlns:a16="http://schemas.microsoft.com/office/drawing/2014/main" id="{EA495402-3278-F34E-978E-6ACDA1840344}"/>
                  </a:ext>
                </a:extLst>
              </p:cNvPr>
              <p:cNvSpPr/>
              <p:nvPr/>
            </p:nvSpPr>
            <p:spPr>
              <a:xfrm>
                <a:off x="2449612" y="5837987"/>
                <a:ext cx="95736" cy="9573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1" name="Oval 860">
                <a:extLst>
                  <a:ext uri="{FF2B5EF4-FFF2-40B4-BE49-F238E27FC236}">
                    <a16:creationId xmlns:a16="http://schemas.microsoft.com/office/drawing/2014/main" id="{37DD250C-5B7C-FE49-9A34-F93FE0F3096C}"/>
                  </a:ext>
                </a:extLst>
              </p:cNvPr>
              <p:cNvSpPr/>
              <p:nvPr/>
            </p:nvSpPr>
            <p:spPr>
              <a:xfrm>
                <a:off x="2762940" y="6029747"/>
                <a:ext cx="95736" cy="9573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2" name="Oval 861">
                <a:extLst>
                  <a:ext uri="{FF2B5EF4-FFF2-40B4-BE49-F238E27FC236}">
                    <a16:creationId xmlns:a16="http://schemas.microsoft.com/office/drawing/2014/main" id="{EB2BB369-9A8B-B441-9C30-4D03A1BEAC24}"/>
                  </a:ext>
                </a:extLst>
              </p:cNvPr>
              <p:cNvSpPr/>
              <p:nvPr/>
            </p:nvSpPr>
            <p:spPr>
              <a:xfrm>
                <a:off x="2644912" y="5510203"/>
                <a:ext cx="85714" cy="8571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3" name="Oval 862">
                <a:extLst>
                  <a:ext uri="{FF2B5EF4-FFF2-40B4-BE49-F238E27FC236}">
                    <a16:creationId xmlns:a16="http://schemas.microsoft.com/office/drawing/2014/main" id="{F70C58E2-7427-9A43-A535-61D27296E78F}"/>
                  </a:ext>
                </a:extLst>
              </p:cNvPr>
              <p:cNvSpPr/>
              <p:nvPr/>
            </p:nvSpPr>
            <p:spPr>
              <a:xfrm>
                <a:off x="2957201" y="5703860"/>
                <a:ext cx="95736" cy="9573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541" name="Rectangle 1540">
            <a:extLst>
              <a:ext uri="{FF2B5EF4-FFF2-40B4-BE49-F238E27FC236}">
                <a16:creationId xmlns:a16="http://schemas.microsoft.com/office/drawing/2014/main" id="{8ACCF5BF-CEF7-6F4F-8724-094DCCDFF1F4}"/>
              </a:ext>
            </a:extLst>
          </p:cNvPr>
          <p:cNvSpPr/>
          <p:nvPr/>
        </p:nvSpPr>
        <p:spPr>
          <a:xfrm>
            <a:off x="5257118" y="3510177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4" name="Straight Connector 1563">
            <a:extLst>
              <a:ext uri="{FF2B5EF4-FFF2-40B4-BE49-F238E27FC236}">
                <a16:creationId xmlns:a16="http://schemas.microsoft.com/office/drawing/2014/main" id="{C78723CA-2268-AD44-B9F2-54BEACF68066}"/>
              </a:ext>
            </a:extLst>
          </p:cNvPr>
          <p:cNvCxnSpPr>
            <a:cxnSpLocks/>
          </p:cNvCxnSpPr>
          <p:nvPr/>
        </p:nvCxnSpPr>
        <p:spPr>
          <a:xfrm flipH="1">
            <a:off x="5499956" y="4790868"/>
            <a:ext cx="86788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57" name="Group 1556">
            <a:extLst>
              <a:ext uri="{FF2B5EF4-FFF2-40B4-BE49-F238E27FC236}">
                <a16:creationId xmlns:a16="http://schemas.microsoft.com/office/drawing/2014/main" id="{FD1DD31F-FF19-C444-AB36-4E9B618ECD6F}"/>
              </a:ext>
            </a:extLst>
          </p:cNvPr>
          <p:cNvGrpSpPr/>
          <p:nvPr/>
        </p:nvGrpSpPr>
        <p:grpSpPr>
          <a:xfrm>
            <a:off x="5684047" y="3722220"/>
            <a:ext cx="614703" cy="487177"/>
            <a:chOff x="5582051" y="3765164"/>
            <a:chExt cx="998662" cy="791481"/>
          </a:xfrm>
        </p:grpSpPr>
        <p:sp>
          <p:nvSpPr>
            <p:cNvPr id="1553" name="Terminator 1552">
              <a:extLst>
                <a:ext uri="{FF2B5EF4-FFF2-40B4-BE49-F238E27FC236}">
                  <a16:creationId xmlns:a16="http://schemas.microsoft.com/office/drawing/2014/main" id="{AD7E370D-8843-C74C-9D8D-AD6A666E992B}"/>
                </a:ext>
              </a:extLst>
            </p:cNvPr>
            <p:cNvSpPr/>
            <p:nvPr/>
          </p:nvSpPr>
          <p:spPr>
            <a:xfrm rot="3321252">
              <a:off x="5375387" y="3971828"/>
              <a:ext cx="562790" cy="149462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4" name="Terminator 1553">
              <a:extLst>
                <a:ext uri="{FF2B5EF4-FFF2-40B4-BE49-F238E27FC236}">
                  <a16:creationId xmlns:a16="http://schemas.microsoft.com/office/drawing/2014/main" id="{D2C2670E-7EEC-5F47-961B-D5DBC879091C}"/>
                </a:ext>
              </a:extLst>
            </p:cNvPr>
            <p:cNvSpPr/>
            <p:nvPr/>
          </p:nvSpPr>
          <p:spPr>
            <a:xfrm rot="19402233">
              <a:off x="6044830" y="3998827"/>
              <a:ext cx="535883" cy="149462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5" name="Delay 1554">
              <a:extLst>
                <a:ext uri="{FF2B5EF4-FFF2-40B4-BE49-F238E27FC236}">
                  <a16:creationId xmlns:a16="http://schemas.microsoft.com/office/drawing/2014/main" id="{DF72794C-8624-C44B-8436-4F06A41EA73A}"/>
                </a:ext>
              </a:extLst>
            </p:cNvPr>
            <p:cNvSpPr/>
            <p:nvPr/>
          </p:nvSpPr>
          <p:spPr>
            <a:xfrm rot="5400000">
              <a:off x="5722181" y="4137742"/>
              <a:ext cx="463184" cy="374622"/>
            </a:xfrm>
            <a:prstGeom prst="flowChartDelay">
              <a:avLst/>
            </a:prstGeom>
            <a:solidFill>
              <a:schemeClr val="tx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6" name="Oval 1555">
              <a:extLst>
                <a:ext uri="{FF2B5EF4-FFF2-40B4-BE49-F238E27FC236}">
                  <a16:creationId xmlns:a16="http://schemas.microsoft.com/office/drawing/2014/main" id="{CA9A9486-C788-BF46-949C-015D4F878183}"/>
                </a:ext>
              </a:extLst>
            </p:cNvPr>
            <p:cNvSpPr/>
            <p:nvPr/>
          </p:nvSpPr>
          <p:spPr>
            <a:xfrm>
              <a:off x="5798473" y="3815714"/>
              <a:ext cx="316756" cy="316756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61" name="Trapezium 1560">
            <a:extLst>
              <a:ext uri="{FF2B5EF4-FFF2-40B4-BE49-F238E27FC236}">
                <a16:creationId xmlns:a16="http://schemas.microsoft.com/office/drawing/2014/main" id="{567A2A05-0977-E449-A7E0-E223EB8B19E2}"/>
              </a:ext>
            </a:extLst>
          </p:cNvPr>
          <p:cNvSpPr/>
          <p:nvPr/>
        </p:nvSpPr>
        <p:spPr>
          <a:xfrm>
            <a:off x="5788025" y="4156971"/>
            <a:ext cx="269874" cy="177757"/>
          </a:xfrm>
          <a:prstGeom prst="trapezoid">
            <a:avLst>
              <a:gd name="adj" fmla="val 19911"/>
            </a:avLst>
          </a:prstGeom>
          <a:solidFill>
            <a:schemeClr val="tx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76" name="Group 1575">
            <a:extLst>
              <a:ext uri="{FF2B5EF4-FFF2-40B4-BE49-F238E27FC236}">
                <a16:creationId xmlns:a16="http://schemas.microsoft.com/office/drawing/2014/main" id="{03A669CB-E992-B84B-92ED-912B234644D1}"/>
              </a:ext>
            </a:extLst>
          </p:cNvPr>
          <p:cNvGrpSpPr/>
          <p:nvPr/>
        </p:nvGrpSpPr>
        <p:grpSpPr>
          <a:xfrm rot="3287391">
            <a:off x="6374034" y="3776377"/>
            <a:ext cx="102465" cy="362871"/>
            <a:chOff x="6390016" y="3613748"/>
            <a:chExt cx="102465" cy="362871"/>
          </a:xfrm>
        </p:grpSpPr>
        <p:sp>
          <p:nvSpPr>
            <p:cNvPr id="1571" name="Freeform 1570">
              <a:extLst>
                <a:ext uri="{FF2B5EF4-FFF2-40B4-BE49-F238E27FC236}">
                  <a16:creationId xmlns:a16="http://schemas.microsoft.com/office/drawing/2014/main" id="{8AE556FA-BBAC-ED4D-9EE1-25C4F47CBCD7}"/>
                </a:ext>
              </a:extLst>
            </p:cNvPr>
            <p:cNvSpPr/>
            <p:nvPr/>
          </p:nvSpPr>
          <p:spPr>
            <a:xfrm rot="581990">
              <a:off x="6390016" y="3751194"/>
              <a:ext cx="51819" cy="225425"/>
            </a:xfrm>
            <a:custGeom>
              <a:avLst/>
              <a:gdLst>
                <a:gd name="connsiteX0" fmla="*/ 0 w 66787"/>
                <a:gd name="connsiteY0" fmla="*/ 0 h 279400"/>
                <a:gd name="connsiteX1" fmla="*/ 66675 w 66787"/>
                <a:gd name="connsiteY1" fmla="*/ 161925 h 279400"/>
                <a:gd name="connsiteX2" fmla="*/ 12700 w 66787"/>
                <a:gd name="connsiteY2" fmla="*/ 279400 h 279400"/>
                <a:gd name="connsiteX0" fmla="*/ 0 w 66787"/>
                <a:gd name="connsiteY0" fmla="*/ 0 h 279400"/>
                <a:gd name="connsiteX1" fmla="*/ 66675 w 66787"/>
                <a:gd name="connsiteY1" fmla="*/ 161925 h 279400"/>
                <a:gd name="connsiteX2" fmla="*/ 12700 w 66787"/>
                <a:gd name="connsiteY2" fmla="*/ 279400 h 279400"/>
                <a:gd name="connsiteX0" fmla="*/ 0 w 60467"/>
                <a:gd name="connsiteY0" fmla="*/ 0 h 279400"/>
                <a:gd name="connsiteX1" fmla="*/ 60325 w 60467"/>
                <a:gd name="connsiteY1" fmla="*/ 139700 h 279400"/>
                <a:gd name="connsiteX2" fmla="*/ 12700 w 60467"/>
                <a:gd name="connsiteY2" fmla="*/ 279400 h 27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467" h="279400">
                  <a:moveTo>
                    <a:pt x="0" y="0"/>
                  </a:moveTo>
                  <a:cubicBezTo>
                    <a:pt x="41804" y="48154"/>
                    <a:pt x="58208" y="93133"/>
                    <a:pt x="60325" y="139700"/>
                  </a:cubicBezTo>
                  <a:cubicBezTo>
                    <a:pt x="62442" y="186267"/>
                    <a:pt x="40746" y="243946"/>
                    <a:pt x="12700" y="279400"/>
                  </a:cubicBezTo>
                </a:path>
              </a:pathLst>
            </a:custGeom>
            <a:noFill/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2" name="Freeform 1571">
              <a:extLst>
                <a:ext uri="{FF2B5EF4-FFF2-40B4-BE49-F238E27FC236}">
                  <a16:creationId xmlns:a16="http://schemas.microsoft.com/office/drawing/2014/main" id="{33B529B1-6E3D-4A46-80E0-57776F4F289B}"/>
                </a:ext>
              </a:extLst>
            </p:cNvPr>
            <p:cNvSpPr/>
            <p:nvPr/>
          </p:nvSpPr>
          <p:spPr>
            <a:xfrm rot="20407215">
              <a:off x="6434931" y="3613748"/>
              <a:ext cx="57550" cy="250356"/>
            </a:xfrm>
            <a:custGeom>
              <a:avLst/>
              <a:gdLst>
                <a:gd name="connsiteX0" fmla="*/ 0 w 66787"/>
                <a:gd name="connsiteY0" fmla="*/ 0 h 279400"/>
                <a:gd name="connsiteX1" fmla="*/ 66675 w 66787"/>
                <a:gd name="connsiteY1" fmla="*/ 161925 h 279400"/>
                <a:gd name="connsiteX2" fmla="*/ 12700 w 66787"/>
                <a:gd name="connsiteY2" fmla="*/ 279400 h 279400"/>
                <a:gd name="connsiteX0" fmla="*/ 0 w 66787"/>
                <a:gd name="connsiteY0" fmla="*/ 0 h 279400"/>
                <a:gd name="connsiteX1" fmla="*/ 66675 w 66787"/>
                <a:gd name="connsiteY1" fmla="*/ 161925 h 279400"/>
                <a:gd name="connsiteX2" fmla="*/ 12700 w 66787"/>
                <a:gd name="connsiteY2" fmla="*/ 279400 h 279400"/>
                <a:gd name="connsiteX0" fmla="*/ 0 w 60467"/>
                <a:gd name="connsiteY0" fmla="*/ 0 h 279400"/>
                <a:gd name="connsiteX1" fmla="*/ 60325 w 60467"/>
                <a:gd name="connsiteY1" fmla="*/ 139700 h 279400"/>
                <a:gd name="connsiteX2" fmla="*/ 12700 w 60467"/>
                <a:gd name="connsiteY2" fmla="*/ 279400 h 27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467" h="279400">
                  <a:moveTo>
                    <a:pt x="0" y="0"/>
                  </a:moveTo>
                  <a:cubicBezTo>
                    <a:pt x="41804" y="48154"/>
                    <a:pt x="58208" y="93133"/>
                    <a:pt x="60325" y="139700"/>
                  </a:cubicBezTo>
                  <a:cubicBezTo>
                    <a:pt x="62442" y="186267"/>
                    <a:pt x="40746" y="243946"/>
                    <a:pt x="12700" y="279400"/>
                  </a:cubicBezTo>
                </a:path>
              </a:pathLst>
            </a:custGeom>
            <a:noFill/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75" name="Group 1574">
            <a:extLst>
              <a:ext uri="{FF2B5EF4-FFF2-40B4-BE49-F238E27FC236}">
                <a16:creationId xmlns:a16="http://schemas.microsoft.com/office/drawing/2014/main" id="{075F9C0D-2063-E144-A720-4BD55D9A8DC6}"/>
              </a:ext>
            </a:extLst>
          </p:cNvPr>
          <p:cNvGrpSpPr/>
          <p:nvPr/>
        </p:nvGrpSpPr>
        <p:grpSpPr>
          <a:xfrm rot="20382584" flipH="1">
            <a:off x="5361095" y="3587207"/>
            <a:ext cx="81057" cy="376451"/>
            <a:chOff x="6523677" y="3752568"/>
            <a:chExt cx="81057" cy="376451"/>
          </a:xfrm>
        </p:grpSpPr>
        <p:sp>
          <p:nvSpPr>
            <p:cNvPr id="1573" name="Freeform 1572">
              <a:extLst>
                <a:ext uri="{FF2B5EF4-FFF2-40B4-BE49-F238E27FC236}">
                  <a16:creationId xmlns:a16="http://schemas.microsoft.com/office/drawing/2014/main" id="{25221C00-0831-4446-AF43-A927255D3C6C}"/>
                </a:ext>
              </a:extLst>
            </p:cNvPr>
            <p:cNvSpPr/>
            <p:nvPr/>
          </p:nvSpPr>
          <p:spPr>
            <a:xfrm rot="581990">
              <a:off x="6523677" y="3903594"/>
              <a:ext cx="51819" cy="225425"/>
            </a:xfrm>
            <a:custGeom>
              <a:avLst/>
              <a:gdLst>
                <a:gd name="connsiteX0" fmla="*/ 0 w 66787"/>
                <a:gd name="connsiteY0" fmla="*/ 0 h 279400"/>
                <a:gd name="connsiteX1" fmla="*/ 66675 w 66787"/>
                <a:gd name="connsiteY1" fmla="*/ 161925 h 279400"/>
                <a:gd name="connsiteX2" fmla="*/ 12700 w 66787"/>
                <a:gd name="connsiteY2" fmla="*/ 279400 h 279400"/>
                <a:gd name="connsiteX0" fmla="*/ 0 w 66787"/>
                <a:gd name="connsiteY0" fmla="*/ 0 h 279400"/>
                <a:gd name="connsiteX1" fmla="*/ 66675 w 66787"/>
                <a:gd name="connsiteY1" fmla="*/ 161925 h 279400"/>
                <a:gd name="connsiteX2" fmla="*/ 12700 w 66787"/>
                <a:gd name="connsiteY2" fmla="*/ 279400 h 279400"/>
                <a:gd name="connsiteX0" fmla="*/ 0 w 60467"/>
                <a:gd name="connsiteY0" fmla="*/ 0 h 279400"/>
                <a:gd name="connsiteX1" fmla="*/ 60325 w 60467"/>
                <a:gd name="connsiteY1" fmla="*/ 139700 h 279400"/>
                <a:gd name="connsiteX2" fmla="*/ 12700 w 60467"/>
                <a:gd name="connsiteY2" fmla="*/ 279400 h 27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467" h="279400">
                  <a:moveTo>
                    <a:pt x="0" y="0"/>
                  </a:moveTo>
                  <a:cubicBezTo>
                    <a:pt x="41804" y="48154"/>
                    <a:pt x="58208" y="93133"/>
                    <a:pt x="60325" y="139700"/>
                  </a:cubicBezTo>
                  <a:cubicBezTo>
                    <a:pt x="62442" y="186267"/>
                    <a:pt x="40746" y="243946"/>
                    <a:pt x="12700" y="279400"/>
                  </a:cubicBezTo>
                </a:path>
              </a:pathLst>
            </a:custGeom>
            <a:noFill/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4" name="Freeform 1573">
              <a:extLst>
                <a:ext uri="{FF2B5EF4-FFF2-40B4-BE49-F238E27FC236}">
                  <a16:creationId xmlns:a16="http://schemas.microsoft.com/office/drawing/2014/main" id="{FD9FCDEC-7BB1-2F43-9A0F-CF9BF0AC58BF}"/>
                </a:ext>
              </a:extLst>
            </p:cNvPr>
            <p:cNvSpPr/>
            <p:nvPr/>
          </p:nvSpPr>
          <p:spPr>
            <a:xfrm rot="19830119">
              <a:off x="6547184" y="3752568"/>
              <a:ext cx="57550" cy="250356"/>
            </a:xfrm>
            <a:custGeom>
              <a:avLst/>
              <a:gdLst>
                <a:gd name="connsiteX0" fmla="*/ 0 w 66787"/>
                <a:gd name="connsiteY0" fmla="*/ 0 h 279400"/>
                <a:gd name="connsiteX1" fmla="*/ 66675 w 66787"/>
                <a:gd name="connsiteY1" fmla="*/ 161925 h 279400"/>
                <a:gd name="connsiteX2" fmla="*/ 12700 w 66787"/>
                <a:gd name="connsiteY2" fmla="*/ 279400 h 279400"/>
                <a:gd name="connsiteX0" fmla="*/ 0 w 66787"/>
                <a:gd name="connsiteY0" fmla="*/ 0 h 279400"/>
                <a:gd name="connsiteX1" fmla="*/ 66675 w 66787"/>
                <a:gd name="connsiteY1" fmla="*/ 161925 h 279400"/>
                <a:gd name="connsiteX2" fmla="*/ 12700 w 66787"/>
                <a:gd name="connsiteY2" fmla="*/ 279400 h 279400"/>
                <a:gd name="connsiteX0" fmla="*/ 0 w 60467"/>
                <a:gd name="connsiteY0" fmla="*/ 0 h 279400"/>
                <a:gd name="connsiteX1" fmla="*/ 60325 w 60467"/>
                <a:gd name="connsiteY1" fmla="*/ 139700 h 279400"/>
                <a:gd name="connsiteX2" fmla="*/ 12700 w 60467"/>
                <a:gd name="connsiteY2" fmla="*/ 279400 h 27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467" h="279400">
                  <a:moveTo>
                    <a:pt x="0" y="0"/>
                  </a:moveTo>
                  <a:cubicBezTo>
                    <a:pt x="41804" y="48154"/>
                    <a:pt x="58208" y="93133"/>
                    <a:pt x="60325" y="139700"/>
                  </a:cubicBezTo>
                  <a:cubicBezTo>
                    <a:pt x="62442" y="186267"/>
                    <a:pt x="40746" y="243946"/>
                    <a:pt x="12700" y="279400"/>
                  </a:cubicBezTo>
                </a:path>
              </a:pathLst>
            </a:custGeom>
            <a:noFill/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86" name="Straight Connector 1585">
            <a:extLst>
              <a:ext uri="{FF2B5EF4-FFF2-40B4-BE49-F238E27FC236}">
                <a16:creationId xmlns:a16="http://schemas.microsoft.com/office/drawing/2014/main" id="{E33C6E7D-66B0-8A46-A9F7-8B34BEF3CCDD}"/>
              </a:ext>
            </a:extLst>
          </p:cNvPr>
          <p:cNvCxnSpPr>
            <a:cxnSpLocks/>
          </p:cNvCxnSpPr>
          <p:nvPr/>
        </p:nvCxnSpPr>
        <p:spPr>
          <a:xfrm flipH="1" flipV="1">
            <a:off x="5992011" y="4590102"/>
            <a:ext cx="3174" cy="122551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7" name="Straight Connector 1586">
            <a:extLst>
              <a:ext uri="{FF2B5EF4-FFF2-40B4-BE49-F238E27FC236}">
                <a16:creationId xmlns:a16="http://schemas.microsoft.com/office/drawing/2014/main" id="{6005AD67-F1EB-D141-A466-7170C3D5AE7E}"/>
              </a:ext>
            </a:extLst>
          </p:cNvPr>
          <p:cNvCxnSpPr>
            <a:cxnSpLocks/>
          </p:cNvCxnSpPr>
          <p:nvPr/>
        </p:nvCxnSpPr>
        <p:spPr>
          <a:xfrm flipH="1" flipV="1">
            <a:off x="5958127" y="4689990"/>
            <a:ext cx="785" cy="58104"/>
          </a:xfrm>
          <a:prstGeom prst="line">
            <a:avLst/>
          </a:prstGeom>
          <a:ln w="28575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5" name="Rectangle 1594">
            <a:extLst>
              <a:ext uri="{FF2B5EF4-FFF2-40B4-BE49-F238E27FC236}">
                <a16:creationId xmlns:a16="http://schemas.microsoft.com/office/drawing/2014/main" id="{E83D26A2-2163-724B-966C-876972B6DD1C}"/>
              </a:ext>
            </a:extLst>
          </p:cNvPr>
          <p:cNvSpPr/>
          <p:nvPr/>
        </p:nvSpPr>
        <p:spPr>
          <a:xfrm>
            <a:off x="6898642" y="3500743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96" name="Straight Connector 1595">
            <a:extLst>
              <a:ext uri="{FF2B5EF4-FFF2-40B4-BE49-F238E27FC236}">
                <a16:creationId xmlns:a16="http://schemas.microsoft.com/office/drawing/2014/main" id="{0A850B2E-8AC3-DA42-A094-EA3F3C062E82}"/>
              </a:ext>
            </a:extLst>
          </p:cNvPr>
          <p:cNvCxnSpPr>
            <a:cxnSpLocks/>
          </p:cNvCxnSpPr>
          <p:nvPr/>
        </p:nvCxnSpPr>
        <p:spPr>
          <a:xfrm flipH="1">
            <a:off x="7141480" y="4781434"/>
            <a:ext cx="86788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9" name="Terminator 1598">
            <a:extLst>
              <a:ext uri="{FF2B5EF4-FFF2-40B4-BE49-F238E27FC236}">
                <a16:creationId xmlns:a16="http://schemas.microsoft.com/office/drawing/2014/main" id="{EF42ED05-3A63-1449-B345-D77C76D3397B}"/>
              </a:ext>
            </a:extLst>
          </p:cNvPr>
          <p:cNvSpPr/>
          <p:nvPr/>
        </p:nvSpPr>
        <p:spPr>
          <a:xfrm>
            <a:off x="7733346" y="4725109"/>
            <a:ext cx="104883" cy="45719"/>
          </a:xfrm>
          <a:prstGeom prst="flowChartTerminator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1" name="Oval 1600">
            <a:extLst>
              <a:ext uri="{FF2B5EF4-FFF2-40B4-BE49-F238E27FC236}">
                <a16:creationId xmlns:a16="http://schemas.microsoft.com/office/drawing/2014/main" id="{E7B0A64A-073A-2845-B806-0C8C55F979A2}"/>
              </a:ext>
            </a:extLst>
          </p:cNvPr>
          <p:cNvSpPr/>
          <p:nvPr/>
        </p:nvSpPr>
        <p:spPr>
          <a:xfrm>
            <a:off x="7419423" y="3594356"/>
            <a:ext cx="216986" cy="216986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18" name="Group 1617">
            <a:extLst>
              <a:ext uri="{FF2B5EF4-FFF2-40B4-BE49-F238E27FC236}">
                <a16:creationId xmlns:a16="http://schemas.microsoft.com/office/drawing/2014/main" id="{32C1D7DB-D1F4-7D46-B748-89AC6264E31B}"/>
              </a:ext>
            </a:extLst>
          </p:cNvPr>
          <p:cNvGrpSpPr/>
          <p:nvPr/>
        </p:nvGrpSpPr>
        <p:grpSpPr>
          <a:xfrm rot="20669770">
            <a:off x="7249536" y="4041464"/>
            <a:ext cx="281949" cy="710928"/>
            <a:chOff x="7221030" y="4014133"/>
            <a:chExt cx="281949" cy="710928"/>
          </a:xfrm>
        </p:grpSpPr>
        <p:sp>
          <p:nvSpPr>
            <p:cNvPr id="1611" name="Terminator 1610">
              <a:extLst>
                <a:ext uri="{FF2B5EF4-FFF2-40B4-BE49-F238E27FC236}">
                  <a16:creationId xmlns:a16="http://schemas.microsoft.com/office/drawing/2014/main" id="{19972237-5725-E04A-A6C7-4FC73A96C378}"/>
                </a:ext>
              </a:extLst>
            </p:cNvPr>
            <p:cNvSpPr/>
            <p:nvPr/>
          </p:nvSpPr>
          <p:spPr>
            <a:xfrm rot="6206530">
              <a:off x="7105814" y="4550845"/>
              <a:ext cx="289432" cy="59000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2" name="Terminator 1611">
              <a:extLst>
                <a:ext uri="{FF2B5EF4-FFF2-40B4-BE49-F238E27FC236}">
                  <a16:creationId xmlns:a16="http://schemas.microsoft.com/office/drawing/2014/main" id="{3750EA07-A57D-0749-9475-E3B945562B42}"/>
                </a:ext>
              </a:extLst>
            </p:cNvPr>
            <p:cNvSpPr/>
            <p:nvPr/>
          </p:nvSpPr>
          <p:spPr>
            <a:xfrm rot="7721402">
              <a:off x="7170938" y="4237868"/>
              <a:ext cx="555776" cy="108306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00" name="Delay 1599">
            <a:extLst>
              <a:ext uri="{FF2B5EF4-FFF2-40B4-BE49-F238E27FC236}">
                <a16:creationId xmlns:a16="http://schemas.microsoft.com/office/drawing/2014/main" id="{A8B8FA59-C695-3046-AED9-5FDD32006FF0}"/>
              </a:ext>
            </a:extLst>
          </p:cNvPr>
          <p:cNvSpPr/>
          <p:nvPr/>
        </p:nvSpPr>
        <p:spPr>
          <a:xfrm rot="5400000">
            <a:off x="7423772" y="4114940"/>
            <a:ext cx="240930" cy="213795"/>
          </a:xfrm>
          <a:prstGeom prst="flowChartDelay">
            <a:avLst/>
          </a:prstGeom>
          <a:solidFill>
            <a:schemeClr val="tx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3" name="Delay 1612">
            <a:extLst>
              <a:ext uri="{FF2B5EF4-FFF2-40B4-BE49-F238E27FC236}">
                <a16:creationId xmlns:a16="http://schemas.microsoft.com/office/drawing/2014/main" id="{FE766A63-01DE-084A-8C46-EA59E4E1C031}"/>
              </a:ext>
            </a:extLst>
          </p:cNvPr>
          <p:cNvSpPr/>
          <p:nvPr/>
        </p:nvSpPr>
        <p:spPr>
          <a:xfrm rot="5400000">
            <a:off x="7408918" y="3868552"/>
            <a:ext cx="265056" cy="318513"/>
          </a:xfrm>
          <a:prstGeom prst="flowChartDelay">
            <a:avLst/>
          </a:prstGeom>
          <a:solidFill>
            <a:schemeClr val="tx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14" name="Delay 1613">
            <a:extLst>
              <a:ext uri="{FF2B5EF4-FFF2-40B4-BE49-F238E27FC236}">
                <a16:creationId xmlns:a16="http://schemas.microsoft.com/office/drawing/2014/main" id="{99B65960-EB30-244E-AF89-DDAEA5998B83}"/>
              </a:ext>
            </a:extLst>
          </p:cNvPr>
          <p:cNvSpPr/>
          <p:nvPr/>
        </p:nvSpPr>
        <p:spPr>
          <a:xfrm rot="16200000">
            <a:off x="7490481" y="3789301"/>
            <a:ext cx="90720" cy="289424"/>
          </a:xfrm>
          <a:prstGeom prst="flowChartDelay">
            <a:avLst/>
          </a:prstGeom>
          <a:solidFill>
            <a:schemeClr val="tx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21" name="Terminator 1620">
            <a:extLst>
              <a:ext uri="{FF2B5EF4-FFF2-40B4-BE49-F238E27FC236}">
                <a16:creationId xmlns:a16="http://schemas.microsoft.com/office/drawing/2014/main" id="{B0720707-ED0E-3E4E-B0EF-84465FAECF01}"/>
              </a:ext>
            </a:extLst>
          </p:cNvPr>
          <p:cNvSpPr/>
          <p:nvPr/>
        </p:nvSpPr>
        <p:spPr>
          <a:xfrm rot="1287198">
            <a:off x="7323024" y="4237595"/>
            <a:ext cx="114894" cy="272535"/>
          </a:xfrm>
          <a:prstGeom prst="flowChartTerminator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2" name="Terminator 1621">
            <a:extLst>
              <a:ext uri="{FF2B5EF4-FFF2-40B4-BE49-F238E27FC236}">
                <a16:creationId xmlns:a16="http://schemas.microsoft.com/office/drawing/2014/main" id="{354942D6-8362-F444-A02C-2AF155A6FF77}"/>
              </a:ext>
            </a:extLst>
          </p:cNvPr>
          <p:cNvSpPr/>
          <p:nvPr/>
        </p:nvSpPr>
        <p:spPr>
          <a:xfrm rot="1448344">
            <a:off x="7388806" y="4317228"/>
            <a:ext cx="104473" cy="158769"/>
          </a:xfrm>
          <a:prstGeom prst="flowChartTerminator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3" name="Terminator 1622">
            <a:extLst>
              <a:ext uri="{FF2B5EF4-FFF2-40B4-BE49-F238E27FC236}">
                <a16:creationId xmlns:a16="http://schemas.microsoft.com/office/drawing/2014/main" id="{48302ABD-D322-484F-B084-5D52D6935597}"/>
              </a:ext>
            </a:extLst>
          </p:cNvPr>
          <p:cNvSpPr/>
          <p:nvPr/>
        </p:nvSpPr>
        <p:spPr>
          <a:xfrm rot="479380">
            <a:off x="7313761" y="4562051"/>
            <a:ext cx="79848" cy="155733"/>
          </a:xfrm>
          <a:prstGeom prst="flowChartTerminator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28" name="Group 1627">
            <a:extLst>
              <a:ext uri="{FF2B5EF4-FFF2-40B4-BE49-F238E27FC236}">
                <a16:creationId xmlns:a16="http://schemas.microsoft.com/office/drawing/2014/main" id="{6BB896CD-F010-2348-820D-B71F4073F94A}"/>
              </a:ext>
            </a:extLst>
          </p:cNvPr>
          <p:cNvGrpSpPr/>
          <p:nvPr/>
        </p:nvGrpSpPr>
        <p:grpSpPr>
          <a:xfrm rot="930230" flipH="1">
            <a:off x="7533438" y="4032846"/>
            <a:ext cx="291959" cy="721263"/>
            <a:chOff x="7221030" y="4003798"/>
            <a:chExt cx="291959" cy="721263"/>
          </a:xfrm>
        </p:grpSpPr>
        <p:sp>
          <p:nvSpPr>
            <p:cNvPr id="1629" name="Terminator 1628">
              <a:extLst>
                <a:ext uri="{FF2B5EF4-FFF2-40B4-BE49-F238E27FC236}">
                  <a16:creationId xmlns:a16="http://schemas.microsoft.com/office/drawing/2014/main" id="{24768A6F-3BFF-7545-81B7-900083D1B865}"/>
                </a:ext>
              </a:extLst>
            </p:cNvPr>
            <p:cNvSpPr/>
            <p:nvPr/>
          </p:nvSpPr>
          <p:spPr>
            <a:xfrm rot="6206530">
              <a:off x="7105814" y="4550845"/>
              <a:ext cx="289432" cy="59000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0" name="Terminator 1629">
              <a:extLst>
                <a:ext uri="{FF2B5EF4-FFF2-40B4-BE49-F238E27FC236}">
                  <a16:creationId xmlns:a16="http://schemas.microsoft.com/office/drawing/2014/main" id="{A545BDA9-1D3F-2748-8BC8-CAB53F8A38CB}"/>
                </a:ext>
              </a:extLst>
            </p:cNvPr>
            <p:cNvSpPr/>
            <p:nvPr/>
          </p:nvSpPr>
          <p:spPr>
            <a:xfrm rot="7721402">
              <a:off x="7170834" y="4231268"/>
              <a:ext cx="569625" cy="114685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31" name="Delay 1630">
            <a:extLst>
              <a:ext uri="{FF2B5EF4-FFF2-40B4-BE49-F238E27FC236}">
                <a16:creationId xmlns:a16="http://schemas.microsoft.com/office/drawing/2014/main" id="{C1E22061-9CC9-0445-B722-6699A7294D6F}"/>
              </a:ext>
            </a:extLst>
          </p:cNvPr>
          <p:cNvSpPr/>
          <p:nvPr/>
        </p:nvSpPr>
        <p:spPr>
          <a:xfrm rot="16200000" flipH="1">
            <a:off x="7420859" y="4117420"/>
            <a:ext cx="240930" cy="214570"/>
          </a:xfrm>
          <a:prstGeom prst="flowChartDelay">
            <a:avLst/>
          </a:prstGeom>
          <a:solidFill>
            <a:schemeClr val="tx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32" name="Delay 1631">
            <a:extLst>
              <a:ext uri="{FF2B5EF4-FFF2-40B4-BE49-F238E27FC236}">
                <a16:creationId xmlns:a16="http://schemas.microsoft.com/office/drawing/2014/main" id="{B0BA5C38-0A9D-7F4B-B4F4-6397FAC6520E}"/>
              </a:ext>
            </a:extLst>
          </p:cNvPr>
          <p:cNvSpPr/>
          <p:nvPr/>
        </p:nvSpPr>
        <p:spPr>
          <a:xfrm rot="5400000" flipH="1">
            <a:off x="7492169" y="3792168"/>
            <a:ext cx="90720" cy="289424"/>
          </a:xfrm>
          <a:prstGeom prst="flowChartDelay">
            <a:avLst/>
          </a:prstGeom>
          <a:solidFill>
            <a:schemeClr val="tx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35" name="Terminator 1634">
            <a:extLst>
              <a:ext uri="{FF2B5EF4-FFF2-40B4-BE49-F238E27FC236}">
                <a16:creationId xmlns:a16="http://schemas.microsoft.com/office/drawing/2014/main" id="{64479AB4-8DD6-F24C-9FA4-214AF6FD940E}"/>
              </a:ext>
            </a:extLst>
          </p:cNvPr>
          <p:cNvSpPr/>
          <p:nvPr/>
        </p:nvSpPr>
        <p:spPr>
          <a:xfrm rot="20312802" flipH="1">
            <a:off x="7635303" y="4239677"/>
            <a:ext cx="119185" cy="272535"/>
          </a:xfrm>
          <a:prstGeom prst="flowChartTerminator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6" name="Terminator 1635">
            <a:extLst>
              <a:ext uri="{FF2B5EF4-FFF2-40B4-BE49-F238E27FC236}">
                <a16:creationId xmlns:a16="http://schemas.microsoft.com/office/drawing/2014/main" id="{08F09014-5705-6343-ACEC-36B18C54F977}"/>
              </a:ext>
            </a:extLst>
          </p:cNvPr>
          <p:cNvSpPr/>
          <p:nvPr/>
        </p:nvSpPr>
        <p:spPr>
          <a:xfrm rot="20151656" flipH="1">
            <a:off x="7580091" y="4320095"/>
            <a:ext cx="104473" cy="158769"/>
          </a:xfrm>
          <a:prstGeom prst="flowChartTerminator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7" name="Terminator 1636">
            <a:extLst>
              <a:ext uri="{FF2B5EF4-FFF2-40B4-BE49-F238E27FC236}">
                <a16:creationId xmlns:a16="http://schemas.microsoft.com/office/drawing/2014/main" id="{999CB1F7-5188-2B4B-B80B-59E76980BC43}"/>
              </a:ext>
            </a:extLst>
          </p:cNvPr>
          <p:cNvSpPr/>
          <p:nvPr/>
        </p:nvSpPr>
        <p:spPr>
          <a:xfrm rot="21120620" flipH="1">
            <a:off x="7684813" y="4564918"/>
            <a:ext cx="79848" cy="155733"/>
          </a:xfrm>
          <a:prstGeom prst="flowChartTerminator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9" name="Terminator 1638">
            <a:extLst>
              <a:ext uri="{FF2B5EF4-FFF2-40B4-BE49-F238E27FC236}">
                <a16:creationId xmlns:a16="http://schemas.microsoft.com/office/drawing/2014/main" id="{5729FEC4-C81A-EF4D-B39C-1B945F928E0D}"/>
              </a:ext>
            </a:extLst>
          </p:cNvPr>
          <p:cNvSpPr/>
          <p:nvPr/>
        </p:nvSpPr>
        <p:spPr>
          <a:xfrm rot="17378935" flipH="1">
            <a:off x="7575800" y="3855143"/>
            <a:ext cx="122741" cy="131553"/>
          </a:xfrm>
          <a:prstGeom prst="flowChartTerminator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1" name="Terminator 1640">
            <a:extLst>
              <a:ext uri="{FF2B5EF4-FFF2-40B4-BE49-F238E27FC236}">
                <a16:creationId xmlns:a16="http://schemas.microsoft.com/office/drawing/2014/main" id="{6CE89F03-CB7B-0A45-9BEC-12E8FFC80A0C}"/>
              </a:ext>
            </a:extLst>
          </p:cNvPr>
          <p:cNvSpPr/>
          <p:nvPr/>
        </p:nvSpPr>
        <p:spPr>
          <a:xfrm>
            <a:off x="7466545" y="3790051"/>
            <a:ext cx="122741" cy="131553"/>
          </a:xfrm>
          <a:prstGeom prst="flowChartTerminator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46" name="Group 1645">
            <a:extLst>
              <a:ext uri="{FF2B5EF4-FFF2-40B4-BE49-F238E27FC236}">
                <a16:creationId xmlns:a16="http://schemas.microsoft.com/office/drawing/2014/main" id="{CDEADBA7-CA9F-E440-865C-2D60EDB0A1EB}"/>
              </a:ext>
            </a:extLst>
          </p:cNvPr>
          <p:cNvGrpSpPr/>
          <p:nvPr/>
        </p:nvGrpSpPr>
        <p:grpSpPr>
          <a:xfrm>
            <a:off x="7028136" y="3650640"/>
            <a:ext cx="473839" cy="364543"/>
            <a:chOff x="7135174" y="3703288"/>
            <a:chExt cx="366789" cy="282186"/>
          </a:xfrm>
        </p:grpSpPr>
        <p:sp>
          <p:nvSpPr>
            <p:cNvPr id="1617" name="Terminator 1616">
              <a:extLst>
                <a:ext uri="{FF2B5EF4-FFF2-40B4-BE49-F238E27FC236}">
                  <a16:creationId xmlns:a16="http://schemas.microsoft.com/office/drawing/2014/main" id="{907FD963-70B8-9E4E-A6FD-2AD3DB986F74}"/>
                </a:ext>
              </a:extLst>
            </p:cNvPr>
            <p:cNvSpPr/>
            <p:nvPr/>
          </p:nvSpPr>
          <p:spPr>
            <a:xfrm rot="916467">
              <a:off x="7135174" y="3911422"/>
              <a:ext cx="332819" cy="60816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5" name="Terminator 1624">
              <a:extLst>
                <a:ext uri="{FF2B5EF4-FFF2-40B4-BE49-F238E27FC236}">
                  <a16:creationId xmlns:a16="http://schemas.microsoft.com/office/drawing/2014/main" id="{6C51CAEC-3C6B-F346-B4ED-C638E51394FD}"/>
                </a:ext>
              </a:extLst>
            </p:cNvPr>
            <p:cNvSpPr/>
            <p:nvPr/>
          </p:nvSpPr>
          <p:spPr>
            <a:xfrm rot="4221065">
              <a:off x="7374816" y="3852276"/>
              <a:ext cx="122741" cy="131552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45" name="Group 1644">
              <a:extLst>
                <a:ext uri="{FF2B5EF4-FFF2-40B4-BE49-F238E27FC236}">
                  <a16:creationId xmlns:a16="http://schemas.microsoft.com/office/drawing/2014/main" id="{C10C2574-8351-0C41-88A4-68EB8450C1EE}"/>
                </a:ext>
              </a:extLst>
            </p:cNvPr>
            <p:cNvGrpSpPr/>
            <p:nvPr/>
          </p:nvGrpSpPr>
          <p:grpSpPr>
            <a:xfrm>
              <a:off x="7156734" y="3703288"/>
              <a:ext cx="201476" cy="282186"/>
              <a:chOff x="7156734" y="3703288"/>
              <a:chExt cx="201476" cy="282186"/>
            </a:xfrm>
          </p:grpSpPr>
          <p:sp>
            <p:nvSpPr>
              <p:cNvPr id="1598" name="Terminator 1597">
                <a:extLst>
                  <a:ext uri="{FF2B5EF4-FFF2-40B4-BE49-F238E27FC236}">
                    <a16:creationId xmlns:a16="http://schemas.microsoft.com/office/drawing/2014/main" id="{89962C09-9E60-A94C-A979-AA04873C4AF0}"/>
                  </a:ext>
                </a:extLst>
              </p:cNvPr>
              <p:cNvSpPr/>
              <p:nvPr/>
            </p:nvSpPr>
            <p:spPr>
              <a:xfrm rot="6220339">
                <a:off x="7073190" y="3799518"/>
                <a:ext cx="212808" cy="45719"/>
              </a:xfrm>
              <a:prstGeom prst="flowChartTerminator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0" name="Terminator 1619">
                <a:extLst>
                  <a:ext uri="{FF2B5EF4-FFF2-40B4-BE49-F238E27FC236}">
                    <a16:creationId xmlns:a16="http://schemas.microsoft.com/office/drawing/2014/main" id="{B4EBACF0-5060-1244-BF81-EAC742DCA979}"/>
                  </a:ext>
                </a:extLst>
              </p:cNvPr>
              <p:cNvSpPr/>
              <p:nvPr/>
            </p:nvSpPr>
            <p:spPr>
              <a:xfrm rot="6080806">
                <a:off x="7231063" y="3858327"/>
                <a:ext cx="122741" cy="131553"/>
              </a:xfrm>
              <a:prstGeom prst="flowChartTerminator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4" name="Terminator 1623">
                <a:extLst>
                  <a:ext uri="{FF2B5EF4-FFF2-40B4-BE49-F238E27FC236}">
                    <a16:creationId xmlns:a16="http://schemas.microsoft.com/office/drawing/2014/main" id="{C9F4F48A-5AD4-7A45-A4C8-030BEFE7B241}"/>
                  </a:ext>
                </a:extLst>
              </p:cNvPr>
              <p:cNvSpPr/>
              <p:nvPr/>
            </p:nvSpPr>
            <p:spPr>
              <a:xfrm>
                <a:off x="7176999" y="3777760"/>
                <a:ext cx="45719" cy="98393"/>
              </a:xfrm>
              <a:prstGeom prst="flowChartTerminator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2" name="Oval 1641">
                <a:extLst>
                  <a:ext uri="{FF2B5EF4-FFF2-40B4-BE49-F238E27FC236}">
                    <a16:creationId xmlns:a16="http://schemas.microsoft.com/office/drawing/2014/main" id="{448E1F93-0908-774D-813A-BBF635AC142A}"/>
                  </a:ext>
                </a:extLst>
              </p:cNvPr>
              <p:cNvSpPr/>
              <p:nvPr/>
            </p:nvSpPr>
            <p:spPr>
              <a:xfrm>
                <a:off x="7183229" y="3703288"/>
                <a:ext cx="86855" cy="5994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644" name="Terminator 1643">
            <a:extLst>
              <a:ext uri="{FF2B5EF4-FFF2-40B4-BE49-F238E27FC236}">
                <a16:creationId xmlns:a16="http://schemas.microsoft.com/office/drawing/2014/main" id="{0A61CA0C-4AA1-7841-B0F8-BED87328BB88}"/>
              </a:ext>
            </a:extLst>
          </p:cNvPr>
          <p:cNvSpPr/>
          <p:nvPr/>
        </p:nvSpPr>
        <p:spPr>
          <a:xfrm>
            <a:off x="7237447" y="4725234"/>
            <a:ext cx="104883" cy="45719"/>
          </a:xfrm>
          <a:prstGeom prst="flowChartTerminator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47" name="Group 1646">
            <a:extLst>
              <a:ext uri="{FF2B5EF4-FFF2-40B4-BE49-F238E27FC236}">
                <a16:creationId xmlns:a16="http://schemas.microsoft.com/office/drawing/2014/main" id="{8C9D402C-65D1-6B40-99AB-593B62D098A5}"/>
              </a:ext>
            </a:extLst>
          </p:cNvPr>
          <p:cNvGrpSpPr/>
          <p:nvPr/>
        </p:nvGrpSpPr>
        <p:grpSpPr>
          <a:xfrm flipH="1">
            <a:off x="7541936" y="3660695"/>
            <a:ext cx="473855" cy="364543"/>
            <a:chOff x="7135174" y="3703288"/>
            <a:chExt cx="366802" cy="282186"/>
          </a:xfrm>
        </p:grpSpPr>
        <p:sp>
          <p:nvSpPr>
            <p:cNvPr id="1648" name="Terminator 1647">
              <a:extLst>
                <a:ext uri="{FF2B5EF4-FFF2-40B4-BE49-F238E27FC236}">
                  <a16:creationId xmlns:a16="http://schemas.microsoft.com/office/drawing/2014/main" id="{2AB5DC69-C805-1240-B0D0-F041C3441F3E}"/>
                </a:ext>
              </a:extLst>
            </p:cNvPr>
            <p:cNvSpPr/>
            <p:nvPr/>
          </p:nvSpPr>
          <p:spPr>
            <a:xfrm rot="916467">
              <a:off x="7135174" y="3911422"/>
              <a:ext cx="332819" cy="60816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9" name="Terminator 1648">
              <a:extLst>
                <a:ext uri="{FF2B5EF4-FFF2-40B4-BE49-F238E27FC236}">
                  <a16:creationId xmlns:a16="http://schemas.microsoft.com/office/drawing/2014/main" id="{C0EA77B1-7715-6147-9023-09EA0DA27750}"/>
                </a:ext>
              </a:extLst>
            </p:cNvPr>
            <p:cNvSpPr/>
            <p:nvPr/>
          </p:nvSpPr>
          <p:spPr>
            <a:xfrm rot="4221065">
              <a:off x="7374829" y="3852276"/>
              <a:ext cx="122741" cy="131553"/>
            </a:xfrm>
            <a:prstGeom prst="flowChartTerminator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50" name="Group 1649">
              <a:extLst>
                <a:ext uri="{FF2B5EF4-FFF2-40B4-BE49-F238E27FC236}">
                  <a16:creationId xmlns:a16="http://schemas.microsoft.com/office/drawing/2014/main" id="{F33C6A04-A0B9-B74E-9D9C-5B3158581A2C}"/>
                </a:ext>
              </a:extLst>
            </p:cNvPr>
            <p:cNvGrpSpPr/>
            <p:nvPr/>
          </p:nvGrpSpPr>
          <p:grpSpPr>
            <a:xfrm>
              <a:off x="7156734" y="3703288"/>
              <a:ext cx="201476" cy="282186"/>
              <a:chOff x="7156734" y="3703288"/>
              <a:chExt cx="201476" cy="282186"/>
            </a:xfrm>
          </p:grpSpPr>
          <p:sp>
            <p:nvSpPr>
              <p:cNvPr id="1651" name="Terminator 1650">
                <a:extLst>
                  <a:ext uri="{FF2B5EF4-FFF2-40B4-BE49-F238E27FC236}">
                    <a16:creationId xmlns:a16="http://schemas.microsoft.com/office/drawing/2014/main" id="{F1033360-E908-384D-AB02-1EDB515E135B}"/>
                  </a:ext>
                </a:extLst>
              </p:cNvPr>
              <p:cNvSpPr/>
              <p:nvPr/>
            </p:nvSpPr>
            <p:spPr>
              <a:xfrm rot="6220339">
                <a:off x="7073190" y="3799518"/>
                <a:ext cx="212808" cy="45719"/>
              </a:xfrm>
              <a:prstGeom prst="flowChartTerminator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2" name="Terminator 1651">
                <a:extLst>
                  <a:ext uri="{FF2B5EF4-FFF2-40B4-BE49-F238E27FC236}">
                    <a16:creationId xmlns:a16="http://schemas.microsoft.com/office/drawing/2014/main" id="{37A5CB21-AC45-D344-A80E-5854151B06DE}"/>
                  </a:ext>
                </a:extLst>
              </p:cNvPr>
              <p:cNvSpPr/>
              <p:nvPr/>
            </p:nvSpPr>
            <p:spPr>
              <a:xfrm rot="6080806">
                <a:off x="7231063" y="3858327"/>
                <a:ext cx="122741" cy="131553"/>
              </a:xfrm>
              <a:prstGeom prst="flowChartTerminator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3" name="Terminator 1652">
                <a:extLst>
                  <a:ext uri="{FF2B5EF4-FFF2-40B4-BE49-F238E27FC236}">
                    <a16:creationId xmlns:a16="http://schemas.microsoft.com/office/drawing/2014/main" id="{A753788C-6C2B-144D-BC1A-734D04637C2C}"/>
                  </a:ext>
                </a:extLst>
              </p:cNvPr>
              <p:cNvSpPr/>
              <p:nvPr/>
            </p:nvSpPr>
            <p:spPr>
              <a:xfrm>
                <a:off x="7176999" y="3777760"/>
                <a:ext cx="45719" cy="98393"/>
              </a:xfrm>
              <a:prstGeom prst="flowChartTerminator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4" name="Oval 1653">
                <a:extLst>
                  <a:ext uri="{FF2B5EF4-FFF2-40B4-BE49-F238E27FC236}">
                    <a16:creationId xmlns:a16="http://schemas.microsoft.com/office/drawing/2014/main" id="{6C28F703-1DFB-FD4A-A636-F9FCD5F20299}"/>
                  </a:ext>
                </a:extLst>
              </p:cNvPr>
              <p:cNvSpPr/>
              <p:nvPr/>
            </p:nvSpPr>
            <p:spPr>
              <a:xfrm>
                <a:off x="7183229" y="3703288"/>
                <a:ext cx="86855" cy="59946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655" name="Terminator 1654">
            <a:extLst>
              <a:ext uri="{FF2B5EF4-FFF2-40B4-BE49-F238E27FC236}">
                <a16:creationId xmlns:a16="http://schemas.microsoft.com/office/drawing/2014/main" id="{4877B029-4C71-C34B-8CC0-4FDAE838DB6D}"/>
              </a:ext>
            </a:extLst>
          </p:cNvPr>
          <p:cNvSpPr/>
          <p:nvPr/>
        </p:nvSpPr>
        <p:spPr>
          <a:xfrm rot="15518194" flipH="1">
            <a:off x="7596875" y="3832178"/>
            <a:ext cx="142903" cy="169948"/>
          </a:xfrm>
          <a:prstGeom prst="flowChartTerminator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6" name="Terminator 1655">
            <a:extLst>
              <a:ext uri="{FF2B5EF4-FFF2-40B4-BE49-F238E27FC236}">
                <a16:creationId xmlns:a16="http://schemas.microsoft.com/office/drawing/2014/main" id="{9D8E805D-EDBF-0942-B5CE-E2EC6BD2A5A6}"/>
              </a:ext>
            </a:extLst>
          </p:cNvPr>
          <p:cNvSpPr/>
          <p:nvPr/>
        </p:nvSpPr>
        <p:spPr>
          <a:xfrm rot="6187475">
            <a:off x="7321950" y="3827562"/>
            <a:ext cx="142903" cy="169948"/>
          </a:xfrm>
          <a:prstGeom prst="flowChartTerminator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58" name="Picture 1657">
            <a:extLst>
              <a:ext uri="{FF2B5EF4-FFF2-40B4-BE49-F238E27FC236}">
                <a16:creationId xmlns:a16="http://schemas.microsoft.com/office/drawing/2014/main" id="{54B6F904-C0C4-0744-A198-8228E4506A0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82690" y="7827098"/>
            <a:ext cx="5156200" cy="5207000"/>
          </a:xfrm>
          <a:prstGeom prst="rect">
            <a:avLst/>
          </a:prstGeom>
        </p:spPr>
      </p:pic>
      <p:pic>
        <p:nvPicPr>
          <p:cNvPr id="1659" name="Picture 1658">
            <a:extLst>
              <a:ext uri="{FF2B5EF4-FFF2-40B4-BE49-F238E27FC236}">
                <a16:creationId xmlns:a16="http://schemas.microsoft.com/office/drawing/2014/main" id="{40F1DF5E-3BB2-5442-8D1F-46B726BF215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540126" y="5069365"/>
            <a:ext cx="5168900" cy="5168900"/>
          </a:xfrm>
          <a:prstGeom prst="rect">
            <a:avLst/>
          </a:prstGeom>
        </p:spPr>
      </p:pic>
      <p:pic>
        <p:nvPicPr>
          <p:cNvPr id="1660" name="Picture 1659">
            <a:extLst>
              <a:ext uri="{FF2B5EF4-FFF2-40B4-BE49-F238E27FC236}">
                <a16:creationId xmlns:a16="http://schemas.microsoft.com/office/drawing/2014/main" id="{09FB8528-2C9B-C949-AE40-E7693B3BEE2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524458" y="-6388358"/>
            <a:ext cx="5156200" cy="5156200"/>
          </a:xfrm>
          <a:prstGeom prst="rect">
            <a:avLst/>
          </a:prstGeom>
        </p:spPr>
      </p:pic>
      <p:pic>
        <p:nvPicPr>
          <p:cNvPr id="1661" name="Picture 1660">
            <a:extLst>
              <a:ext uri="{FF2B5EF4-FFF2-40B4-BE49-F238E27FC236}">
                <a16:creationId xmlns:a16="http://schemas.microsoft.com/office/drawing/2014/main" id="{09DD7485-DE1E-C245-B1B7-1CCE030370E5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163042" y="-1141719"/>
            <a:ext cx="5118100" cy="5130800"/>
          </a:xfrm>
          <a:prstGeom prst="rect">
            <a:avLst/>
          </a:prstGeom>
        </p:spPr>
      </p:pic>
      <p:pic>
        <p:nvPicPr>
          <p:cNvPr id="1662" name="Picture 1661">
            <a:extLst>
              <a:ext uri="{FF2B5EF4-FFF2-40B4-BE49-F238E27FC236}">
                <a16:creationId xmlns:a16="http://schemas.microsoft.com/office/drawing/2014/main" id="{74BFEF0F-CDE4-AB43-A813-AC2D1EAAF7B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66161" y="8129358"/>
            <a:ext cx="5118100" cy="5143500"/>
          </a:xfrm>
          <a:prstGeom prst="rect">
            <a:avLst/>
          </a:prstGeom>
        </p:spPr>
      </p:pic>
      <p:pic>
        <p:nvPicPr>
          <p:cNvPr id="1663" name="Picture 1662">
            <a:extLst>
              <a:ext uri="{FF2B5EF4-FFF2-40B4-BE49-F238E27FC236}">
                <a16:creationId xmlns:a16="http://schemas.microsoft.com/office/drawing/2014/main" id="{EC7FCFF5-98DE-0E47-B60E-A5130CEB443D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8441408" y="5509814"/>
            <a:ext cx="5156200" cy="5181600"/>
          </a:xfrm>
          <a:prstGeom prst="rect">
            <a:avLst/>
          </a:prstGeom>
        </p:spPr>
      </p:pic>
      <p:pic>
        <p:nvPicPr>
          <p:cNvPr id="1664" name="Picture 1663">
            <a:extLst>
              <a:ext uri="{FF2B5EF4-FFF2-40B4-BE49-F238E27FC236}">
                <a16:creationId xmlns:a16="http://schemas.microsoft.com/office/drawing/2014/main" id="{B6E8DE72-5871-B54F-AC13-78C8F3FA7AA7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056668" y="7575506"/>
            <a:ext cx="5118100" cy="5181600"/>
          </a:xfrm>
          <a:prstGeom prst="rect">
            <a:avLst/>
          </a:prstGeom>
        </p:spPr>
      </p:pic>
      <p:sp>
        <p:nvSpPr>
          <p:cNvPr id="1665" name="Rectangle 1664">
            <a:extLst>
              <a:ext uri="{FF2B5EF4-FFF2-40B4-BE49-F238E27FC236}">
                <a16:creationId xmlns:a16="http://schemas.microsoft.com/office/drawing/2014/main" id="{ED71809C-4B54-F34C-9056-B2F467679C36}"/>
              </a:ext>
            </a:extLst>
          </p:cNvPr>
          <p:cNvSpPr/>
          <p:nvPr/>
        </p:nvSpPr>
        <p:spPr>
          <a:xfrm>
            <a:off x="8533623" y="3532589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6" name="Rounded Rectangle 1665">
            <a:extLst>
              <a:ext uri="{FF2B5EF4-FFF2-40B4-BE49-F238E27FC236}">
                <a16:creationId xmlns:a16="http://schemas.microsoft.com/office/drawing/2014/main" id="{D8496AFE-12DF-804D-9599-4ACE99BC4BE6}"/>
              </a:ext>
            </a:extLst>
          </p:cNvPr>
          <p:cNvSpPr/>
          <p:nvPr/>
        </p:nvSpPr>
        <p:spPr>
          <a:xfrm>
            <a:off x="8603637" y="3592874"/>
            <a:ext cx="1205195" cy="122465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6" name="Rectangle 1685">
            <a:extLst>
              <a:ext uri="{FF2B5EF4-FFF2-40B4-BE49-F238E27FC236}">
                <a16:creationId xmlns:a16="http://schemas.microsoft.com/office/drawing/2014/main" id="{E1CFF284-813A-4749-8187-41837CDECFBF}"/>
              </a:ext>
            </a:extLst>
          </p:cNvPr>
          <p:cNvSpPr/>
          <p:nvPr/>
        </p:nvSpPr>
        <p:spPr>
          <a:xfrm>
            <a:off x="10045175" y="3522611"/>
            <a:ext cx="1345224" cy="1345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87" name="Rounded Rectangle 1686">
            <a:extLst>
              <a:ext uri="{FF2B5EF4-FFF2-40B4-BE49-F238E27FC236}">
                <a16:creationId xmlns:a16="http://schemas.microsoft.com/office/drawing/2014/main" id="{545E2B57-E614-8C48-AAA7-AA937732A87B}"/>
              </a:ext>
            </a:extLst>
          </p:cNvPr>
          <p:cNvSpPr/>
          <p:nvPr/>
        </p:nvSpPr>
        <p:spPr>
          <a:xfrm>
            <a:off x="10115189" y="3582896"/>
            <a:ext cx="1205195" cy="1224654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13" name="Group 1712">
            <a:extLst>
              <a:ext uri="{FF2B5EF4-FFF2-40B4-BE49-F238E27FC236}">
                <a16:creationId xmlns:a16="http://schemas.microsoft.com/office/drawing/2014/main" id="{AA348295-0B98-FE47-93D5-5DE9E077F4B1}"/>
              </a:ext>
            </a:extLst>
          </p:cNvPr>
          <p:cNvGrpSpPr/>
          <p:nvPr/>
        </p:nvGrpSpPr>
        <p:grpSpPr>
          <a:xfrm>
            <a:off x="8690593" y="3981261"/>
            <a:ext cx="574765" cy="764137"/>
            <a:chOff x="8741601" y="2485328"/>
            <a:chExt cx="660924" cy="878683"/>
          </a:xfrm>
        </p:grpSpPr>
        <p:grpSp>
          <p:nvGrpSpPr>
            <p:cNvPr id="1711" name="Group 1710">
              <a:extLst>
                <a:ext uri="{FF2B5EF4-FFF2-40B4-BE49-F238E27FC236}">
                  <a16:creationId xmlns:a16="http://schemas.microsoft.com/office/drawing/2014/main" id="{17A6DBD2-8D2E-8440-B53A-BDCCB0ACABED}"/>
                </a:ext>
              </a:extLst>
            </p:cNvPr>
            <p:cNvGrpSpPr/>
            <p:nvPr/>
          </p:nvGrpSpPr>
          <p:grpSpPr>
            <a:xfrm>
              <a:off x="8741601" y="2485328"/>
              <a:ext cx="660924" cy="878683"/>
              <a:chOff x="8741601" y="2485328"/>
              <a:chExt cx="498021" cy="878683"/>
            </a:xfrm>
            <a:solidFill>
              <a:schemeClr val="tx1"/>
            </a:solidFill>
          </p:grpSpPr>
          <p:sp>
            <p:nvSpPr>
              <p:cNvPr id="1707" name="Can 1706">
                <a:extLst>
                  <a:ext uri="{FF2B5EF4-FFF2-40B4-BE49-F238E27FC236}">
                    <a16:creationId xmlns:a16="http://schemas.microsoft.com/office/drawing/2014/main" id="{80901073-901D-FD4E-A1D4-E64FE197543E}"/>
                  </a:ext>
                </a:extLst>
              </p:cNvPr>
              <p:cNvSpPr/>
              <p:nvPr/>
            </p:nvSpPr>
            <p:spPr>
              <a:xfrm>
                <a:off x="8741601" y="2920633"/>
                <a:ext cx="498021" cy="443378"/>
              </a:xfrm>
              <a:prstGeom prst="can">
                <a:avLst>
                  <a:gd name="adj" fmla="val 50000"/>
                </a:avLst>
              </a:prstGeom>
              <a:grp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9" name="Can 1708">
                <a:extLst>
                  <a:ext uri="{FF2B5EF4-FFF2-40B4-BE49-F238E27FC236}">
                    <a16:creationId xmlns:a16="http://schemas.microsoft.com/office/drawing/2014/main" id="{AFC68AFC-F202-814B-B4B5-02DFEA55A99D}"/>
                  </a:ext>
                </a:extLst>
              </p:cNvPr>
              <p:cNvSpPr/>
              <p:nvPr/>
            </p:nvSpPr>
            <p:spPr>
              <a:xfrm>
                <a:off x="8741601" y="2703827"/>
                <a:ext cx="498021" cy="443378"/>
              </a:xfrm>
              <a:prstGeom prst="can">
                <a:avLst>
                  <a:gd name="adj" fmla="val 50000"/>
                </a:avLst>
              </a:prstGeom>
              <a:grp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0" name="Can 1709">
                <a:extLst>
                  <a:ext uri="{FF2B5EF4-FFF2-40B4-BE49-F238E27FC236}">
                    <a16:creationId xmlns:a16="http://schemas.microsoft.com/office/drawing/2014/main" id="{AB9AF39A-652B-C84C-AFE8-61DCEF30E672}"/>
                  </a:ext>
                </a:extLst>
              </p:cNvPr>
              <p:cNvSpPr/>
              <p:nvPr/>
            </p:nvSpPr>
            <p:spPr>
              <a:xfrm>
                <a:off x="8741601" y="2485328"/>
                <a:ext cx="498021" cy="443378"/>
              </a:xfrm>
              <a:prstGeom prst="can">
                <a:avLst>
                  <a:gd name="adj" fmla="val 50000"/>
                </a:avLst>
              </a:prstGeom>
              <a:grp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12" name="Oval 1711">
              <a:extLst>
                <a:ext uri="{FF2B5EF4-FFF2-40B4-BE49-F238E27FC236}">
                  <a16:creationId xmlns:a16="http://schemas.microsoft.com/office/drawing/2014/main" id="{72FF384F-ACAE-4848-93B4-B3CA829EEBC1}"/>
                </a:ext>
              </a:extLst>
            </p:cNvPr>
            <p:cNvSpPr/>
            <p:nvPr/>
          </p:nvSpPr>
          <p:spPr>
            <a:xfrm>
              <a:off x="8759825" y="2488502"/>
              <a:ext cx="625476" cy="20518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16" name="TextBox 1715">
            <a:extLst>
              <a:ext uri="{FF2B5EF4-FFF2-40B4-BE49-F238E27FC236}">
                <a16:creationId xmlns:a16="http://schemas.microsoft.com/office/drawing/2014/main" id="{18588C48-D8C3-E941-ADA4-25C9B04C8617}"/>
              </a:ext>
            </a:extLst>
          </p:cNvPr>
          <p:cNvSpPr txBox="1"/>
          <p:nvPr/>
        </p:nvSpPr>
        <p:spPr>
          <a:xfrm>
            <a:off x="11743145" y="3255797"/>
            <a:ext cx="2885213" cy="6370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NATIONAL  BIOINFORMATICS</a:t>
            </a:r>
          </a:p>
          <a:p>
            <a:pPr>
              <a:lnSpc>
                <a:spcPts val="22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INFRASTRUCTURE  SWEDEN</a:t>
            </a:r>
          </a:p>
        </p:txBody>
      </p:sp>
      <p:grpSp>
        <p:nvGrpSpPr>
          <p:cNvPr id="1732" name="Group 1731">
            <a:extLst>
              <a:ext uri="{FF2B5EF4-FFF2-40B4-BE49-F238E27FC236}">
                <a16:creationId xmlns:a16="http://schemas.microsoft.com/office/drawing/2014/main" id="{C48AB372-087D-D848-ACA5-0C810756EB7E}"/>
              </a:ext>
            </a:extLst>
          </p:cNvPr>
          <p:cNvGrpSpPr/>
          <p:nvPr/>
        </p:nvGrpSpPr>
        <p:grpSpPr>
          <a:xfrm>
            <a:off x="9330119" y="3987800"/>
            <a:ext cx="378728" cy="724251"/>
            <a:chOff x="9297947" y="3770837"/>
            <a:chExt cx="464068" cy="887450"/>
          </a:xfrm>
        </p:grpSpPr>
        <p:grpSp>
          <p:nvGrpSpPr>
            <p:cNvPr id="1717" name="Group 1716">
              <a:extLst>
                <a:ext uri="{FF2B5EF4-FFF2-40B4-BE49-F238E27FC236}">
                  <a16:creationId xmlns:a16="http://schemas.microsoft.com/office/drawing/2014/main" id="{0A98A8C7-CD6F-0F40-82EA-DE844D070326}"/>
                </a:ext>
              </a:extLst>
            </p:cNvPr>
            <p:cNvGrpSpPr/>
            <p:nvPr/>
          </p:nvGrpSpPr>
          <p:grpSpPr>
            <a:xfrm>
              <a:off x="9362951" y="3844615"/>
              <a:ext cx="373511" cy="760420"/>
              <a:chOff x="10988436" y="1457170"/>
              <a:chExt cx="373511" cy="760420"/>
            </a:xfrm>
          </p:grpSpPr>
          <p:cxnSp>
            <p:nvCxnSpPr>
              <p:cNvPr id="1724" name="Straight Connector 1723">
                <a:extLst>
                  <a:ext uri="{FF2B5EF4-FFF2-40B4-BE49-F238E27FC236}">
                    <a16:creationId xmlns:a16="http://schemas.microsoft.com/office/drawing/2014/main" id="{CD959716-3712-5747-B852-61677EAE23E1}"/>
                  </a:ext>
                </a:extLst>
              </p:cNvPr>
              <p:cNvCxnSpPr/>
              <p:nvPr/>
            </p:nvCxnSpPr>
            <p:spPr>
              <a:xfrm>
                <a:off x="10998297" y="1457170"/>
                <a:ext cx="309039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5" name="Straight Connector 1724">
                <a:extLst>
                  <a:ext uri="{FF2B5EF4-FFF2-40B4-BE49-F238E27FC236}">
                    <a16:creationId xmlns:a16="http://schemas.microsoft.com/office/drawing/2014/main" id="{984C8160-9080-2A46-BE26-3013E5AB80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64674" y="1553509"/>
                <a:ext cx="267074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6" name="Straight Connector 1725">
                <a:extLst>
                  <a:ext uri="{FF2B5EF4-FFF2-40B4-BE49-F238E27FC236}">
                    <a16:creationId xmlns:a16="http://schemas.microsoft.com/office/drawing/2014/main" id="{942216B2-5996-A448-A864-D3918325BA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71090" y="1633010"/>
                <a:ext cx="145805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7" name="Straight Connector 1726">
                <a:extLst>
                  <a:ext uri="{FF2B5EF4-FFF2-40B4-BE49-F238E27FC236}">
                    <a16:creationId xmlns:a16="http://schemas.microsoft.com/office/drawing/2014/main" id="{054F9F40-1543-E645-AC34-0091DEF057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44875" y="1854310"/>
                <a:ext cx="317072" cy="668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8" name="Straight Connector 1727">
                <a:extLst>
                  <a:ext uri="{FF2B5EF4-FFF2-40B4-BE49-F238E27FC236}">
                    <a16:creationId xmlns:a16="http://schemas.microsoft.com/office/drawing/2014/main" id="{7A4BCF29-B974-8342-932C-9CB87DFBCE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10032" y="1946804"/>
                <a:ext cx="259071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9" name="Straight Connector 1728">
                <a:extLst>
                  <a:ext uri="{FF2B5EF4-FFF2-40B4-BE49-F238E27FC236}">
                    <a16:creationId xmlns:a16="http://schemas.microsoft.com/office/drawing/2014/main" id="{DDA6AA61-ED8A-8D4F-A2C3-4ACB154C27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07847" y="2038374"/>
                <a:ext cx="156117" cy="706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0" name="Straight Connector 1729">
                <a:extLst>
                  <a:ext uri="{FF2B5EF4-FFF2-40B4-BE49-F238E27FC236}">
                    <a16:creationId xmlns:a16="http://schemas.microsoft.com/office/drawing/2014/main" id="{F93BAE58-C9EA-824E-86D4-98568A634C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988436" y="2217500"/>
                <a:ext cx="150039" cy="9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1" name="Straight Connector 1730">
                <a:extLst>
                  <a:ext uri="{FF2B5EF4-FFF2-40B4-BE49-F238E27FC236}">
                    <a16:creationId xmlns:a16="http://schemas.microsoft.com/office/drawing/2014/main" id="{CF38424F-993C-A545-BDEA-A9F58B6123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45386" y="1772622"/>
                <a:ext cx="145805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18" name="Group 1717">
              <a:extLst>
                <a:ext uri="{FF2B5EF4-FFF2-40B4-BE49-F238E27FC236}">
                  <a16:creationId xmlns:a16="http://schemas.microsoft.com/office/drawing/2014/main" id="{8102BAA4-243B-DB4E-9341-983A01E66C23}"/>
                </a:ext>
              </a:extLst>
            </p:cNvPr>
            <p:cNvGrpSpPr/>
            <p:nvPr/>
          </p:nvGrpSpPr>
          <p:grpSpPr>
            <a:xfrm>
              <a:off x="9297947" y="3770837"/>
              <a:ext cx="464068" cy="887450"/>
              <a:chOff x="10923432" y="1383392"/>
              <a:chExt cx="464068" cy="887450"/>
            </a:xfrm>
            <a:noFill/>
          </p:grpSpPr>
          <p:sp>
            <p:nvSpPr>
              <p:cNvPr id="1719" name="Freeform 1718">
                <a:extLst>
                  <a:ext uri="{FF2B5EF4-FFF2-40B4-BE49-F238E27FC236}">
                    <a16:creationId xmlns:a16="http://schemas.microsoft.com/office/drawing/2014/main" id="{5AF92699-4B63-F44A-AD7B-E55FB463196C}"/>
                  </a:ext>
                </a:extLst>
              </p:cNvPr>
              <p:cNvSpPr/>
              <p:nvPr/>
            </p:nvSpPr>
            <p:spPr>
              <a:xfrm rot="450225">
                <a:off x="10926428" y="1443838"/>
                <a:ext cx="461072" cy="391734"/>
              </a:xfrm>
              <a:custGeom>
                <a:avLst/>
                <a:gdLst>
                  <a:gd name="connsiteX0" fmla="*/ 316117 w 392583"/>
                  <a:gd name="connsiteY0" fmla="*/ 672260 h 672260"/>
                  <a:gd name="connsiteX1" fmla="*/ 697 w 392583"/>
                  <a:gd name="connsiteY1" fmla="*/ 407816 h 672260"/>
                  <a:gd name="connsiteX2" fmla="*/ 392583 w 392583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5502 w 391968"/>
                  <a:gd name="connsiteY0" fmla="*/ 672260 h 672260"/>
                  <a:gd name="connsiteX1" fmla="*/ 82 w 391968"/>
                  <a:gd name="connsiteY1" fmla="*/ 401503 h 672260"/>
                  <a:gd name="connsiteX2" fmla="*/ 391968 w 391968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238 w 312238"/>
                  <a:gd name="connsiteY0" fmla="*/ 830067 h 830067"/>
                  <a:gd name="connsiteX1" fmla="*/ 4 w 312238"/>
                  <a:gd name="connsiteY1" fmla="*/ 543530 h 830067"/>
                  <a:gd name="connsiteX2" fmla="*/ 305866 w 312238"/>
                  <a:gd name="connsiteY2" fmla="*/ 0 h 830067"/>
                  <a:gd name="connsiteX0" fmla="*/ 312236 w 357087"/>
                  <a:gd name="connsiteY0" fmla="*/ 830067 h 830067"/>
                  <a:gd name="connsiteX1" fmla="*/ 2 w 357087"/>
                  <a:gd name="connsiteY1" fmla="*/ 543530 h 830067"/>
                  <a:gd name="connsiteX2" fmla="*/ 305864 w 357087"/>
                  <a:gd name="connsiteY2" fmla="*/ 0 h 830067"/>
                  <a:gd name="connsiteX0" fmla="*/ 143376 w 205586"/>
                  <a:gd name="connsiteY0" fmla="*/ 830067 h 830067"/>
                  <a:gd name="connsiteX1" fmla="*/ 3 w 205586"/>
                  <a:gd name="connsiteY1" fmla="*/ 379411 h 830067"/>
                  <a:gd name="connsiteX2" fmla="*/ 137004 w 205586"/>
                  <a:gd name="connsiteY2" fmla="*/ 0 h 830067"/>
                  <a:gd name="connsiteX0" fmla="*/ 224869 w 319879"/>
                  <a:gd name="connsiteY0" fmla="*/ 830067 h 830067"/>
                  <a:gd name="connsiteX1" fmla="*/ 81496 w 319879"/>
                  <a:gd name="connsiteY1" fmla="*/ 379411 h 830067"/>
                  <a:gd name="connsiteX2" fmla="*/ 218497 w 319879"/>
                  <a:gd name="connsiteY2" fmla="*/ 0 h 830067"/>
                  <a:gd name="connsiteX0" fmla="*/ 232338 w 324861"/>
                  <a:gd name="connsiteY0" fmla="*/ 830067 h 830067"/>
                  <a:gd name="connsiteX1" fmla="*/ 79407 w 324861"/>
                  <a:gd name="connsiteY1" fmla="*/ 366786 h 830067"/>
                  <a:gd name="connsiteX2" fmla="*/ 225966 w 324861"/>
                  <a:gd name="connsiteY2" fmla="*/ 0 h 830067"/>
                  <a:gd name="connsiteX0" fmla="*/ 232338 w 293712"/>
                  <a:gd name="connsiteY0" fmla="*/ 830067 h 830067"/>
                  <a:gd name="connsiteX1" fmla="*/ 79407 w 293712"/>
                  <a:gd name="connsiteY1" fmla="*/ 366786 h 830067"/>
                  <a:gd name="connsiteX2" fmla="*/ 225966 w 293712"/>
                  <a:gd name="connsiteY2" fmla="*/ 0 h 830067"/>
                  <a:gd name="connsiteX0" fmla="*/ 308025 w 369399"/>
                  <a:gd name="connsiteY0" fmla="*/ 830067 h 830067"/>
                  <a:gd name="connsiteX1" fmla="*/ 155094 w 369399"/>
                  <a:gd name="connsiteY1" fmla="*/ 366786 h 830067"/>
                  <a:gd name="connsiteX2" fmla="*/ 301653 w 369399"/>
                  <a:gd name="connsiteY2" fmla="*/ 0 h 830067"/>
                  <a:gd name="connsiteX0" fmla="*/ 299189 w 360563"/>
                  <a:gd name="connsiteY0" fmla="*/ 830067 h 830067"/>
                  <a:gd name="connsiteX1" fmla="*/ 146258 w 360563"/>
                  <a:gd name="connsiteY1" fmla="*/ 366786 h 830067"/>
                  <a:gd name="connsiteX2" fmla="*/ 292817 w 360563"/>
                  <a:gd name="connsiteY2" fmla="*/ 0 h 830067"/>
                  <a:gd name="connsiteX0" fmla="*/ 299189 w 364810"/>
                  <a:gd name="connsiteY0" fmla="*/ 830067 h 830067"/>
                  <a:gd name="connsiteX1" fmla="*/ 146258 w 364810"/>
                  <a:gd name="connsiteY1" fmla="*/ 366786 h 830067"/>
                  <a:gd name="connsiteX2" fmla="*/ 292817 w 364810"/>
                  <a:gd name="connsiteY2" fmla="*/ 0 h 830067"/>
                  <a:gd name="connsiteX0" fmla="*/ 299189 w 299189"/>
                  <a:gd name="connsiteY0" fmla="*/ 463281 h 463281"/>
                  <a:gd name="connsiteX1" fmla="*/ 146258 w 299189"/>
                  <a:gd name="connsiteY1" fmla="*/ 0 h 463281"/>
                  <a:gd name="connsiteX0" fmla="*/ 402035 w 402035"/>
                  <a:gd name="connsiteY0" fmla="*/ 232853 h 232853"/>
                  <a:gd name="connsiteX1" fmla="*/ 93356 w 402035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61072" h="388056">
                    <a:moveTo>
                      <a:pt x="461072" y="388056"/>
                    </a:moveTo>
                    <a:cubicBezTo>
                      <a:pt x="382170" y="168899"/>
                      <a:pt x="85808" y="204240"/>
                      <a:pt x="0" y="0"/>
                    </a:cubicBezTo>
                  </a:path>
                </a:pathLst>
              </a:custGeom>
              <a:grpFill/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2540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20" name="Freeform 1719">
                <a:extLst>
                  <a:ext uri="{FF2B5EF4-FFF2-40B4-BE49-F238E27FC236}">
                    <a16:creationId xmlns:a16="http://schemas.microsoft.com/office/drawing/2014/main" id="{E0A13004-B74F-3F44-BED3-F6C769199F75}"/>
                  </a:ext>
                </a:extLst>
              </p:cNvPr>
              <p:cNvSpPr/>
              <p:nvPr/>
            </p:nvSpPr>
            <p:spPr>
              <a:xfrm rot="575787">
                <a:off x="10951191" y="2032131"/>
                <a:ext cx="354149" cy="238711"/>
              </a:xfrm>
              <a:custGeom>
                <a:avLst/>
                <a:gdLst>
                  <a:gd name="connsiteX0" fmla="*/ 316117 w 392583"/>
                  <a:gd name="connsiteY0" fmla="*/ 672260 h 672260"/>
                  <a:gd name="connsiteX1" fmla="*/ 697 w 392583"/>
                  <a:gd name="connsiteY1" fmla="*/ 407816 h 672260"/>
                  <a:gd name="connsiteX2" fmla="*/ 392583 w 392583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5502 w 391968"/>
                  <a:gd name="connsiteY0" fmla="*/ 672260 h 672260"/>
                  <a:gd name="connsiteX1" fmla="*/ 82 w 391968"/>
                  <a:gd name="connsiteY1" fmla="*/ 401503 h 672260"/>
                  <a:gd name="connsiteX2" fmla="*/ 391968 w 391968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238 w 312238"/>
                  <a:gd name="connsiteY0" fmla="*/ 830067 h 830067"/>
                  <a:gd name="connsiteX1" fmla="*/ 4 w 312238"/>
                  <a:gd name="connsiteY1" fmla="*/ 543530 h 830067"/>
                  <a:gd name="connsiteX2" fmla="*/ 305866 w 312238"/>
                  <a:gd name="connsiteY2" fmla="*/ 0 h 830067"/>
                  <a:gd name="connsiteX0" fmla="*/ 312236 w 357087"/>
                  <a:gd name="connsiteY0" fmla="*/ 830067 h 830067"/>
                  <a:gd name="connsiteX1" fmla="*/ 2 w 357087"/>
                  <a:gd name="connsiteY1" fmla="*/ 543530 h 830067"/>
                  <a:gd name="connsiteX2" fmla="*/ 305864 w 357087"/>
                  <a:gd name="connsiteY2" fmla="*/ 0 h 830067"/>
                  <a:gd name="connsiteX0" fmla="*/ 143376 w 205586"/>
                  <a:gd name="connsiteY0" fmla="*/ 830067 h 830067"/>
                  <a:gd name="connsiteX1" fmla="*/ 3 w 205586"/>
                  <a:gd name="connsiteY1" fmla="*/ 379411 h 830067"/>
                  <a:gd name="connsiteX2" fmla="*/ 137004 w 205586"/>
                  <a:gd name="connsiteY2" fmla="*/ 0 h 830067"/>
                  <a:gd name="connsiteX0" fmla="*/ 224869 w 319879"/>
                  <a:gd name="connsiteY0" fmla="*/ 830067 h 830067"/>
                  <a:gd name="connsiteX1" fmla="*/ 81496 w 319879"/>
                  <a:gd name="connsiteY1" fmla="*/ 379411 h 830067"/>
                  <a:gd name="connsiteX2" fmla="*/ 218497 w 319879"/>
                  <a:gd name="connsiteY2" fmla="*/ 0 h 830067"/>
                  <a:gd name="connsiteX0" fmla="*/ 232338 w 324861"/>
                  <a:gd name="connsiteY0" fmla="*/ 830067 h 830067"/>
                  <a:gd name="connsiteX1" fmla="*/ 79407 w 324861"/>
                  <a:gd name="connsiteY1" fmla="*/ 366786 h 830067"/>
                  <a:gd name="connsiteX2" fmla="*/ 225966 w 324861"/>
                  <a:gd name="connsiteY2" fmla="*/ 0 h 830067"/>
                  <a:gd name="connsiteX0" fmla="*/ 232338 w 293712"/>
                  <a:gd name="connsiteY0" fmla="*/ 830067 h 830067"/>
                  <a:gd name="connsiteX1" fmla="*/ 79407 w 293712"/>
                  <a:gd name="connsiteY1" fmla="*/ 366786 h 830067"/>
                  <a:gd name="connsiteX2" fmla="*/ 225966 w 293712"/>
                  <a:gd name="connsiteY2" fmla="*/ 0 h 830067"/>
                  <a:gd name="connsiteX0" fmla="*/ 308025 w 369399"/>
                  <a:gd name="connsiteY0" fmla="*/ 830067 h 830067"/>
                  <a:gd name="connsiteX1" fmla="*/ 155094 w 369399"/>
                  <a:gd name="connsiteY1" fmla="*/ 366786 h 830067"/>
                  <a:gd name="connsiteX2" fmla="*/ 301653 w 369399"/>
                  <a:gd name="connsiteY2" fmla="*/ 0 h 830067"/>
                  <a:gd name="connsiteX0" fmla="*/ 299189 w 360563"/>
                  <a:gd name="connsiteY0" fmla="*/ 830067 h 830067"/>
                  <a:gd name="connsiteX1" fmla="*/ 146258 w 360563"/>
                  <a:gd name="connsiteY1" fmla="*/ 366786 h 830067"/>
                  <a:gd name="connsiteX2" fmla="*/ 292817 w 360563"/>
                  <a:gd name="connsiteY2" fmla="*/ 0 h 830067"/>
                  <a:gd name="connsiteX0" fmla="*/ 299189 w 364810"/>
                  <a:gd name="connsiteY0" fmla="*/ 830067 h 830067"/>
                  <a:gd name="connsiteX1" fmla="*/ 146258 w 364810"/>
                  <a:gd name="connsiteY1" fmla="*/ 366786 h 830067"/>
                  <a:gd name="connsiteX2" fmla="*/ 292817 w 364810"/>
                  <a:gd name="connsiteY2" fmla="*/ 0 h 830067"/>
                  <a:gd name="connsiteX0" fmla="*/ 299189 w 299189"/>
                  <a:gd name="connsiteY0" fmla="*/ 463281 h 463281"/>
                  <a:gd name="connsiteX1" fmla="*/ 146258 w 299189"/>
                  <a:gd name="connsiteY1" fmla="*/ 0 h 463281"/>
                  <a:gd name="connsiteX0" fmla="*/ 402035 w 402035"/>
                  <a:gd name="connsiteY0" fmla="*/ 232853 h 232853"/>
                  <a:gd name="connsiteX1" fmla="*/ 93356 w 402035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354149 w 354149"/>
                  <a:gd name="connsiteY0" fmla="*/ 236470 h 236470"/>
                  <a:gd name="connsiteX1" fmla="*/ 0 w 354149"/>
                  <a:gd name="connsiteY1" fmla="*/ 0 h 236470"/>
                  <a:gd name="connsiteX0" fmla="*/ 354149 w 354149"/>
                  <a:gd name="connsiteY0" fmla="*/ 236470 h 236470"/>
                  <a:gd name="connsiteX1" fmla="*/ 0 w 354149"/>
                  <a:gd name="connsiteY1" fmla="*/ 0 h 23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4149" h="236470">
                    <a:moveTo>
                      <a:pt x="354149" y="236470"/>
                    </a:moveTo>
                    <a:cubicBezTo>
                      <a:pt x="288485" y="165205"/>
                      <a:pt x="85808" y="204240"/>
                      <a:pt x="0" y="0"/>
                    </a:cubicBezTo>
                  </a:path>
                </a:pathLst>
              </a:custGeom>
              <a:grpFill/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2540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21" name="Freeform 1720">
                <a:extLst>
                  <a:ext uri="{FF2B5EF4-FFF2-40B4-BE49-F238E27FC236}">
                    <a16:creationId xmlns:a16="http://schemas.microsoft.com/office/drawing/2014/main" id="{F633759D-853A-E745-A28D-C6A0DDE52559}"/>
                  </a:ext>
                </a:extLst>
              </p:cNvPr>
              <p:cNvSpPr/>
              <p:nvPr/>
            </p:nvSpPr>
            <p:spPr>
              <a:xfrm rot="450225">
                <a:off x="11228790" y="1383392"/>
                <a:ext cx="127118" cy="149713"/>
              </a:xfrm>
              <a:custGeom>
                <a:avLst/>
                <a:gdLst>
                  <a:gd name="connsiteX0" fmla="*/ 316117 w 392583"/>
                  <a:gd name="connsiteY0" fmla="*/ 672260 h 672260"/>
                  <a:gd name="connsiteX1" fmla="*/ 697 w 392583"/>
                  <a:gd name="connsiteY1" fmla="*/ 407816 h 672260"/>
                  <a:gd name="connsiteX2" fmla="*/ 392583 w 392583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5502 w 391968"/>
                  <a:gd name="connsiteY0" fmla="*/ 672260 h 672260"/>
                  <a:gd name="connsiteX1" fmla="*/ 82 w 391968"/>
                  <a:gd name="connsiteY1" fmla="*/ 401503 h 672260"/>
                  <a:gd name="connsiteX2" fmla="*/ 391968 w 391968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238 w 312238"/>
                  <a:gd name="connsiteY0" fmla="*/ 830067 h 830067"/>
                  <a:gd name="connsiteX1" fmla="*/ 4 w 312238"/>
                  <a:gd name="connsiteY1" fmla="*/ 543530 h 830067"/>
                  <a:gd name="connsiteX2" fmla="*/ 305866 w 312238"/>
                  <a:gd name="connsiteY2" fmla="*/ 0 h 830067"/>
                  <a:gd name="connsiteX0" fmla="*/ 312236 w 357087"/>
                  <a:gd name="connsiteY0" fmla="*/ 830067 h 830067"/>
                  <a:gd name="connsiteX1" fmla="*/ 2 w 357087"/>
                  <a:gd name="connsiteY1" fmla="*/ 543530 h 830067"/>
                  <a:gd name="connsiteX2" fmla="*/ 305864 w 357087"/>
                  <a:gd name="connsiteY2" fmla="*/ 0 h 830067"/>
                  <a:gd name="connsiteX0" fmla="*/ 143376 w 205586"/>
                  <a:gd name="connsiteY0" fmla="*/ 830067 h 830067"/>
                  <a:gd name="connsiteX1" fmla="*/ 3 w 205586"/>
                  <a:gd name="connsiteY1" fmla="*/ 379411 h 830067"/>
                  <a:gd name="connsiteX2" fmla="*/ 137004 w 205586"/>
                  <a:gd name="connsiteY2" fmla="*/ 0 h 830067"/>
                  <a:gd name="connsiteX0" fmla="*/ 224869 w 319879"/>
                  <a:gd name="connsiteY0" fmla="*/ 830067 h 830067"/>
                  <a:gd name="connsiteX1" fmla="*/ 81496 w 319879"/>
                  <a:gd name="connsiteY1" fmla="*/ 379411 h 830067"/>
                  <a:gd name="connsiteX2" fmla="*/ 218497 w 319879"/>
                  <a:gd name="connsiteY2" fmla="*/ 0 h 830067"/>
                  <a:gd name="connsiteX0" fmla="*/ 232338 w 324861"/>
                  <a:gd name="connsiteY0" fmla="*/ 830067 h 830067"/>
                  <a:gd name="connsiteX1" fmla="*/ 79407 w 324861"/>
                  <a:gd name="connsiteY1" fmla="*/ 366786 h 830067"/>
                  <a:gd name="connsiteX2" fmla="*/ 225966 w 324861"/>
                  <a:gd name="connsiteY2" fmla="*/ 0 h 830067"/>
                  <a:gd name="connsiteX0" fmla="*/ 232338 w 293712"/>
                  <a:gd name="connsiteY0" fmla="*/ 830067 h 830067"/>
                  <a:gd name="connsiteX1" fmla="*/ 79407 w 293712"/>
                  <a:gd name="connsiteY1" fmla="*/ 366786 h 830067"/>
                  <a:gd name="connsiteX2" fmla="*/ 225966 w 293712"/>
                  <a:gd name="connsiteY2" fmla="*/ 0 h 830067"/>
                  <a:gd name="connsiteX0" fmla="*/ 308025 w 369399"/>
                  <a:gd name="connsiteY0" fmla="*/ 830067 h 830067"/>
                  <a:gd name="connsiteX1" fmla="*/ 155094 w 369399"/>
                  <a:gd name="connsiteY1" fmla="*/ 366786 h 830067"/>
                  <a:gd name="connsiteX2" fmla="*/ 301653 w 369399"/>
                  <a:gd name="connsiteY2" fmla="*/ 0 h 830067"/>
                  <a:gd name="connsiteX0" fmla="*/ 299189 w 360563"/>
                  <a:gd name="connsiteY0" fmla="*/ 830067 h 830067"/>
                  <a:gd name="connsiteX1" fmla="*/ 146258 w 360563"/>
                  <a:gd name="connsiteY1" fmla="*/ 366786 h 830067"/>
                  <a:gd name="connsiteX2" fmla="*/ 292817 w 360563"/>
                  <a:gd name="connsiteY2" fmla="*/ 0 h 830067"/>
                  <a:gd name="connsiteX0" fmla="*/ 299189 w 364810"/>
                  <a:gd name="connsiteY0" fmla="*/ 830067 h 830067"/>
                  <a:gd name="connsiteX1" fmla="*/ 146258 w 364810"/>
                  <a:gd name="connsiteY1" fmla="*/ 366786 h 830067"/>
                  <a:gd name="connsiteX2" fmla="*/ 292817 w 364810"/>
                  <a:gd name="connsiteY2" fmla="*/ 0 h 830067"/>
                  <a:gd name="connsiteX0" fmla="*/ 299189 w 299189"/>
                  <a:gd name="connsiteY0" fmla="*/ 463281 h 463281"/>
                  <a:gd name="connsiteX1" fmla="*/ 146258 w 299189"/>
                  <a:gd name="connsiteY1" fmla="*/ 0 h 463281"/>
                  <a:gd name="connsiteX0" fmla="*/ 402035 w 402035"/>
                  <a:gd name="connsiteY0" fmla="*/ 232853 h 232853"/>
                  <a:gd name="connsiteX1" fmla="*/ 93356 w 402035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115560 w 115560"/>
                  <a:gd name="connsiteY0" fmla="*/ 133898 h 133898"/>
                  <a:gd name="connsiteX1" fmla="*/ 0 w 115560"/>
                  <a:gd name="connsiteY1" fmla="*/ 0 h 133898"/>
                  <a:gd name="connsiteX0" fmla="*/ 115560 w 115560"/>
                  <a:gd name="connsiteY0" fmla="*/ 133898 h 133898"/>
                  <a:gd name="connsiteX1" fmla="*/ 0 w 115560"/>
                  <a:gd name="connsiteY1" fmla="*/ 0 h 133898"/>
                  <a:gd name="connsiteX0" fmla="*/ 115560 w 115560"/>
                  <a:gd name="connsiteY0" fmla="*/ 133898 h 133898"/>
                  <a:gd name="connsiteX1" fmla="*/ 0 w 115560"/>
                  <a:gd name="connsiteY1" fmla="*/ 0 h 133898"/>
                  <a:gd name="connsiteX0" fmla="*/ 115560 w 115560"/>
                  <a:gd name="connsiteY0" fmla="*/ 133898 h 133898"/>
                  <a:gd name="connsiteX1" fmla="*/ 0 w 115560"/>
                  <a:gd name="connsiteY1" fmla="*/ 0 h 133898"/>
                  <a:gd name="connsiteX0" fmla="*/ 115560 w 115560"/>
                  <a:gd name="connsiteY0" fmla="*/ 133898 h 133898"/>
                  <a:gd name="connsiteX1" fmla="*/ 0 w 115560"/>
                  <a:gd name="connsiteY1" fmla="*/ 0 h 133898"/>
                  <a:gd name="connsiteX0" fmla="*/ 133681 w 133681"/>
                  <a:gd name="connsiteY0" fmla="*/ 125167 h 125167"/>
                  <a:gd name="connsiteX1" fmla="*/ 0 w 133681"/>
                  <a:gd name="connsiteY1" fmla="*/ 0 h 125167"/>
                  <a:gd name="connsiteX0" fmla="*/ 127118 w 127118"/>
                  <a:gd name="connsiteY0" fmla="*/ 148308 h 148308"/>
                  <a:gd name="connsiteX1" fmla="*/ 0 w 127118"/>
                  <a:gd name="connsiteY1" fmla="*/ 0 h 148308"/>
                  <a:gd name="connsiteX0" fmla="*/ 127118 w 127118"/>
                  <a:gd name="connsiteY0" fmla="*/ 148308 h 148308"/>
                  <a:gd name="connsiteX1" fmla="*/ 0 w 127118"/>
                  <a:gd name="connsiteY1" fmla="*/ 0 h 148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118" h="148308">
                    <a:moveTo>
                      <a:pt x="127118" y="148308"/>
                    </a:moveTo>
                    <a:cubicBezTo>
                      <a:pt x="80653" y="52257"/>
                      <a:pt x="62260" y="51325"/>
                      <a:pt x="0" y="0"/>
                    </a:cubicBezTo>
                  </a:path>
                </a:pathLst>
              </a:custGeom>
              <a:grpFill/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2540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22" name="Freeform 1721">
                <a:extLst>
                  <a:ext uri="{FF2B5EF4-FFF2-40B4-BE49-F238E27FC236}">
                    <a16:creationId xmlns:a16="http://schemas.microsoft.com/office/drawing/2014/main" id="{30DC7945-A6E6-DE4B-A572-B0DBDFFC6A0C}"/>
                  </a:ext>
                </a:extLst>
              </p:cNvPr>
              <p:cNvSpPr/>
              <p:nvPr/>
            </p:nvSpPr>
            <p:spPr>
              <a:xfrm rot="21013578" flipV="1">
                <a:off x="10937741" y="1587925"/>
                <a:ext cx="441532" cy="365385"/>
              </a:xfrm>
              <a:custGeom>
                <a:avLst/>
                <a:gdLst>
                  <a:gd name="connsiteX0" fmla="*/ 316117 w 392583"/>
                  <a:gd name="connsiteY0" fmla="*/ 672260 h 672260"/>
                  <a:gd name="connsiteX1" fmla="*/ 697 w 392583"/>
                  <a:gd name="connsiteY1" fmla="*/ 407816 h 672260"/>
                  <a:gd name="connsiteX2" fmla="*/ 392583 w 392583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5502 w 391968"/>
                  <a:gd name="connsiteY0" fmla="*/ 672260 h 672260"/>
                  <a:gd name="connsiteX1" fmla="*/ 82 w 391968"/>
                  <a:gd name="connsiteY1" fmla="*/ 401503 h 672260"/>
                  <a:gd name="connsiteX2" fmla="*/ 391968 w 391968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238 w 312238"/>
                  <a:gd name="connsiteY0" fmla="*/ 830067 h 830067"/>
                  <a:gd name="connsiteX1" fmla="*/ 4 w 312238"/>
                  <a:gd name="connsiteY1" fmla="*/ 543530 h 830067"/>
                  <a:gd name="connsiteX2" fmla="*/ 305866 w 312238"/>
                  <a:gd name="connsiteY2" fmla="*/ 0 h 830067"/>
                  <a:gd name="connsiteX0" fmla="*/ 312236 w 357087"/>
                  <a:gd name="connsiteY0" fmla="*/ 830067 h 830067"/>
                  <a:gd name="connsiteX1" fmla="*/ 2 w 357087"/>
                  <a:gd name="connsiteY1" fmla="*/ 543530 h 830067"/>
                  <a:gd name="connsiteX2" fmla="*/ 305864 w 357087"/>
                  <a:gd name="connsiteY2" fmla="*/ 0 h 830067"/>
                  <a:gd name="connsiteX0" fmla="*/ 143376 w 205586"/>
                  <a:gd name="connsiteY0" fmla="*/ 830067 h 830067"/>
                  <a:gd name="connsiteX1" fmla="*/ 3 w 205586"/>
                  <a:gd name="connsiteY1" fmla="*/ 379411 h 830067"/>
                  <a:gd name="connsiteX2" fmla="*/ 137004 w 205586"/>
                  <a:gd name="connsiteY2" fmla="*/ 0 h 830067"/>
                  <a:gd name="connsiteX0" fmla="*/ 224869 w 319879"/>
                  <a:gd name="connsiteY0" fmla="*/ 830067 h 830067"/>
                  <a:gd name="connsiteX1" fmla="*/ 81496 w 319879"/>
                  <a:gd name="connsiteY1" fmla="*/ 379411 h 830067"/>
                  <a:gd name="connsiteX2" fmla="*/ 218497 w 319879"/>
                  <a:gd name="connsiteY2" fmla="*/ 0 h 830067"/>
                  <a:gd name="connsiteX0" fmla="*/ 232338 w 324861"/>
                  <a:gd name="connsiteY0" fmla="*/ 830067 h 830067"/>
                  <a:gd name="connsiteX1" fmla="*/ 79407 w 324861"/>
                  <a:gd name="connsiteY1" fmla="*/ 366786 h 830067"/>
                  <a:gd name="connsiteX2" fmla="*/ 225966 w 324861"/>
                  <a:gd name="connsiteY2" fmla="*/ 0 h 830067"/>
                  <a:gd name="connsiteX0" fmla="*/ 232338 w 293712"/>
                  <a:gd name="connsiteY0" fmla="*/ 830067 h 830067"/>
                  <a:gd name="connsiteX1" fmla="*/ 79407 w 293712"/>
                  <a:gd name="connsiteY1" fmla="*/ 366786 h 830067"/>
                  <a:gd name="connsiteX2" fmla="*/ 225966 w 293712"/>
                  <a:gd name="connsiteY2" fmla="*/ 0 h 830067"/>
                  <a:gd name="connsiteX0" fmla="*/ 308025 w 369399"/>
                  <a:gd name="connsiteY0" fmla="*/ 830067 h 830067"/>
                  <a:gd name="connsiteX1" fmla="*/ 155094 w 369399"/>
                  <a:gd name="connsiteY1" fmla="*/ 366786 h 830067"/>
                  <a:gd name="connsiteX2" fmla="*/ 301653 w 369399"/>
                  <a:gd name="connsiteY2" fmla="*/ 0 h 830067"/>
                  <a:gd name="connsiteX0" fmla="*/ 299189 w 360563"/>
                  <a:gd name="connsiteY0" fmla="*/ 830067 h 830067"/>
                  <a:gd name="connsiteX1" fmla="*/ 146258 w 360563"/>
                  <a:gd name="connsiteY1" fmla="*/ 366786 h 830067"/>
                  <a:gd name="connsiteX2" fmla="*/ 292817 w 360563"/>
                  <a:gd name="connsiteY2" fmla="*/ 0 h 830067"/>
                  <a:gd name="connsiteX0" fmla="*/ 299189 w 364810"/>
                  <a:gd name="connsiteY0" fmla="*/ 830067 h 830067"/>
                  <a:gd name="connsiteX1" fmla="*/ 146258 w 364810"/>
                  <a:gd name="connsiteY1" fmla="*/ 366786 h 830067"/>
                  <a:gd name="connsiteX2" fmla="*/ 292817 w 364810"/>
                  <a:gd name="connsiteY2" fmla="*/ 0 h 830067"/>
                  <a:gd name="connsiteX0" fmla="*/ 299189 w 299189"/>
                  <a:gd name="connsiteY0" fmla="*/ 463281 h 463281"/>
                  <a:gd name="connsiteX1" fmla="*/ 146258 w 299189"/>
                  <a:gd name="connsiteY1" fmla="*/ 0 h 463281"/>
                  <a:gd name="connsiteX0" fmla="*/ 402035 w 402035"/>
                  <a:gd name="connsiteY0" fmla="*/ 232853 h 232853"/>
                  <a:gd name="connsiteX1" fmla="*/ 93356 w 402035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41532 w 441532"/>
                  <a:gd name="connsiteY0" fmla="*/ 361954 h 361954"/>
                  <a:gd name="connsiteX1" fmla="*/ 0 w 441532"/>
                  <a:gd name="connsiteY1" fmla="*/ 0 h 361954"/>
                  <a:gd name="connsiteX0" fmla="*/ 441532 w 441532"/>
                  <a:gd name="connsiteY0" fmla="*/ 361954 h 361954"/>
                  <a:gd name="connsiteX1" fmla="*/ 0 w 441532"/>
                  <a:gd name="connsiteY1" fmla="*/ 0 h 361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1532" h="361954">
                    <a:moveTo>
                      <a:pt x="441532" y="361954"/>
                    </a:moveTo>
                    <a:cubicBezTo>
                      <a:pt x="419998" y="211713"/>
                      <a:pt x="85808" y="204240"/>
                      <a:pt x="0" y="0"/>
                    </a:cubicBezTo>
                  </a:path>
                </a:pathLst>
              </a:custGeom>
              <a:grpFill/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2540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23" name="Freeform 1722">
                <a:extLst>
                  <a:ext uri="{FF2B5EF4-FFF2-40B4-BE49-F238E27FC236}">
                    <a16:creationId xmlns:a16="http://schemas.microsoft.com/office/drawing/2014/main" id="{610F2616-CD6E-3C49-B94C-FACEEB837DF4}"/>
                  </a:ext>
                </a:extLst>
              </p:cNvPr>
              <p:cNvSpPr/>
              <p:nvPr/>
            </p:nvSpPr>
            <p:spPr>
              <a:xfrm rot="21149775" flipV="1">
                <a:off x="10923432" y="1869493"/>
                <a:ext cx="462089" cy="391734"/>
              </a:xfrm>
              <a:custGeom>
                <a:avLst/>
                <a:gdLst>
                  <a:gd name="connsiteX0" fmla="*/ 316117 w 392583"/>
                  <a:gd name="connsiteY0" fmla="*/ 672260 h 672260"/>
                  <a:gd name="connsiteX1" fmla="*/ 697 w 392583"/>
                  <a:gd name="connsiteY1" fmla="*/ 407816 h 672260"/>
                  <a:gd name="connsiteX2" fmla="*/ 392583 w 392583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5502 w 391968"/>
                  <a:gd name="connsiteY0" fmla="*/ 672260 h 672260"/>
                  <a:gd name="connsiteX1" fmla="*/ 82 w 391968"/>
                  <a:gd name="connsiteY1" fmla="*/ 401503 h 672260"/>
                  <a:gd name="connsiteX2" fmla="*/ 391968 w 391968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238 w 312238"/>
                  <a:gd name="connsiteY0" fmla="*/ 830067 h 830067"/>
                  <a:gd name="connsiteX1" fmla="*/ 4 w 312238"/>
                  <a:gd name="connsiteY1" fmla="*/ 543530 h 830067"/>
                  <a:gd name="connsiteX2" fmla="*/ 305866 w 312238"/>
                  <a:gd name="connsiteY2" fmla="*/ 0 h 830067"/>
                  <a:gd name="connsiteX0" fmla="*/ 312236 w 357087"/>
                  <a:gd name="connsiteY0" fmla="*/ 830067 h 830067"/>
                  <a:gd name="connsiteX1" fmla="*/ 2 w 357087"/>
                  <a:gd name="connsiteY1" fmla="*/ 543530 h 830067"/>
                  <a:gd name="connsiteX2" fmla="*/ 305864 w 357087"/>
                  <a:gd name="connsiteY2" fmla="*/ 0 h 830067"/>
                  <a:gd name="connsiteX0" fmla="*/ 143376 w 205586"/>
                  <a:gd name="connsiteY0" fmla="*/ 830067 h 830067"/>
                  <a:gd name="connsiteX1" fmla="*/ 3 w 205586"/>
                  <a:gd name="connsiteY1" fmla="*/ 379411 h 830067"/>
                  <a:gd name="connsiteX2" fmla="*/ 137004 w 205586"/>
                  <a:gd name="connsiteY2" fmla="*/ 0 h 830067"/>
                  <a:gd name="connsiteX0" fmla="*/ 224869 w 319879"/>
                  <a:gd name="connsiteY0" fmla="*/ 830067 h 830067"/>
                  <a:gd name="connsiteX1" fmla="*/ 81496 w 319879"/>
                  <a:gd name="connsiteY1" fmla="*/ 379411 h 830067"/>
                  <a:gd name="connsiteX2" fmla="*/ 218497 w 319879"/>
                  <a:gd name="connsiteY2" fmla="*/ 0 h 830067"/>
                  <a:gd name="connsiteX0" fmla="*/ 232338 w 324861"/>
                  <a:gd name="connsiteY0" fmla="*/ 830067 h 830067"/>
                  <a:gd name="connsiteX1" fmla="*/ 79407 w 324861"/>
                  <a:gd name="connsiteY1" fmla="*/ 366786 h 830067"/>
                  <a:gd name="connsiteX2" fmla="*/ 225966 w 324861"/>
                  <a:gd name="connsiteY2" fmla="*/ 0 h 830067"/>
                  <a:gd name="connsiteX0" fmla="*/ 232338 w 293712"/>
                  <a:gd name="connsiteY0" fmla="*/ 830067 h 830067"/>
                  <a:gd name="connsiteX1" fmla="*/ 79407 w 293712"/>
                  <a:gd name="connsiteY1" fmla="*/ 366786 h 830067"/>
                  <a:gd name="connsiteX2" fmla="*/ 225966 w 293712"/>
                  <a:gd name="connsiteY2" fmla="*/ 0 h 830067"/>
                  <a:gd name="connsiteX0" fmla="*/ 308025 w 369399"/>
                  <a:gd name="connsiteY0" fmla="*/ 830067 h 830067"/>
                  <a:gd name="connsiteX1" fmla="*/ 155094 w 369399"/>
                  <a:gd name="connsiteY1" fmla="*/ 366786 h 830067"/>
                  <a:gd name="connsiteX2" fmla="*/ 301653 w 369399"/>
                  <a:gd name="connsiteY2" fmla="*/ 0 h 830067"/>
                  <a:gd name="connsiteX0" fmla="*/ 299189 w 360563"/>
                  <a:gd name="connsiteY0" fmla="*/ 830067 h 830067"/>
                  <a:gd name="connsiteX1" fmla="*/ 146258 w 360563"/>
                  <a:gd name="connsiteY1" fmla="*/ 366786 h 830067"/>
                  <a:gd name="connsiteX2" fmla="*/ 292817 w 360563"/>
                  <a:gd name="connsiteY2" fmla="*/ 0 h 830067"/>
                  <a:gd name="connsiteX0" fmla="*/ 299189 w 364810"/>
                  <a:gd name="connsiteY0" fmla="*/ 830067 h 830067"/>
                  <a:gd name="connsiteX1" fmla="*/ 146258 w 364810"/>
                  <a:gd name="connsiteY1" fmla="*/ 366786 h 830067"/>
                  <a:gd name="connsiteX2" fmla="*/ 292817 w 364810"/>
                  <a:gd name="connsiteY2" fmla="*/ 0 h 830067"/>
                  <a:gd name="connsiteX0" fmla="*/ 299189 w 299189"/>
                  <a:gd name="connsiteY0" fmla="*/ 463281 h 463281"/>
                  <a:gd name="connsiteX1" fmla="*/ 146258 w 299189"/>
                  <a:gd name="connsiteY1" fmla="*/ 0 h 463281"/>
                  <a:gd name="connsiteX0" fmla="*/ 402035 w 402035"/>
                  <a:gd name="connsiteY0" fmla="*/ 232853 h 232853"/>
                  <a:gd name="connsiteX1" fmla="*/ 93356 w 402035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2280"/>
                  <a:gd name="connsiteY0" fmla="*/ 388056 h 388056"/>
                  <a:gd name="connsiteX1" fmla="*/ 0 w 462280"/>
                  <a:gd name="connsiteY1" fmla="*/ 0 h 388056"/>
                  <a:gd name="connsiteX0" fmla="*/ 461072 w 462089"/>
                  <a:gd name="connsiteY0" fmla="*/ 388056 h 388056"/>
                  <a:gd name="connsiteX1" fmla="*/ 0 w 462089"/>
                  <a:gd name="connsiteY1" fmla="*/ 0 h 388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62089" h="388056">
                    <a:moveTo>
                      <a:pt x="461072" y="388056"/>
                    </a:moveTo>
                    <a:cubicBezTo>
                      <a:pt x="483929" y="257490"/>
                      <a:pt x="115239" y="232237"/>
                      <a:pt x="0" y="0"/>
                    </a:cubicBezTo>
                  </a:path>
                </a:pathLst>
              </a:custGeom>
              <a:grpFill/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254000">
                    <a:solidFill>
                      <a:schemeClr val="tx1"/>
                    </a:solidFill>
                  </a:ln>
                </a:endParaRPr>
              </a:p>
            </p:txBody>
          </p:sp>
        </p:grpSp>
      </p:grpSp>
      <p:grpSp>
        <p:nvGrpSpPr>
          <p:cNvPr id="1740" name="Group 1739">
            <a:extLst>
              <a:ext uri="{FF2B5EF4-FFF2-40B4-BE49-F238E27FC236}">
                <a16:creationId xmlns:a16="http://schemas.microsoft.com/office/drawing/2014/main" id="{964D5D96-00B0-F744-B95D-1B0C5AC8EAEF}"/>
              </a:ext>
            </a:extLst>
          </p:cNvPr>
          <p:cNvGrpSpPr/>
          <p:nvPr/>
        </p:nvGrpSpPr>
        <p:grpSpPr>
          <a:xfrm>
            <a:off x="11216038" y="2321946"/>
            <a:ext cx="404764" cy="774041"/>
            <a:chOff x="9297947" y="3770837"/>
            <a:chExt cx="464068" cy="887450"/>
          </a:xfrm>
        </p:grpSpPr>
        <p:grpSp>
          <p:nvGrpSpPr>
            <p:cNvPr id="1741" name="Group 1740">
              <a:extLst>
                <a:ext uri="{FF2B5EF4-FFF2-40B4-BE49-F238E27FC236}">
                  <a16:creationId xmlns:a16="http://schemas.microsoft.com/office/drawing/2014/main" id="{5BA4B95D-3BEE-004C-AD2F-7A8CD734F89C}"/>
                </a:ext>
              </a:extLst>
            </p:cNvPr>
            <p:cNvGrpSpPr/>
            <p:nvPr/>
          </p:nvGrpSpPr>
          <p:grpSpPr>
            <a:xfrm>
              <a:off x="9362951" y="3844615"/>
              <a:ext cx="373511" cy="760420"/>
              <a:chOff x="10988436" y="1457170"/>
              <a:chExt cx="373511" cy="760420"/>
            </a:xfrm>
          </p:grpSpPr>
          <p:cxnSp>
            <p:nvCxnSpPr>
              <p:cNvPr id="1748" name="Straight Connector 1747">
                <a:extLst>
                  <a:ext uri="{FF2B5EF4-FFF2-40B4-BE49-F238E27FC236}">
                    <a16:creationId xmlns:a16="http://schemas.microsoft.com/office/drawing/2014/main" id="{26E58AD1-CE05-1448-9494-B93EC8B4E8AA}"/>
                  </a:ext>
                </a:extLst>
              </p:cNvPr>
              <p:cNvCxnSpPr/>
              <p:nvPr/>
            </p:nvCxnSpPr>
            <p:spPr>
              <a:xfrm>
                <a:off x="10998297" y="1457170"/>
                <a:ext cx="309039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9" name="Straight Connector 1748">
                <a:extLst>
                  <a:ext uri="{FF2B5EF4-FFF2-40B4-BE49-F238E27FC236}">
                    <a16:creationId xmlns:a16="http://schemas.microsoft.com/office/drawing/2014/main" id="{450763B6-1518-6142-BF09-C3569E01BA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64674" y="1553509"/>
                <a:ext cx="267074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0" name="Straight Connector 1749">
                <a:extLst>
                  <a:ext uri="{FF2B5EF4-FFF2-40B4-BE49-F238E27FC236}">
                    <a16:creationId xmlns:a16="http://schemas.microsoft.com/office/drawing/2014/main" id="{2AE2D21A-93FB-7542-8F4C-A1D678E08D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71090" y="1633010"/>
                <a:ext cx="145805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1" name="Straight Connector 1750">
                <a:extLst>
                  <a:ext uri="{FF2B5EF4-FFF2-40B4-BE49-F238E27FC236}">
                    <a16:creationId xmlns:a16="http://schemas.microsoft.com/office/drawing/2014/main" id="{5236FC39-D7E6-594A-81C8-85159BE918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44875" y="1854310"/>
                <a:ext cx="317072" cy="668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2" name="Straight Connector 1751">
                <a:extLst>
                  <a:ext uri="{FF2B5EF4-FFF2-40B4-BE49-F238E27FC236}">
                    <a16:creationId xmlns:a16="http://schemas.microsoft.com/office/drawing/2014/main" id="{7B6C0D0F-BF2B-4E45-AB33-87F5B055E2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10032" y="1946804"/>
                <a:ext cx="259071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3" name="Straight Connector 1752">
                <a:extLst>
                  <a:ext uri="{FF2B5EF4-FFF2-40B4-BE49-F238E27FC236}">
                    <a16:creationId xmlns:a16="http://schemas.microsoft.com/office/drawing/2014/main" id="{A2F5BF66-D2C8-034A-ABB6-DC8BA4CB4D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07847" y="2038374"/>
                <a:ext cx="156117" cy="706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4" name="Straight Connector 1753">
                <a:extLst>
                  <a:ext uri="{FF2B5EF4-FFF2-40B4-BE49-F238E27FC236}">
                    <a16:creationId xmlns:a16="http://schemas.microsoft.com/office/drawing/2014/main" id="{68CC25F0-61F8-D24F-95FA-2F231CC7B1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988436" y="2217500"/>
                <a:ext cx="150039" cy="9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5" name="Straight Connector 1754">
                <a:extLst>
                  <a:ext uri="{FF2B5EF4-FFF2-40B4-BE49-F238E27FC236}">
                    <a16:creationId xmlns:a16="http://schemas.microsoft.com/office/drawing/2014/main" id="{00D9E6FA-FD43-E041-8342-412BC88213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45386" y="1772622"/>
                <a:ext cx="145805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42" name="Group 1741">
              <a:extLst>
                <a:ext uri="{FF2B5EF4-FFF2-40B4-BE49-F238E27FC236}">
                  <a16:creationId xmlns:a16="http://schemas.microsoft.com/office/drawing/2014/main" id="{9EB3485E-D721-7D42-87A4-37260B8A6C54}"/>
                </a:ext>
              </a:extLst>
            </p:cNvPr>
            <p:cNvGrpSpPr/>
            <p:nvPr/>
          </p:nvGrpSpPr>
          <p:grpSpPr>
            <a:xfrm>
              <a:off x="9297947" y="3770837"/>
              <a:ext cx="464068" cy="887450"/>
              <a:chOff x="10923432" y="1383392"/>
              <a:chExt cx="464068" cy="887450"/>
            </a:xfrm>
            <a:noFill/>
          </p:grpSpPr>
          <p:sp>
            <p:nvSpPr>
              <p:cNvPr id="1743" name="Freeform 1742">
                <a:extLst>
                  <a:ext uri="{FF2B5EF4-FFF2-40B4-BE49-F238E27FC236}">
                    <a16:creationId xmlns:a16="http://schemas.microsoft.com/office/drawing/2014/main" id="{BBF3FA5D-0170-6241-9CB1-A1C8B0EED283}"/>
                  </a:ext>
                </a:extLst>
              </p:cNvPr>
              <p:cNvSpPr/>
              <p:nvPr/>
            </p:nvSpPr>
            <p:spPr>
              <a:xfrm rot="450225">
                <a:off x="10926428" y="1443838"/>
                <a:ext cx="461072" cy="391734"/>
              </a:xfrm>
              <a:custGeom>
                <a:avLst/>
                <a:gdLst>
                  <a:gd name="connsiteX0" fmla="*/ 316117 w 392583"/>
                  <a:gd name="connsiteY0" fmla="*/ 672260 h 672260"/>
                  <a:gd name="connsiteX1" fmla="*/ 697 w 392583"/>
                  <a:gd name="connsiteY1" fmla="*/ 407816 h 672260"/>
                  <a:gd name="connsiteX2" fmla="*/ 392583 w 392583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5502 w 391968"/>
                  <a:gd name="connsiteY0" fmla="*/ 672260 h 672260"/>
                  <a:gd name="connsiteX1" fmla="*/ 82 w 391968"/>
                  <a:gd name="connsiteY1" fmla="*/ 401503 h 672260"/>
                  <a:gd name="connsiteX2" fmla="*/ 391968 w 391968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238 w 312238"/>
                  <a:gd name="connsiteY0" fmla="*/ 830067 h 830067"/>
                  <a:gd name="connsiteX1" fmla="*/ 4 w 312238"/>
                  <a:gd name="connsiteY1" fmla="*/ 543530 h 830067"/>
                  <a:gd name="connsiteX2" fmla="*/ 305866 w 312238"/>
                  <a:gd name="connsiteY2" fmla="*/ 0 h 830067"/>
                  <a:gd name="connsiteX0" fmla="*/ 312236 w 357087"/>
                  <a:gd name="connsiteY0" fmla="*/ 830067 h 830067"/>
                  <a:gd name="connsiteX1" fmla="*/ 2 w 357087"/>
                  <a:gd name="connsiteY1" fmla="*/ 543530 h 830067"/>
                  <a:gd name="connsiteX2" fmla="*/ 305864 w 357087"/>
                  <a:gd name="connsiteY2" fmla="*/ 0 h 830067"/>
                  <a:gd name="connsiteX0" fmla="*/ 143376 w 205586"/>
                  <a:gd name="connsiteY0" fmla="*/ 830067 h 830067"/>
                  <a:gd name="connsiteX1" fmla="*/ 3 w 205586"/>
                  <a:gd name="connsiteY1" fmla="*/ 379411 h 830067"/>
                  <a:gd name="connsiteX2" fmla="*/ 137004 w 205586"/>
                  <a:gd name="connsiteY2" fmla="*/ 0 h 830067"/>
                  <a:gd name="connsiteX0" fmla="*/ 224869 w 319879"/>
                  <a:gd name="connsiteY0" fmla="*/ 830067 h 830067"/>
                  <a:gd name="connsiteX1" fmla="*/ 81496 w 319879"/>
                  <a:gd name="connsiteY1" fmla="*/ 379411 h 830067"/>
                  <a:gd name="connsiteX2" fmla="*/ 218497 w 319879"/>
                  <a:gd name="connsiteY2" fmla="*/ 0 h 830067"/>
                  <a:gd name="connsiteX0" fmla="*/ 232338 w 324861"/>
                  <a:gd name="connsiteY0" fmla="*/ 830067 h 830067"/>
                  <a:gd name="connsiteX1" fmla="*/ 79407 w 324861"/>
                  <a:gd name="connsiteY1" fmla="*/ 366786 h 830067"/>
                  <a:gd name="connsiteX2" fmla="*/ 225966 w 324861"/>
                  <a:gd name="connsiteY2" fmla="*/ 0 h 830067"/>
                  <a:gd name="connsiteX0" fmla="*/ 232338 w 293712"/>
                  <a:gd name="connsiteY0" fmla="*/ 830067 h 830067"/>
                  <a:gd name="connsiteX1" fmla="*/ 79407 w 293712"/>
                  <a:gd name="connsiteY1" fmla="*/ 366786 h 830067"/>
                  <a:gd name="connsiteX2" fmla="*/ 225966 w 293712"/>
                  <a:gd name="connsiteY2" fmla="*/ 0 h 830067"/>
                  <a:gd name="connsiteX0" fmla="*/ 308025 w 369399"/>
                  <a:gd name="connsiteY0" fmla="*/ 830067 h 830067"/>
                  <a:gd name="connsiteX1" fmla="*/ 155094 w 369399"/>
                  <a:gd name="connsiteY1" fmla="*/ 366786 h 830067"/>
                  <a:gd name="connsiteX2" fmla="*/ 301653 w 369399"/>
                  <a:gd name="connsiteY2" fmla="*/ 0 h 830067"/>
                  <a:gd name="connsiteX0" fmla="*/ 299189 w 360563"/>
                  <a:gd name="connsiteY0" fmla="*/ 830067 h 830067"/>
                  <a:gd name="connsiteX1" fmla="*/ 146258 w 360563"/>
                  <a:gd name="connsiteY1" fmla="*/ 366786 h 830067"/>
                  <a:gd name="connsiteX2" fmla="*/ 292817 w 360563"/>
                  <a:gd name="connsiteY2" fmla="*/ 0 h 830067"/>
                  <a:gd name="connsiteX0" fmla="*/ 299189 w 364810"/>
                  <a:gd name="connsiteY0" fmla="*/ 830067 h 830067"/>
                  <a:gd name="connsiteX1" fmla="*/ 146258 w 364810"/>
                  <a:gd name="connsiteY1" fmla="*/ 366786 h 830067"/>
                  <a:gd name="connsiteX2" fmla="*/ 292817 w 364810"/>
                  <a:gd name="connsiteY2" fmla="*/ 0 h 830067"/>
                  <a:gd name="connsiteX0" fmla="*/ 299189 w 299189"/>
                  <a:gd name="connsiteY0" fmla="*/ 463281 h 463281"/>
                  <a:gd name="connsiteX1" fmla="*/ 146258 w 299189"/>
                  <a:gd name="connsiteY1" fmla="*/ 0 h 463281"/>
                  <a:gd name="connsiteX0" fmla="*/ 402035 w 402035"/>
                  <a:gd name="connsiteY0" fmla="*/ 232853 h 232853"/>
                  <a:gd name="connsiteX1" fmla="*/ 93356 w 402035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61072" h="388056">
                    <a:moveTo>
                      <a:pt x="461072" y="388056"/>
                    </a:moveTo>
                    <a:cubicBezTo>
                      <a:pt x="382170" y="168899"/>
                      <a:pt x="85808" y="204240"/>
                      <a:pt x="0" y="0"/>
                    </a:cubicBezTo>
                  </a:path>
                </a:pathLst>
              </a:custGeom>
              <a:grpFill/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2540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44" name="Freeform 1743">
                <a:extLst>
                  <a:ext uri="{FF2B5EF4-FFF2-40B4-BE49-F238E27FC236}">
                    <a16:creationId xmlns:a16="http://schemas.microsoft.com/office/drawing/2014/main" id="{35A86931-CEAE-4444-93B9-28E49F435538}"/>
                  </a:ext>
                </a:extLst>
              </p:cNvPr>
              <p:cNvSpPr/>
              <p:nvPr/>
            </p:nvSpPr>
            <p:spPr>
              <a:xfrm rot="575787">
                <a:off x="10951191" y="2032131"/>
                <a:ext cx="354149" cy="238711"/>
              </a:xfrm>
              <a:custGeom>
                <a:avLst/>
                <a:gdLst>
                  <a:gd name="connsiteX0" fmla="*/ 316117 w 392583"/>
                  <a:gd name="connsiteY0" fmla="*/ 672260 h 672260"/>
                  <a:gd name="connsiteX1" fmla="*/ 697 w 392583"/>
                  <a:gd name="connsiteY1" fmla="*/ 407816 h 672260"/>
                  <a:gd name="connsiteX2" fmla="*/ 392583 w 392583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5502 w 391968"/>
                  <a:gd name="connsiteY0" fmla="*/ 672260 h 672260"/>
                  <a:gd name="connsiteX1" fmla="*/ 82 w 391968"/>
                  <a:gd name="connsiteY1" fmla="*/ 401503 h 672260"/>
                  <a:gd name="connsiteX2" fmla="*/ 391968 w 391968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238 w 312238"/>
                  <a:gd name="connsiteY0" fmla="*/ 830067 h 830067"/>
                  <a:gd name="connsiteX1" fmla="*/ 4 w 312238"/>
                  <a:gd name="connsiteY1" fmla="*/ 543530 h 830067"/>
                  <a:gd name="connsiteX2" fmla="*/ 305866 w 312238"/>
                  <a:gd name="connsiteY2" fmla="*/ 0 h 830067"/>
                  <a:gd name="connsiteX0" fmla="*/ 312236 w 357087"/>
                  <a:gd name="connsiteY0" fmla="*/ 830067 h 830067"/>
                  <a:gd name="connsiteX1" fmla="*/ 2 w 357087"/>
                  <a:gd name="connsiteY1" fmla="*/ 543530 h 830067"/>
                  <a:gd name="connsiteX2" fmla="*/ 305864 w 357087"/>
                  <a:gd name="connsiteY2" fmla="*/ 0 h 830067"/>
                  <a:gd name="connsiteX0" fmla="*/ 143376 w 205586"/>
                  <a:gd name="connsiteY0" fmla="*/ 830067 h 830067"/>
                  <a:gd name="connsiteX1" fmla="*/ 3 w 205586"/>
                  <a:gd name="connsiteY1" fmla="*/ 379411 h 830067"/>
                  <a:gd name="connsiteX2" fmla="*/ 137004 w 205586"/>
                  <a:gd name="connsiteY2" fmla="*/ 0 h 830067"/>
                  <a:gd name="connsiteX0" fmla="*/ 224869 w 319879"/>
                  <a:gd name="connsiteY0" fmla="*/ 830067 h 830067"/>
                  <a:gd name="connsiteX1" fmla="*/ 81496 w 319879"/>
                  <a:gd name="connsiteY1" fmla="*/ 379411 h 830067"/>
                  <a:gd name="connsiteX2" fmla="*/ 218497 w 319879"/>
                  <a:gd name="connsiteY2" fmla="*/ 0 h 830067"/>
                  <a:gd name="connsiteX0" fmla="*/ 232338 w 324861"/>
                  <a:gd name="connsiteY0" fmla="*/ 830067 h 830067"/>
                  <a:gd name="connsiteX1" fmla="*/ 79407 w 324861"/>
                  <a:gd name="connsiteY1" fmla="*/ 366786 h 830067"/>
                  <a:gd name="connsiteX2" fmla="*/ 225966 w 324861"/>
                  <a:gd name="connsiteY2" fmla="*/ 0 h 830067"/>
                  <a:gd name="connsiteX0" fmla="*/ 232338 w 293712"/>
                  <a:gd name="connsiteY0" fmla="*/ 830067 h 830067"/>
                  <a:gd name="connsiteX1" fmla="*/ 79407 w 293712"/>
                  <a:gd name="connsiteY1" fmla="*/ 366786 h 830067"/>
                  <a:gd name="connsiteX2" fmla="*/ 225966 w 293712"/>
                  <a:gd name="connsiteY2" fmla="*/ 0 h 830067"/>
                  <a:gd name="connsiteX0" fmla="*/ 308025 w 369399"/>
                  <a:gd name="connsiteY0" fmla="*/ 830067 h 830067"/>
                  <a:gd name="connsiteX1" fmla="*/ 155094 w 369399"/>
                  <a:gd name="connsiteY1" fmla="*/ 366786 h 830067"/>
                  <a:gd name="connsiteX2" fmla="*/ 301653 w 369399"/>
                  <a:gd name="connsiteY2" fmla="*/ 0 h 830067"/>
                  <a:gd name="connsiteX0" fmla="*/ 299189 w 360563"/>
                  <a:gd name="connsiteY0" fmla="*/ 830067 h 830067"/>
                  <a:gd name="connsiteX1" fmla="*/ 146258 w 360563"/>
                  <a:gd name="connsiteY1" fmla="*/ 366786 h 830067"/>
                  <a:gd name="connsiteX2" fmla="*/ 292817 w 360563"/>
                  <a:gd name="connsiteY2" fmla="*/ 0 h 830067"/>
                  <a:gd name="connsiteX0" fmla="*/ 299189 w 364810"/>
                  <a:gd name="connsiteY0" fmla="*/ 830067 h 830067"/>
                  <a:gd name="connsiteX1" fmla="*/ 146258 w 364810"/>
                  <a:gd name="connsiteY1" fmla="*/ 366786 h 830067"/>
                  <a:gd name="connsiteX2" fmla="*/ 292817 w 364810"/>
                  <a:gd name="connsiteY2" fmla="*/ 0 h 830067"/>
                  <a:gd name="connsiteX0" fmla="*/ 299189 w 299189"/>
                  <a:gd name="connsiteY0" fmla="*/ 463281 h 463281"/>
                  <a:gd name="connsiteX1" fmla="*/ 146258 w 299189"/>
                  <a:gd name="connsiteY1" fmla="*/ 0 h 463281"/>
                  <a:gd name="connsiteX0" fmla="*/ 402035 w 402035"/>
                  <a:gd name="connsiteY0" fmla="*/ 232853 h 232853"/>
                  <a:gd name="connsiteX1" fmla="*/ 93356 w 402035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354149 w 354149"/>
                  <a:gd name="connsiteY0" fmla="*/ 236470 h 236470"/>
                  <a:gd name="connsiteX1" fmla="*/ 0 w 354149"/>
                  <a:gd name="connsiteY1" fmla="*/ 0 h 236470"/>
                  <a:gd name="connsiteX0" fmla="*/ 354149 w 354149"/>
                  <a:gd name="connsiteY0" fmla="*/ 236470 h 236470"/>
                  <a:gd name="connsiteX1" fmla="*/ 0 w 354149"/>
                  <a:gd name="connsiteY1" fmla="*/ 0 h 23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4149" h="236470">
                    <a:moveTo>
                      <a:pt x="354149" y="236470"/>
                    </a:moveTo>
                    <a:cubicBezTo>
                      <a:pt x="288485" y="165205"/>
                      <a:pt x="85808" y="204240"/>
                      <a:pt x="0" y="0"/>
                    </a:cubicBezTo>
                  </a:path>
                </a:pathLst>
              </a:custGeom>
              <a:grpFill/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2540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45" name="Freeform 1744">
                <a:extLst>
                  <a:ext uri="{FF2B5EF4-FFF2-40B4-BE49-F238E27FC236}">
                    <a16:creationId xmlns:a16="http://schemas.microsoft.com/office/drawing/2014/main" id="{79528583-7283-AB4B-9894-81F49B92F366}"/>
                  </a:ext>
                </a:extLst>
              </p:cNvPr>
              <p:cNvSpPr/>
              <p:nvPr/>
            </p:nvSpPr>
            <p:spPr>
              <a:xfrm rot="450225">
                <a:off x="11228790" y="1383392"/>
                <a:ext cx="127118" cy="149713"/>
              </a:xfrm>
              <a:custGeom>
                <a:avLst/>
                <a:gdLst>
                  <a:gd name="connsiteX0" fmla="*/ 316117 w 392583"/>
                  <a:gd name="connsiteY0" fmla="*/ 672260 h 672260"/>
                  <a:gd name="connsiteX1" fmla="*/ 697 w 392583"/>
                  <a:gd name="connsiteY1" fmla="*/ 407816 h 672260"/>
                  <a:gd name="connsiteX2" fmla="*/ 392583 w 392583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5502 w 391968"/>
                  <a:gd name="connsiteY0" fmla="*/ 672260 h 672260"/>
                  <a:gd name="connsiteX1" fmla="*/ 82 w 391968"/>
                  <a:gd name="connsiteY1" fmla="*/ 401503 h 672260"/>
                  <a:gd name="connsiteX2" fmla="*/ 391968 w 391968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238 w 312238"/>
                  <a:gd name="connsiteY0" fmla="*/ 830067 h 830067"/>
                  <a:gd name="connsiteX1" fmla="*/ 4 w 312238"/>
                  <a:gd name="connsiteY1" fmla="*/ 543530 h 830067"/>
                  <a:gd name="connsiteX2" fmla="*/ 305866 w 312238"/>
                  <a:gd name="connsiteY2" fmla="*/ 0 h 830067"/>
                  <a:gd name="connsiteX0" fmla="*/ 312236 w 357087"/>
                  <a:gd name="connsiteY0" fmla="*/ 830067 h 830067"/>
                  <a:gd name="connsiteX1" fmla="*/ 2 w 357087"/>
                  <a:gd name="connsiteY1" fmla="*/ 543530 h 830067"/>
                  <a:gd name="connsiteX2" fmla="*/ 305864 w 357087"/>
                  <a:gd name="connsiteY2" fmla="*/ 0 h 830067"/>
                  <a:gd name="connsiteX0" fmla="*/ 143376 w 205586"/>
                  <a:gd name="connsiteY0" fmla="*/ 830067 h 830067"/>
                  <a:gd name="connsiteX1" fmla="*/ 3 w 205586"/>
                  <a:gd name="connsiteY1" fmla="*/ 379411 h 830067"/>
                  <a:gd name="connsiteX2" fmla="*/ 137004 w 205586"/>
                  <a:gd name="connsiteY2" fmla="*/ 0 h 830067"/>
                  <a:gd name="connsiteX0" fmla="*/ 224869 w 319879"/>
                  <a:gd name="connsiteY0" fmla="*/ 830067 h 830067"/>
                  <a:gd name="connsiteX1" fmla="*/ 81496 w 319879"/>
                  <a:gd name="connsiteY1" fmla="*/ 379411 h 830067"/>
                  <a:gd name="connsiteX2" fmla="*/ 218497 w 319879"/>
                  <a:gd name="connsiteY2" fmla="*/ 0 h 830067"/>
                  <a:gd name="connsiteX0" fmla="*/ 232338 w 324861"/>
                  <a:gd name="connsiteY0" fmla="*/ 830067 h 830067"/>
                  <a:gd name="connsiteX1" fmla="*/ 79407 w 324861"/>
                  <a:gd name="connsiteY1" fmla="*/ 366786 h 830067"/>
                  <a:gd name="connsiteX2" fmla="*/ 225966 w 324861"/>
                  <a:gd name="connsiteY2" fmla="*/ 0 h 830067"/>
                  <a:gd name="connsiteX0" fmla="*/ 232338 w 293712"/>
                  <a:gd name="connsiteY0" fmla="*/ 830067 h 830067"/>
                  <a:gd name="connsiteX1" fmla="*/ 79407 w 293712"/>
                  <a:gd name="connsiteY1" fmla="*/ 366786 h 830067"/>
                  <a:gd name="connsiteX2" fmla="*/ 225966 w 293712"/>
                  <a:gd name="connsiteY2" fmla="*/ 0 h 830067"/>
                  <a:gd name="connsiteX0" fmla="*/ 308025 w 369399"/>
                  <a:gd name="connsiteY0" fmla="*/ 830067 h 830067"/>
                  <a:gd name="connsiteX1" fmla="*/ 155094 w 369399"/>
                  <a:gd name="connsiteY1" fmla="*/ 366786 h 830067"/>
                  <a:gd name="connsiteX2" fmla="*/ 301653 w 369399"/>
                  <a:gd name="connsiteY2" fmla="*/ 0 h 830067"/>
                  <a:gd name="connsiteX0" fmla="*/ 299189 w 360563"/>
                  <a:gd name="connsiteY0" fmla="*/ 830067 h 830067"/>
                  <a:gd name="connsiteX1" fmla="*/ 146258 w 360563"/>
                  <a:gd name="connsiteY1" fmla="*/ 366786 h 830067"/>
                  <a:gd name="connsiteX2" fmla="*/ 292817 w 360563"/>
                  <a:gd name="connsiteY2" fmla="*/ 0 h 830067"/>
                  <a:gd name="connsiteX0" fmla="*/ 299189 w 364810"/>
                  <a:gd name="connsiteY0" fmla="*/ 830067 h 830067"/>
                  <a:gd name="connsiteX1" fmla="*/ 146258 w 364810"/>
                  <a:gd name="connsiteY1" fmla="*/ 366786 h 830067"/>
                  <a:gd name="connsiteX2" fmla="*/ 292817 w 364810"/>
                  <a:gd name="connsiteY2" fmla="*/ 0 h 830067"/>
                  <a:gd name="connsiteX0" fmla="*/ 299189 w 299189"/>
                  <a:gd name="connsiteY0" fmla="*/ 463281 h 463281"/>
                  <a:gd name="connsiteX1" fmla="*/ 146258 w 299189"/>
                  <a:gd name="connsiteY1" fmla="*/ 0 h 463281"/>
                  <a:gd name="connsiteX0" fmla="*/ 402035 w 402035"/>
                  <a:gd name="connsiteY0" fmla="*/ 232853 h 232853"/>
                  <a:gd name="connsiteX1" fmla="*/ 93356 w 402035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115560 w 115560"/>
                  <a:gd name="connsiteY0" fmla="*/ 133898 h 133898"/>
                  <a:gd name="connsiteX1" fmla="*/ 0 w 115560"/>
                  <a:gd name="connsiteY1" fmla="*/ 0 h 133898"/>
                  <a:gd name="connsiteX0" fmla="*/ 115560 w 115560"/>
                  <a:gd name="connsiteY0" fmla="*/ 133898 h 133898"/>
                  <a:gd name="connsiteX1" fmla="*/ 0 w 115560"/>
                  <a:gd name="connsiteY1" fmla="*/ 0 h 133898"/>
                  <a:gd name="connsiteX0" fmla="*/ 115560 w 115560"/>
                  <a:gd name="connsiteY0" fmla="*/ 133898 h 133898"/>
                  <a:gd name="connsiteX1" fmla="*/ 0 w 115560"/>
                  <a:gd name="connsiteY1" fmla="*/ 0 h 133898"/>
                  <a:gd name="connsiteX0" fmla="*/ 115560 w 115560"/>
                  <a:gd name="connsiteY0" fmla="*/ 133898 h 133898"/>
                  <a:gd name="connsiteX1" fmla="*/ 0 w 115560"/>
                  <a:gd name="connsiteY1" fmla="*/ 0 h 133898"/>
                  <a:gd name="connsiteX0" fmla="*/ 115560 w 115560"/>
                  <a:gd name="connsiteY0" fmla="*/ 133898 h 133898"/>
                  <a:gd name="connsiteX1" fmla="*/ 0 w 115560"/>
                  <a:gd name="connsiteY1" fmla="*/ 0 h 133898"/>
                  <a:gd name="connsiteX0" fmla="*/ 133681 w 133681"/>
                  <a:gd name="connsiteY0" fmla="*/ 125167 h 125167"/>
                  <a:gd name="connsiteX1" fmla="*/ 0 w 133681"/>
                  <a:gd name="connsiteY1" fmla="*/ 0 h 125167"/>
                  <a:gd name="connsiteX0" fmla="*/ 127118 w 127118"/>
                  <a:gd name="connsiteY0" fmla="*/ 148308 h 148308"/>
                  <a:gd name="connsiteX1" fmla="*/ 0 w 127118"/>
                  <a:gd name="connsiteY1" fmla="*/ 0 h 148308"/>
                  <a:gd name="connsiteX0" fmla="*/ 127118 w 127118"/>
                  <a:gd name="connsiteY0" fmla="*/ 148308 h 148308"/>
                  <a:gd name="connsiteX1" fmla="*/ 0 w 127118"/>
                  <a:gd name="connsiteY1" fmla="*/ 0 h 148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118" h="148308">
                    <a:moveTo>
                      <a:pt x="127118" y="148308"/>
                    </a:moveTo>
                    <a:cubicBezTo>
                      <a:pt x="80653" y="52257"/>
                      <a:pt x="62260" y="51325"/>
                      <a:pt x="0" y="0"/>
                    </a:cubicBezTo>
                  </a:path>
                </a:pathLst>
              </a:custGeom>
              <a:grpFill/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2540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46" name="Freeform 1745">
                <a:extLst>
                  <a:ext uri="{FF2B5EF4-FFF2-40B4-BE49-F238E27FC236}">
                    <a16:creationId xmlns:a16="http://schemas.microsoft.com/office/drawing/2014/main" id="{75B246E9-1844-B949-B37D-0011247D310A}"/>
                  </a:ext>
                </a:extLst>
              </p:cNvPr>
              <p:cNvSpPr/>
              <p:nvPr/>
            </p:nvSpPr>
            <p:spPr>
              <a:xfrm rot="21013578" flipV="1">
                <a:off x="10937741" y="1587925"/>
                <a:ext cx="441532" cy="365385"/>
              </a:xfrm>
              <a:custGeom>
                <a:avLst/>
                <a:gdLst>
                  <a:gd name="connsiteX0" fmla="*/ 316117 w 392583"/>
                  <a:gd name="connsiteY0" fmla="*/ 672260 h 672260"/>
                  <a:gd name="connsiteX1" fmla="*/ 697 w 392583"/>
                  <a:gd name="connsiteY1" fmla="*/ 407816 h 672260"/>
                  <a:gd name="connsiteX2" fmla="*/ 392583 w 392583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5502 w 391968"/>
                  <a:gd name="connsiteY0" fmla="*/ 672260 h 672260"/>
                  <a:gd name="connsiteX1" fmla="*/ 82 w 391968"/>
                  <a:gd name="connsiteY1" fmla="*/ 401503 h 672260"/>
                  <a:gd name="connsiteX2" fmla="*/ 391968 w 391968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238 w 312238"/>
                  <a:gd name="connsiteY0" fmla="*/ 830067 h 830067"/>
                  <a:gd name="connsiteX1" fmla="*/ 4 w 312238"/>
                  <a:gd name="connsiteY1" fmla="*/ 543530 h 830067"/>
                  <a:gd name="connsiteX2" fmla="*/ 305866 w 312238"/>
                  <a:gd name="connsiteY2" fmla="*/ 0 h 830067"/>
                  <a:gd name="connsiteX0" fmla="*/ 312236 w 357087"/>
                  <a:gd name="connsiteY0" fmla="*/ 830067 h 830067"/>
                  <a:gd name="connsiteX1" fmla="*/ 2 w 357087"/>
                  <a:gd name="connsiteY1" fmla="*/ 543530 h 830067"/>
                  <a:gd name="connsiteX2" fmla="*/ 305864 w 357087"/>
                  <a:gd name="connsiteY2" fmla="*/ 0 h 830067"/>
                  <a:gd name="connsiteX0" fmla="*/ 143376 w 205586"/>
                  <a:gd name="connsiteY0" fmla="*/ 830067 h 830067"/>
                  <a:gd name="connsiteX1" fmla="*/ 3 w 205586"/>
                  <a:gd name="connsiteY1" fmla="*/ 379411 h 830067"/>
                  <a:gd name="connsiteX2" fmla="*/ 137004 w 205586"/>
                  <a:gd name="connsiteY2" fmla="*/ 0 h 830067"/>
                  <a:gd name="connsiteX0" fmla="*/ 224869 w 319879"/>
                  <a:gd name="connsiteY0" fmla="*/ 830067 h 830067"/>
                  <a:gd name="connsiteX1" fmla="*/ 81496 w 319879"/>
                  <a:gd name="connsiteY1" fmla="*/ 379411 h 830067"/>
                  <a:gd name="connsiteX2" fmla="*/ 218497 w 319879"/>
                  <a:gd name="connsiteY2" fmla="*/ 0 h 830067"/>
                  <a:gd name="connsiteX0" fmla="*/ 232338 w 324861"/>
                  <a:gd name="connsiteY0" fmla="*/ 830067 h 830067"/>
                  <a:gd name="connsiteX1" fmla="*/ 79407 w 324861"/>
                  <a:gd name="connsiteY1" fmla="*/ 366786 h 830067"/>
                  <a:gd name="connsiteX2" fmla="*/ 225966 w 324861"/>
                  <a:gd name="connsiteY2" fmla="*/ 0 h 830067"/>
                  <a:gd name="connsiteX0" fmla="*/ 232338 w 293712"/>
                  <a:gd name="connsiteY0" fmla="*/ 830067 h 830067"/>
                  <a:gd name="connsiteX1" fmla="*/ 79407 w 293712"/>
                  <a:gd name="connsiteY1" fmla="*/ 366786 h 830067"/>
                  <a:gd name="connsiteX2" fmla="*/ 225966 w 293712"/>
                  <a:gd name="connsiteY2" fmla="*/ 0 h 830067"/>
                  <a:gd name="connsiteX0" fmla="*/ 308025 w 369399"/>
                  <a:gd name="connsiteY0" fmla="*/ 830067 h 830067"/>
                  <a:gd name="connsiteX1" fmla="*/ 155094 w 369399"/>
                  <a:gd name="connsiteY1" fmla="*/ 366786 h 830067"/>
                  <a:gd name="connsiteX2" fmla="*/ 301653 w 369399"/>
                  <a:gd name="connsiteY2" fmla="*/ 0 h 830067"/>
                  <a:gd name="connsiteX0" fmla="*/ 299189 w 360563"/>
                  <a:gd name="connsiteY0" fmla="*/ 830067 h 830067"/>
                  <a:gd name="connsiteX1" fmla="*/ 146258 w 360563"/>
                  <a:gd name="connsiteY1" fmla="*/ 366786 h 830067"/>
                  <a:gd name="connsiteX2" fmla="*/ 292817 w 360563"/>
                  <a:gd name="connsiteY2" fmla="*/ 0 h 830067"/>
                  <a:gd name="connsiteX0" fmla="*/ 299189 w 364810"/>
                  <a:gd name="connsiteY0" fmla="*/ 830067 h 830067"/>
                  <a:gd name="connsiteX1" fmla="*/ 146258 w 364810"/>
                  <a:gd name="connsiteY1" fmla="*/ 366786 h 830067"/>
                  <a:gd name="connsiteX2" fmla="*/ 292817 w 364810"/>
                  <a:gd name="connsiteY2" fmla="*/ 0 h 830067"/>
                  <a:gd name="connsiteX0" fmla="*/ 299189 w 299189"/>
                  <a:gd name="connsiteY0" fmla="*/ 463281 h 463281"/>
                  <a:gd name="connsiteX1" fmla="*/ 146258 w 299189"/>
                  <a:gd name="connsiteY1" fmla="*/ 0 h 463281"/>
                  <a:gd name="connsiteX0" fmla="*/ 402035 w 402035"/>
                  <a:gd name="connsiteY0" fmla="*/ 232853 h 232853"/>
                  <a:gd name="connsiteX1" fmla="*/ 93356 w 402035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41532 w 441532"/>
                  <a:gd name="connsiteY0" fmla="*/ 361954 h 361954"/>
                  <a:gd name="connsiteX1" fmla="*/ 0 w 441532"/>
                  <a:gd name="connsiteY1" fmla="*/ 0 h 361954"/>
                  <a:gd name="connsiteX0" fmla="*/ 441532 w 441532"/>
                  <a:gd name="connsiteY0" fmla="*/ 361954 h 361954"/>
                  <a:gd name="connsiteX1" fmla="*/ 0 w 441532"/>
                  <a:gd name="connsiteY1" fmla="*/ 0 h 361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1532" h="361954">
                    <a:moveTo>
                      <a:pt x="441532" y="361954"/>
                    </a:moveTo>
                    <a:cubicBezTo>
                      <a:pt x="419998" y="211713"/>
                      <a:pt x="85808" y="204240"/>
                      <a:pt x="0" y="0"/>
                    </a:cubicBezTo>
                  </a:path>
                </a:pathLst>
              </a:custGeom>
              <a:grpFill/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2540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47" name="Freeform 1746">
                <a:extLst>
                  <a:ext uri="{FF2B5EF4-FFF2-40B4-BE49-F238E27FC236}">
                    <a16:creationId xmlns:a16="http://schemas.microsoft.com/office/drawing/2014/main" id="{A00924EB-F029-224D-B79F-2723017B3BCB}"/>
                  </a:ext>
                </a:extLst>
              </p:cNvPr>
              <p:cNvSpPr/>
              <p:nvPr/>
            </p:nvSpPr>
            <p:spPr>
              <a:xfrm rot="21149775" flipV="1">
                <a:off x="10923432" y="1869493"/>
                <a:ext cx="462089" cy="391734"/>
              </a:xfrm>
              <a:custGeom>
                <a:avLst/>
                <a:gdLst>
                  <a:gd name="connsiteX0" fmla="*/ 316117 w 392583"/>
                  <a:gd name="connsiteY0" fmla="*/ 672260 h 672260"/>
                  <a:gd name="connsiteX1" fmla="*/ 697 w 392583"/>
                  <a:gd name="connsiteY1" fmla="*/ 407816 h 672260"/>
                  <a:gd name="connsiteX2" fmla="*/ 392583 w 392583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5502 w 391968"/>
                  <a:gd name="connsiteY0" fmla="*/ 672260 h 672260"/>
                  <a:gd name="connsiteX1" fmla="*/ 82 w 391968"/>
                  <a:gd name="connsiteY1" fmla="*/ 401503 h 672260"/>
                  <a:gd name="connsiteX2" fmla="*/ 391968 w 391968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238 w 312238"/>
                  <a:gd name="connsiteY0" fmla="*/ 830067 h 830067"/>
                  <a:gd name="connsiteX1" fmla="*/ 4 w 312238"/>
                  <a:gd name="connsiteY1" fmla="*/ 543530 h 830067"/>
                  <a:gd name="connsiteX2" fmla="*/ 305866 w 312238"/>
                  <a:gd name="connsiteY2" fmla="*/ 0 h 830067"/>
                  <a:gd name="connsiteX0" fmla="*/ 312236 w 357087"/>
                  <a:gd name="connsiteY0" fmla="*/ 830067 h 830067"/>
                  <a:gd name="connsiteX1" fmla="*/ 2 w 357087"/>
                  <a:gd name="connsiteY1" fmla="*/ 543530 h 830067"/>
                  <a:gd name="connsiteX2" fmla="*/ 305864 w 357087"/>
                  <a:gd name="connsiteY2" fmla="*/ 0 h 830067"/>
                  <a:gd name="connsiteX0" fmla="*/ 143376 w 205586"/>
                  <a:gd name="connsiteY0" fmla="*/ 830067 h 830067"/>
                  <a:gd name="connsiteX1" fmla="*/ 3 w 205586"/>
                  <a:gd name="connsiteY1" fmla="*/ 379411 h 830067"/>
                  <a:gd name="connsiteX2" fmla="*/ 137004 w 205586"/>
                  <a:gd name="connsiteY2" fmla="*/ 0 h 830067"/>
                  <a:gd name="connsiteX0" fmla="*/ 224869 w 319879"/>
                  <a:gd name="connsiteY0" fmla="*/ 830067 h 830067"/>
                  <a:gd name="connsiteX1" fmla="*/ 81496 w 319879"/>
                  <a:gd name="connsiteY1" fmla="*/ 379411 h 830067"/>
                  <a:gd name="connsiteX2" fmla="*/ 218497 w 319879"/>
                  <a:gd name="connsiteY2" fmla="*/ 0 h 830067"/>
                  <a:gd name="connsiteX0" fmla="*/ 232338 w 324861"/>
                  <a:gd name="connsiteY0" fmla="*/ 830067 h 830067"/>
                  <a:gd name="connsiteX1" fmla="*/ 79407 w 324861"/>
                  <a:gd name="connsiteY1" fmla="*/ 366786 h 830067"/>
                  <a:gd name="connsiteX2" fmla="*/ 225966 w 324861"/>
                  <a:gd name="connsiteY2" fmla="*/ 0 h 830067"/>
                  <a:gd name="connsiteX0" fmla="*/ 232338 w 293712"/>
                  <a:gd name="connsiteY0" fmla="*/ 830067 h 830067"/>
                  <a:gd name="connsiteX1" fmla="*/ 79407 w 293712"/>
                  <a:gd name="connsiteY1" fmla="*/ 366786 h 830067"/>
                  <a:gd name="connsiteX2" fmla="*/ 225966 w 293712"/>
                  <a:gd name="connsiteY2" fmla="*/ 0 h 830067"/>
                  <a:gd name="connsiteX0" fmla="*/ 308025 w 369399"/>
                  <a:gd name="connsiteY0" fmla="*/ 830067 h 830067"/>
                  <a:gd name="connsiteX1" fmla="*/ 155094 w 369399"/>
                  <a:gd name="connsiteY1" fmla="*/ 366786 h 830067"/>
                  <a:gd name="connsiteX2" fmla="*/ 301653 w 369399"/>
                  <a:gd name="connsiteY2" fmla="*/ 0 h 830067"/>
                  <a:gd name="connsiteX0" fmla="*/ 299189 w 360563"/>
                  <a:gd name="connsiteY0" fmla="*/ 830067 h 830067"/>
                  <a:gd name="connsiteX1" fmla="*/ 146258 w 360563"/>
                  <a:gd name="connsiteY1" fmla="*/ 366786 h 830067"/>
                  <a:gd name="connsiteX2" fmla="*/ 292817 w 360563"/>
                  <a:gd name="connsiteY2" fmla="*/ 0 h 830067"/>
                  <a:gd name="connsiteX0" fmla="*/ 299189 w 364810"/>
                  <a:gd name="connsiteY0" fmla="*/ 830067 h 830067"/>
                  <a:gd name="connsiteX1" fmla="*/ 146258 w 364810"/>
                  <a:gd name="connsiteY1" fmla="*/ 366786 h 830067"/>
                  <a:gd name="connsiteX2" fmla="*/ 292817 w 364810"/>
                  <a:gd name="connsiteY2" fmla="*/ 0 h 830067"/>
                  <a:gd name="connsiteX0" fmla="*/ 299189 w 299189"/>
                  <a:gd name="connsiteY0" fmla="*/ 463281 h 463281"/>
                  <a:gd name="connsiteX1" fmla="*/ 146258 w 299189"/>
                  <a:gd name="connsiteY1" fmla="*/ 0 h 463281"/>
                  <a:gd name="connsiteX0" fmla="*/ 402035 w 402035"/>
                  <a:gd name="connsiteY0" fmla="*/ 232853 h 232853"/>
                  <a:gd name="connsiteX1" fmla="*/ 93356 w 402035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2280"/>
                  <a:gd name="connsiteY0" fmla="*/ 388056 h 388056"/>
                  <a:gd name="connsiteX1" fmla="*/ 0 w 462280"/>
                  <a:gd name="connsiteY1" fmla="*/ 0 h 388056"/>
                  <a:gd name="connsiteX0" fmla="*/ 461072 w 462089"/>
                  <a:gd name="connsiteY0" fmla="*/ 388056 h 388056"/>
                  <a:gd name="connsiteX1" fmla="*/ 0 w 462089"/>
                  <a:gd name="connsiteY1" fmla="*/ 0 h 388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62089" h="388056">
                    <a:moveTo>
                      <a:pt x="461072" y="388056"/>
                    </a:moveTo>
                    <a:cubicBezTo>
                      <a:pt x="483929" y="257490"/>
                      <a:pt x="115239" y="232237"/>
                      <a:pt x="0" y="0"/>
                    </a:cubicBezTo>
                  </a:path>
                </a:pathLst>
              </a:custGeom>
              <a:grpFill/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254000">
                    <a:solidFill>
                      <a:schemeClr val="tx1"/>
                    </a:solidFill>
                  </a:ln>
                </a:endParaRPr>
              </a:p>
            </p:txBody>
          </p:sp>
        </p:grpSp>
      </p:grpSp>
      <p:grpSp>
        <p:nvGrpSpPr>
          <p:cNvPr id="1759" name="Group 1758">
            <a:extLst>
              <a:ext uri="{FF2B5EF4-FFF2-40B4-BE49-F238E27FC236}">
                <a16:creationId xmlns:a16="http://schemas.microsoft.com/office/drawing/2014/main" id="{4744C770-4797-E04A-B84A-2710E3314AAC}"/>
              </a:ext>
            </a:extLst>
          </p:cNvPr>
          <p:cNvGrpSpPr/>
          <p:nvPr/>
        </p:nvGrpSpPr>
        <p:grpSpPr>
          <a:xfrm>
            <a:off x="10614286" y="3747199"/>
            <a:ext cx="468404" cy="895742"/>
            <a:chOff x="9297947" y="3770837"/>
            <a:chExt cx="464068" cy="887450"/>
          </a:xfrm>
        </p:grpSpPr>
        <p:grpSp>
          <p:nvGrpSpPr>
            <p:cNvPr id="1760" name="Group 1759">
              <a:extLst>
                <a:ext uri="{FF2B5EF4-FFF2-40B4-BE49-F238E27FC236}">
                  <a16:creationId xmlns:a16="http://schemas.microsoft.com/office/drawing/2014/main" id="{4C2BC390-A191-1942-94CB-4C476053F79A}"/>
                </a:ext>
              </a:extLst>
            </p:cNvPr>
            <p:cNvGrpSpPr/>
            <p:nvPr/>
          </p:nvGrpSpPr>
          <p:grpSpPr>
            <a:xfrm>
              <a:off x="9362951" y="3844615"/>
              <a:ext cx="373511" cy="760420"/>
              <a:chOff x="10988436" y="1457170"/>
              <a:chExt cx="373511" cy="760420"/>
            </a:xfrm>
          </p:grpSpPr>
          <p:cxnSp>
            <p:nvCxnSpPr>
              <p:cNvPr id="1767" name="Straight Connector 1766">
                <a:extLst>
                  <a:ext uri="{FF2B5EF4-FFF2-40B4-BE49-F238E27FC236}">
                    <a16:creationId xmlns:a16="http://schemas.microsoft.com/office/drawing/2014/main" id="{835448DF-C765-484A-BF22-CC911839AB1B}"/>
                  </a:ext>
                </a:extLst>
              </p:cNvPr>
              <p:cNvCxnSpPr/>
              <p:nvPr/>
            </p:nvCxnSpPr>
            <p:spPr>
              <a:xfrm>
                <a:off x="10998297" y="1457170"/>
                <a:ext cx="309039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8" name="Straight Connector 1767">
                <a:extLst>
                  <a:ext uri="{FF2B5EF4-FFF2-40B4-BE49-F238E27FC236}">
                    <a16:creationId xmlns:a16="http://schemas.microsoft.com/office/drawing/2014/main" id="{187AEF83-2057-3048-AEFE-0AC9005C9AA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64674" y="1553509"/>
                <a:ext cx="267074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9" name="Straight Connector 1768">
                <a:extLst>
                  <a:ext uri="{FF2B5EF4-FFF2-40B4-BE49-F238E27FC236}">
                    <a16:creationId xmlns:a16="http://schemas.microsoft.com/office/drawing/2014/main" id="{62305BEA-6B0F-EC46-AC94-21F5A6A6C0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71090" y="1633010"/>
                <a:ext cx="145805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0" name="Straight Connector 1769">
                <a:extLst>
                  <a:ext uri="{FF2B5EF4-FFF2-40B4-BE49-F238E27FC236}">
                    <a16:creationId xmlns:a16="http://schemas.microsoft.com/office/drawing/2014/main" id="{057FFCE6-FD1B-A047-9FDD-D472EEEE1B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44875" y="1854310"/>
                <a:ext cx="317072" cy="668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1" name="Straight Connector 1770">
                <a:extLst>
                  <a:ext uri="{FF2B5EF4-FFF2-40B4-BE49-F238E27FC236}">
                    <a16:creationId xmlns:a16="http://schemas.microsoft.com/office/drawing/2014/main" id="{B84061B8-9DD7-3D4E-B6F8-4CCE7DA8B5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10032" y="1946804"/>
                <a:ext cx="259071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2" name="Straight Connector 1771">
                <a:extLst>
                  <a:ext uri="{FF2B5EF4-FFF2-40B4-BE49-F238E27FC236}">
                    <a16:creationId xmlns:a16="http://schemas.microsoft.com/office/drawing/2014/main" id="{EFBD1583-298F-9947-A373-A439CD2B8A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07847" y="2038374"/>
                <a:ext cx="156117" cy="706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3" name="Straight Connector 1772">
                <a:extLst>
                  <a:ext uri="{FF2B5EF4-FFF2-40B4-BE49-F238E27FC236}">
                    <a16:creationId xmlns:a16="http://schemas.microsoft.com/office/drawing/2014/main" id="{53EC8B0B-667F-0F46-8A56-46119C8B7C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988436" y="2217500"/>
                <a:ext cx="150039" cy="9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4" name="Straight Connector 1773">
                <a:extLst>
                  <a:ext uri="{FF2B5EF4-FFF2-40B4-BE49-F238E27FC236}">
                    <a16:creationId xmlns:a16="http://schemas.microsoft.com/office/drawing/2014/main" id="{2FE05664-187A-9141-A440-94918BB5D5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45386" y="1772622"/>
                <a:ext cx="145805" cy="0"/>
              </a:xfrm>
              <a:prstGeom prst="line">
                <a:avLst/>
              </a:prstGeom>
              <a:ln w="2857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61" name="Group 1760">
              <a:extLst>
                <a:ext uri="{FF2B5EF4-FFF2-40B4-BE49-F238E27FC236}">
                  <a16:creationId xmlns:a16="http://schemas.microsoft.com/office/drawing/2014/main" id="{62D59679-03A7-6E46-960E-C7EA50B4335C}"/>
                </a:ext>
              </a:extLst>
            </p:cNvPr>
            <p:cNvGrpSpPr/>
            <p:nvPr/>
          </p:nvGrpSpPr>
          <p:grpSpPr>
            <a:xfrm>
              <a:off x="9297947" y="3770837"/>
              <a:ext cx="464068" cy="887450"/>
              <a:chOff x="10923432" y="1383392"/>
              <a:chExt cx="464068" cy="887450"/>
            </a:xfrm>
            <a:noFill/>
          </p:grpSpPr>
          <p:sp>
            <p:nvSpPr>
              <p:cNvPr id="1762" name="Freeform 1761">
                <a:extLst>
                  <a:ext uri="{FF2B5EF4-FFF2-40B4-BE49-F238E27FC236}">
                    <a16:creationId xmlns:a16="http://schemas.microsoft.com/office/drawing/2014/main" id="{15BF7607-9FBF-5B4A-913B-26FACF4926C2}"/>
                  </a:ext>
                </a:extLst>
              </p:cNvPr>
              <p:cNvSpPr/>
              <p:nvPr/>
            </p:nvSpPr>
            <p:spPr>
              <a:xfrm rot="450225">
                <a:off x="10926428" y="1443838"/>
                <a:ext cx="461072" cy="391734"/>
              </a:xfrm>
              <a:custGeom>
                <a:avLst/>
                <a:gdLst>
                  <a:gd name="connsiteX0" fmla="*/ 316117 w 392583"/>
                  <a:gd name="connsiteY0" fmla="*/ 672260 h 672260"/>
                  <a:gd name="connsiteX1" fmla="*/ 697 w 392583"/>
                  <a:gd name="connsiteY1" fmla="*/ 407816 h 672260"/>
                  <a:gd name="connsiteX2" fmla="*/ 392583 w 392583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5502 w 391968"/>
                  <a:gd name="connsiteY0" fmla="*/ 672260 h 672260"/>
                  <a:gd name="connsiteX1" fmla="*/ 82 w 391968"/>
                  <a:gd name="connsiteY1" fmla="*/ 401503 h 672260"/>
                  <a:gd name="connsiteX2" fmla="*/ 391968 w 391968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238 w 312238"/>
                  <a:gd name="connsiteY0" fmla="*/ 830067 h 830067"/>
                  <a:gd name="connsiteX1" fmla="*/ 4 w 312238"/>
                  <a:gd name="connsiteY1" fmla="*/ 543530 h 830067"/>
                  <a:gd name="connsiteX2" fmla="*/ 305866 w 312238"/>
                  <a:gd name="connsiteY2" fmla="*/ 0 h 830067"/>
                  <a:gd name="connsiteX0" fmla="*/ 312236 w 357087"/>
                  <a:gd name="connsiteY0" fmla="*/ 830067 h 830067"/>
                  <a:gd name="connsiteX1" fmla="*/ 2 w 357087"/>
                  <a:gd name="connsiteY1" fmla="*/ 543530 h 830067"/>
                  <a:gd name="connsiteX2" fmla="*/ 305864 w 357087"/>
                  <a:gd name="connsiteY2" fmla="*/ 0 h 830067"/>
                  <a:gd name="connsiteX0" fmla="*/ 143376 w 205586"/>
                  <a:gd name="connsiteY0" fmla="*/ 830067 h 830067"/>
                  <a:gd name="connsiteX1" fmla="*/ 3 w 205586"/>
                  <a:gd name="connsiteY1" fmla="*/ 379411 h 830067"/>
                  <a:gd name="connsiteX2" fmla="*/ 137004 w 205586"/>
                  <a:gd name="connsiteY2" fmla="*/ 0 h 830067"/>
                  <a:gd name="connsiteX0" fmla="*/ 224869 w 319879"/>
                  <a:gd name="connsiteY0" fmla="*/ 830067 h 830067"/>
                  <a:gd name="connsiteX1" fmla="*/ 81496 w 319879"/>
                  <a:gd name="connsiteY1" fmla="*/ 379411 h 830067"/>
                  <a:gd name="connsiteX2" fmla="*/ 218497 w 319879"/>
                  <a:gd name="connsiteY2" fmla="*/ 0 h 830067"/>
                  <a:gd name="connsiteX0" fmla="*/ 232338 w 324861"/>
                  <a:gd name="connsiteY0" fmla="*/ 830067 h 830067"/>
                  <a:gd name="connsiteX1" fmla="*/ 79407 w 324861"/>
                  <a:gd name="connsiteY1" fmla="*/ 366786 h 830067"/>
                  <a:gd name="connsiteX2" fmla="*/ 225966 w 324861"/>
                  <a:gd name="connsiteY2" fmla="*/ 0 h 830067"/>
                  <a:gd name="connsiteX0" fmla="*/ 232338 w 293712"/>
                  <a:gd name="connsiteY0" fmla="*/ 830067 h 830067"/>
                  <a:gd name="connsiteX1" fmla="*/ 79407 w 293712"/>
                  <a:gd name="connsiteY1" fmla="*/ 366786 h 830067"/>
                  <a:gd name="connsiteX2" fmla="*/ 225966 w 293712"/>
                  <a:gd name="connsiteY2" fmla="*/ 0 h 830067"/>
                  <a:gd name="connsiteX0" fmla="*/ 308025 w 369399"/>
                  <a:gd name="connsiteY0" fmla="*/ 830067 h 830067"/>
                  <a:gd name="connsiteX1" fmla="*/ 155094 w 369399"/>
                  <a:gd name="connsiteY1" fmla="*/ 366786 h 830067"/>
                  <a:gd name="connsiteX2" fmla="*/ 301653 w 369399"/>
                  <a:gd name="connsiteY2" fmla="*/ 0 h 830067"/>
                  <a:gd name="connsiteX0" fmla="*/ 299189 w 360563"/>
                  <a:gd name="connsiteY0" fmla="*/ 830067 h 830067"/>
                  <a:gd name="connsiteX1" fmla="*/ 146258 w 360563"/>
                  <a:gd name="connsiteY1" fmla="*/ 366786 h 830067"/>
                  <a:gd name="connsiteX2" fmla="*/ 292817 w 360563"/>
                  <a:gd name="connsiteY2" fmla="*/ 0 h 830067"/>
                  <a:gd name="connsiteX0" fmla="*/ 299189 w 364810"/>
                  <a:gd name="connsiteY0" fmla="*/ 830067 h 830067"/>
                  <a:gd name="connsiteX1" fmla="*/ 146258 w 364810"/>
                  <a:gd name="connsiteY1" fmla="*/ 366786 h 830067"/>
                  <a:gd name="connsiteX2" fmla="*/ 292817 w 364810"/>
                  <a:gd name="connsiteY2" fmla="*/ 0 h 830067"/>
                  <a:gd name="connsiteX0" fmla="*/ 299189 w 299189"/>
                  <a:gd name="connsiteY0" fmla="*/ 463281 h 463281"/>
                  <a:gd name="connsiteX1" fmla="*/ 146258 w 299189"/>
                  <a:gd name="connsiteY1" fmla="*/ 0 h 463281"/>
                  <a:gd name="connsiteX0" fmla="*/ 402035 w 402035"/>
                  <a:gd name="connsiteY0" fmla="*/ 232853 h 232853"/>
                  <a:gd name="connsiteX1" fmla="*/ 93356 w 402035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61072" h="388056">
                    <a:moveTo>
                      <a:pt x="461072" y="388056"/>
                    </a:moveTo>
                    <a:cubicBezTo>
                      <a:pt x="382170" y="168899"/>
                      <a:pt x="85808" y="204240"/>
                      <a:pt x="0" y="0"/>
                    </a:cubicBezTo>
                  </a:path>
                </a:pathLst>
              </a:custGeom>
              <a:grpFill/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2540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63" name="Freeform 1762">
                <a:extLst>
                  <a:ext uri="{FF2B5EF4-FFF2-40B4-BE49-F238E27FC236}">
                    <a16:creationId xmlns:a16="http://schemas.microsoft.com/office/drawing/2014/main" id="{AEC9A899-E7A1-8848-862E-6B904810A0A3}"/>
                  </a:ext>
                </a:extLst>
              </p:cNvPr>
              <p:cNvSpPr/>
              <p:nvPr/>
            </p:nvSpPr>
            <p:spPr>
              <a:xfrm rot="575787">
                <a:off x="10951191" y="2032131"/>
                <a:ext cx="354149" cy="238711"/>
              </a:xfrm>
              <a:custGeom>
                <a:avLst/>
                <a:gdLst>
                  <a:gd name="connsiteX0" fmla="*/ 316117 w 392583"/>
                  <a:gd name="connsiteY0" fmla="*/ 672260 h 672260"/>
                  <a:gd name="connsiteX1" fmla="*/ 697 w 392583"/>
                  <a:gd name="connsiteY1" fmla="*/ 407816 h 672260"/>
                  <a:gd name="connsiteX2" fmla="*/ 392583 w 392583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5502 w 391968"/>
                  <a:gd name="connsiteY0" fmla="*/ 672260 h 672260"/>
                  <a:gd name="connsiteX1" fmla="*/ 82 w 391968"/>
                  <a:gd name="connsiteY1" fmla="*/ 401503 h 672260"/>
                  <a:gd name="connsiteX2" fmla="*/ 391968 w 391968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238 w 312238"/>
                  <a:gd name="connsiteY0" fmla="*/ 830067 h 830067"/>
                  <a:gd name="connsiteX1" fmla="*/ 4 w 312238"/>
                  <a:gd name="connsiteY1" fmla="*/ 543530 h 830067"/>
                  <a:gd name="connsiteX2" fmla="*/ 305866 w 312238"/>
                  <a:gd name="connsiteY2" fmla="*/ 0 h 830067"/>
                  <a:gd name="connsiteX0" fmla="*/ 312236 w 357087"/>
                  <a:gd name="connsiteY0" fmla="*/ 830067 h 830067"/>
                  <a:gd name="connsiteX1" fmla="*/ 2 w 357087"/>
                  <a:gd name="connsiteY1" fmla="*/ 543530 h 830067"/>
                  <a:gd name="connsiteX2" fmla="*/ 305864 w 357087"/>
                  <a:gd name="connsiteY2" fmla="*/ 0 h 830067"/>
                  <a:gd name="connsiteX0" fmla="*/ 143376 w 205586"/>
                  <a:gd name="connsiteY0" fmla="*/ 830067 h 830067"/>
                  <a:gd name="connsiteX1" fmla="*/ 3 w 205586"/>
                  <a:gd name="connsiteY1" fmla="*/ 379411 h 830067"/>
                  <a:gd name="connsiteX2" fmla="*/ 137004 w 205586"/>
                  <a:gd name="connsiteY2" fmla="*/ 0 h 830067"/>
                  <a:gd name="connsiteX0" fmla="*/ 224869 w 319879"/>
                  <a:gd name="connsiteY0" fmla="*/ 830067 h 830067"/>
                  <a:gd name="connsiteX1" fmla="*/ 81496 w 319879"/>
                  <a:gd name="connsiteY1" fmla="*/ 379411 h 830067"/>
                  <a:gd name="connsiteX2" fmla="*/ 218497 w 319879"/>
                  <a:gd name="connsiteY2" fmla="*/ 0 h 830067"/>
                  <a:gd name="connsiteX0" fmla="*/ 232338 w 324861"/>
                  <a:gd name="connsiteY0" fmla="*/ 830067 h 830067"/>
                  <a:gd name="connsiteX1" fmla="*/ 79407 w 324861"/>
                  <a:gd name="connsiteY1" fmla="*/ 366786 h 830067"/>
                  <a:gd name="connsiteX2" fmla="*/ 225966 w 324861"/>
                  <a:gd name="connsiteY2" fmla="*/ 0 h 830067"/>
                  <a:gd name="connsiteX0" fmla="*/ 232338 w 293712"/>
                  <a:gd name="connsiteY0" fmla="*/ 830067 h 830067"/>
                  <a:gd name="connsiteX1" fmla="*/ 79407 w 293712"/>
                  <a:gd name="connsiteY1" fmla="*/ 366786 h 830067"/>
                  <a:gd name="connsiteX2" fmla="*/ 225966 w 293712"/>
                  <a:gd name="connsiteY2" fmla="*/ 0 h 830067"/>
                  <a:gd name="connsiteX0" fmla="*/ 308025 w 369399"/>
                  <a:gd name="connsiteY0" fmla="*/ 830067 h 830067"/>
                  <a:gd name="connsiteX1" fmla="*/ 155094 w 369399"/>
                  <a:gd name="connsiteY1" fmla="*/ 366786 h 830067"/>
                  <a:gd name="connsiteX2" fmla="*/ 301653 w 369399"/>
                  <a:gd name="connsiteY2" fmla="*/ 0 h 830067"/>
                  <a:gd name="connsiteX0" fmla="*/ 299189 w 360563"/>
                  <a:gd name="connsiteY0" fmla="*/ 830067 h 830067"/>
                  <a:gd name="connsiteX1" fmla="*/ 146258 w 360563"/>
                  <a:gd name="connsiteY1" fmla="*/ 366786 h 830067"/>
                  <a:gd name="connsiteX2" fmla="*/ 292817 w 360563"/>
                  <a:gd name="connsiteY2" fmla="*/ 0 h 830067"/>
                  <a:gd name="connsiteX0" fmla="*/ 299189 w 364810"/>
                  <a:gd name="connsiteY0" fmla="*/ 830067 h 830067"/>
                  <a:gd name="connsiteX1" fmla="*/ 146258 w 364810"/>
                  <a:gd name="connsiteY1" fmla="*/ 366786 h 830067"/>
                  <a:gd name="connsiteX2" fmla="*/ 292817 w 364810"/>
                  <a:gd name="connsiteY2" fmla="*/ 0 h 830067"/>
                  <a:gd name="connsiteX0" fmla="*/ 299189 w 299189"/>
                  <a:gd name="connsiteY0" fmla="*/ 463281 h 463281"/>
                  <a:gd name="connsiteX1" fmla="*/ 146258 w 299189"/>
                  <a:gd name="connsiteY1" fmla="*/ 0 h 463281"/>
                  <a:gd name="connsiteX0" fmla="*/ 402035 w 402035"/>
                  <a:gd name="connsiteY0" fmla="*/ 232853 h 232853"/>
                  <a:gd name="connsiteX1" fmla="*/ 93356 w 402035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354149 w 354149"/>
                  <a:gd name="connsiteY0" fmla="*/ 236470 h 236470"/>
                  <a:gd name="connsiteX1" fmla="*/ 0 w 354149"/>
                  <a:gd name="connsiteY1" fmla="*/ 0 h 236470"/>
                  <a:gd name="connsiteX0" fmla="*/ 354149 w 354149"/>
                  <a:gd name="connsiteY0" fmla="*/ 236470 h 236470"/>
                  <a:gd name="connsiteX1" fmla="*/ 0 w 354149"/>
                  <a:gd name="connsiteY1" fmla="*/ 0 h 23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4149" h="236470">
                    <a:moveTo>
                      <a:pt x="354149" y="236470"/>
                    </a:moveTo>
                    <a:cubicBezTo>
                      <a:pt x="288485" y="165205"/>
                      <a:pt x="85808" y="204240"/>
                      <a:pt x="0" y="0"/>
                    </a:cubicBezTo>
                  </a:path>
                </a:pathLst>
              </a:custGeom>
              <a:grpFill/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2540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64" name="Freeform 1763">
                <a:extLst>
                  <a:ext uri="{FF2B5EF4-FFF2-40B4-BE49-F238E27FC236}">
                    <a16:creationId xmlns:a16="http://schemas.microsoft.com/office/drawing/2014/main" id="{D9DFE902-6D8C-9840-B210-3A3226DE9BE7}"/>
                  </a:ext>
                </a:extLst>
              </p:cNvPr>
              <p:cNvSpPr/>
              <p:nvPr/>
            </p:nvSpPr>
            <p:spPr>
              <a:xfrm rot="450225">
                <a:off x="11228790" y="1383392"/>
                <a:ext cx="127118" cy="149713"/>
              </a:xfrm>
              <a:custGeom>
                <a:avLst/>
                <a:gdLst>
                  <a:gd name="connsiteX0" fmla="*/ 316117 w 392583"/>
                  <a:gd name="connsiteY0" fmla="*/ 672260 h 672260"/>
                  <a:gd name="connsiteX1" fmla="*/ 697 w 392583"/>
                  <a:gd name="connsiteY1" fmla="*/ 407816 h 672260"/>
                  <a:gd name="connsiteX2" fmla="*/ 392583 w 392583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5502 w 391968"/>
                  <a:gd name="connsiteY0" fmla="*/ 672260 h 672260"/>
                  <a:gd name="connsiteX1" fmla="*/ 82 w 391968"/>
                  <a:gd name="connsiteY1" fmla="*/ 401503 h 672260"/>
                  <a:gd name="connsiteX2" fmla="*/ 391968 w 391968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238 w 312238"/>
                  <a:gd name="connsiteY0" fmla="*/ 830067 h 830067"/>
                  <a:gd name="connsiteX1" fmla="*/ 4 w 312238"/>
                  <a:gd name="connsiteY1" fmla="*/ 543530 h 830067"/>
                  <a:gd name="connsiteX2" fmla="*/ 305866 w 312238"/>
                  <a:gd name="connsiteY2" fmla="*/ 0 h 830067"/>
                  <a:gd name="connsiteX0" fmla="*/ 312236 w 357087"/>
                  <a:gd name="connsiteY0" fmla="*/ 830067 h 830067"/>
                  <a:gd name="connsiteX1" fmla="*/ 2 w 357087"/>
                  <a:gd name="connsiteY1" fmla="*/ 543530 h 830067"/>
                  <a:gd name="connsiteX2" fmla="*/ 305864 w 357087"/>
                  <a:gd name="connsiteY2" fmla="*/ 0 h 830067"/>
                  <a:gd name="connsiteX0" fmla="*/ 143376 w 205586"/>
                  <a:gd name="connsiteY0" fmla="*/ 830067 h 830067"/>
                  <a:gd name="connsiteX1" fmla="*/ 3 w 205586"/>
                  <a:gd name="connsiteY1" fmla="*/ 379411 h 830067"/>
                  <a:gd name="connsiteX2" fmla="*/ 137004 w 205586"/>
                  <a:gd name="connsiteY2" fmla="*/ 0 h 830067"/>
                  <a:gd name="connsiteX0" fmla="*/ 224869 w 319879"/>
                  <a:gd name="connsiteY0" fmla="*/ 830067 h 830067"/>
                  <a:gd name="connsiteX1" fmla="*/ 81496 w 319879"/>
                  <a:gd name="connsiteY1" fmla="*/ 379411 h 830067"/>
                  <a:gd name="connsiteX2" fmla="*/ 218497 w 319879"/>
                  <a:gd name="connsiteY2" fmla="*/ 0 h 830067"/>
                  <a:gd name="connsiteX0" fmla="*/ 232338 w 324861"/>
                  <a:gd name="connsiteY0" fmla="*/ 830067 h 830067"/>
                  <a:gd name="connsiteX1" fmla="*/ 79407 w 324861"/>
                  <a:gd name="connsiteY1" fmla="*/ 366786 h 830067"/>
                  <a:gd name="connsiteX2" fmla="*/ 225966 w 324861"/>
                  <a:gd name="connsiteY2" fmla="*/ 0 h 830067"/>
                  <a:gd name="connsiteX0" fmla="*/ 232338 w 293712"/>
                  <a:gd name="connsiteY0" fmla="*/ 830067 h 830067"/>
                  <a:gd name="connsiteX1" fmla="*/ 79407 w 293712"/>
                  <a:gd name="connsiteY1" fmla="*/ 366786 h 830067"/>
                  <a:gd name="connsiteX2" fmla="*/ 225966 w 293712"/>
                  <a:gd name="connsiteY2" fmla="*/ 0 h 830067"/>
                  <a:gd name="connsiteX0" fmla="*/ 308025 w 369399"/>
                  <a:gd name="connsiteY0" fmla="*/ 830067 h 830067"/>
                  <a:gd name="connsiteX1" fmla="*/ 155094 w 369399"/>
                  <a:gd name="connsiteY1" fmla="*/ 366786 h 830067"/>
                  <a:gd name="connsiteX2" fmla="*/ 301653 w 369399"/>
                  <a:gd name="connsiteY2" fmla="*/ 0 h 830067"/>
                  <a:gd name="connsiteX0" fmla="*/ 299189 w 360563"/>
                  <a:gd name="connsiteY0" fmla="*/ 830067 h 830067"/>
                  <a:gd name="connsiteX1" fmla="*/ 146258 w 360563"/>
                  <a:gd name="connsiteY1" fmla="*/ 366786 h 830067"/>
                  <a:gd name="connsiteX2" fmla="*/ 292817 w 360563"/>
                  <a:gd name="connsiteY2" fmla="*/ 0 h 830067"/>
                  <a:gd name="connsiteX0" fmla="*/ 299189 w 364810"/>
                  <a:gd name="connsiteY0" fmla="*/ 830067 h 830067"/>
                  <a:gd name="connsiteX1" fmla="*/ 146258 w 364810"/>
                  <a:gd name="connsiteY1" fmla="*/ 366786 h 830067"/>
                  <a:gd name="connsiteX2" fmla="*/ 292817 w 364810"/>
                  <a:gd name="connsiteY2" fmla="*/ 0 h 830067"/>
                  <a:gd name="connsiteX0" fmla="*/ 299189 w 299189"/>
                  <a:gd name="connsiteY0" fmla="*/ 463281 h 463281"/>
                  <a:gd name="connsiteX1" fmla="*/ 146258 w 299189"/>
                  <a:gd name="connsiteY1" fmla="*/ 0 h 463281"/>
                  <a:gd name="connsiteX0" fmla="*/ 402035 w 402035"/>
                  <a:gd name="connsiteY0" fmla="*/ 232853 h 232853"/>
                  <a:gd name="connsiteX1" fmla="*/ 93356 w 402035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115560 w 115560"/>
                  <a:gd name="connsiteY0" fmla="*/ 133898 h 133898"/>
                  <a:gd name="connsiteX1" fmla="*/ 0 w 115560"/>
                  <a:gd name="connsiteY1" fmla="*/ 0 h 133898"/>
                  <a:gd name="connsiteX0" fmla="*/ 115560 w 115560"/>
                  <a:gd name="connsiteY0" fmla="*/ 133898 h 133898"/>
                  <a:gd name="connsiteX1" fmla="*/ 0 w 115560"/>
                  <a:gd name="connsiteY1" fmla="*/ 0 h 133898"/>
                  <a:gd name="connsiteX0" fmla="*/ 115560 w 115560"/>
                  <a:gd name="connsiteY0" fmla="*/ 133898 h 133898"/>
                  <a:gd name="connsiteX1" fmla="*/ 0 w 115560"/>
                  <a:gd name="connsiteY1" fmla="*/ 0 h 133898"/>
                  <a:gd name="connsiteX0" fmla="*/ 115560 w 115560"/>
                  <a:gd name="connsiteY0" fmla="*/ 133898 h 133898"/>
                  <a:gd name="connsiteX1" fmla="*/ 0 w 115560"/>
                  <a:gd name="connsiteY1" fmla="*/ 0 h 133898"/>
                  <a:gd name="connsiteX0" fmla="*/ 115560 w 115560"/>
                  <a:gd name="connsiteY0" fmla="*/ 133898 h 133898"/>
                  <a:gd name="connsiteX1" fmla="*/ 0 w 115560"/>
                  <a:gd name="connsiteY1" fmla="*/ 0 h 133898"/>
                  <a:gd name="connsiteX0" fmla="*/ 133681 w 133681"/>
                  <a:gd name="connsiteY0" fmla="*/ 125167 h 125167"/>
                  <a:gd name="connsiteX1" fmla="*/ 0 w 133681"/>
                  <a:gd name="connsiteY1" fmla="*/ 0 h 125167"/>
                  <a:gd name="connsiteX0" fmla="*/ 127118 w 127118"/>
                  <a:gd name="connsiteY0" fmla="*/ 148308 h 148308"/>
                  <a:gd name="connsiteX1" fmla="*/ 0 w 127118"/>
                  <a:gd name="connsiteY1" fmla="*/ 0 h 148308"/>
                  <a:gd name="connsiteX0" fmla="*/ 127118 w 127118"/>
                  <a:gd name="connsiteY0" fmla="*/ 148308 h 148308"/>
                  <a:gd name="connsiteX1" fmla="*/ 0 w 127118"/>
                  <a:gd name="connsiteY1" fmla="*/ 0 h 148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118" h="148308">
                    <a:moveTo>
                      <a:pt x="127118" y="148308"/>
                    </a:moveTo>
                    <a:cubicBezTo>
                      <a:pt x="80653" y="52257"/>
                      <a:pt x="62260" y="51325"/>
                      <a:pt x="0" y="0"/>
                    </a:cubicBezTo>
                  </a:path>
                </a:pathLst>
              </a:custGeom>
              <a:grpFill/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2540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65" name="Freeform 1764">
                <a:extLst>
                  <a:ext uri="{FF2B5EF4-FFF2-40B4-BE49-F238E27FC236}">
                    <a16:creationId xmlns:a16="http://schemas.microsoft.com/office/drawing/2014/main" id="{53609717-0227-1C4F-BAF4-7DD690792B50}"/>
                  </a:ext>
                </a:extLst>
              </p:cNvPr>
              <p:cNvSpPr/>
              <p:nvPr/>
            </p:nvSpPr>
            <p:spPr>
              <a:xfrm rot="21013578" flipV="1">
                <a:off x="10937741" y="1587925"/>
                <a:ext cx="441532" cy="365385"/>
              </a:xfrm>
              <a:custGeom>
                <a:avLst/>
                <a:gdLst>
                  <a:gd name="connsiteX0" fmla="*/ 316117 w 392583"/>
                  <a:gd name="connsiteY0" fmla="*/ 672260 h 672260"/>
                  <a:gd name="connsiteX1" fmla="*/ 697 w 392583"/>
                  <a:gd name="connsiteY1" fmla="*/ 407816 h 672260"/>
                  <a:gd name="connsiteX2" fmla="*/ 392583 w 392583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5502 w 391968"/>
                  <a:gd name="connsiteY0" fmla="*/ 672260 h 672260"/>
                  <a:gd name="connsiteX1" fmla="*/ 82 w 391968"/>
                  <a:gd name="connsiteY1" fmla="*/ 401503 h 672260"/>
                  <a:gd name="connsiteX2" fmla="*/ 391968 w 391968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238 w 312238"/>
                  <a:gd name="connsiteY0" fmla="*/ 830067 h 830067"/>
                  <a:gd name="connsiteX1" fmla="*/ 4 w 312238"/>
                  <a:gd name="connsiteY1" fmla="*/ 543530 h 830067"/>
                  <a:gd name="connsiteX2" fmla="*/ 305866 w 312238"/>
                  <a:gd name="connsiteY2" fmla="*/ 0 h 830067"/>
                  <a:gd name="connsiteX0" fmla="*/ 312236 w 357087"/>
                  <a:gd name="connsiteY0" fmla="*/ 830067 h 830067"/>
                  <a:gd name="connsiteX1" fmla="*/ 2 w 357087"/>
                  <a:gd name="connsiteY1" fmla="*/ 543530 h 830067"/>
                  <a:gd name="connsiteX2" fmla="*/ 305864 w 357087"/>
                  <a:gd name="connsiteY2" fmla="*/ 0 h 830067"/>
                  <a:gd name="connsiteX0" fmla="*/ 143376 w 205586"/>
                  <a:gd name="connsiteY0" fmla="*/ 830067 h 830067"/>
                  <a:gd name="connsiteX1" fmla="*/ 3 w 205586"/>
                  <a:gd name="connsiteY1" fmla="*/ 379411 h 830067"/>
                  <a:gd name="connsiteX2" fmla="*/ 137004 w 205586"/>
                  <a:gd name="connsiteY2" fmla="*/ 0 h 830067"/>
                  <a:gd name="connsiteX0" fmla="*/ 224869 w 319879"/>
                  <a:gd name="connsiteY0" fmla="*/ 830067 h 830067"/>
                  <a:gd name="connsiteX1" fmla="*/ 81496 w 319879"/>
                  <a:gd name="connsiteY1" fmla="*/ 379411 h 830067"/>
                  <a:gd name="connsiteX2" fmla="*/ 218497 w 319879"/>
                  <a:gd name="connsiteY2" fmla="*/ 0 h 830067"/>
                  <a:gd name="connsiteX0" fmla="*/ 232338 w 324861"/>
                  <a:gd name="connsiteY0" fmla="*/ 830067 h 830067"/>
                  <a:gd name="connsiteX1" fmla="*/ 79407 w 324861"/>
                  <a:gd name="connsiteY1" fmla="*/ 366786 h 830067"/>
                  <a:gd name="connsiteX2" fmla="*/ 225966 w 324861"/>
                  <a:gd name="connsiteY2" fmla="*/ 0 h 830067"/>
                  <a:gd name="connsiteX0" fmla="*/ 232338 w 293712"/>
                  <a:gd name="connsiteY0" fmla="*/ 830067 h 830067"/>
                  <a:gd name="connsiteX1" fmla="*/ 79407 w 293712"/>
                  <a:gd name="connsiteY1" fmla="*/ 366786 h 830067"/>
                  <a:gd name="connsiteX2" fmla="*/ 225966 w 293712"/>
                  <a:gd name="connsiteY2" fmla="*/ 0 h 830067"/>
                  <a:gd name="connsiteX0" fmla="*/ 308025 w 369399"/>
                  <a:gd name="connsiteY0" fmla="*/ 830067 h 830067"/>
                  <a:gd name="connsiteX1" fmla="*/ 155094 w 369399"/>
                  <a:gd name="connsiteY1" fmla="*/ 366786 h 830067"/>
                  <a:gd name="connsiteX2" fmla="*/ 301653 w 369399"/>
                  <a:gd name="connsiteY2" fmla="*/ 0 h 830067"/>
                  <a:gd name="connsiteX0" fmla="*/ 299189 w 360563"/>
                  <a:gd name="connsiteY0" fmla="*/ 830067 h 830067"/>
                  <a:gd name="connsiteX1" fmla="*/ 146258 w 360563"/>
                  <a:gd name="connsiteY1" fmla="*/ 366786 h 830067"/>
                  <a:gd name="connsiteX2" fmla="*/ 292817 w 360563"/>
                  <a:gd name="connsiteY2" fmla="*/ 0 h 830067"/>
                  <a:gd name="connsiteX0" fmla="*/ 299189 w 364810"/>
                  <a:gd name="connsiteY0" fmla="*/ 830067 h 830067"/>
                  <a:gd name="connsiteX1" fmla="*/ 146258 w 364810"/>
                  <a:gd name="connsiteY1" fmla="*/ 366786 h 830067"/>
                  <a:gd name="connsiteX2" fmla="*/ 292817 w 364810"/>
                  <a:gd name="connsiteY2" fmla="*/ 0 h 830067"/>
                  <a:gd name="connsiteX0" fmla="*/ 299189 w 299189"/>
                  <a:gd name="connsiteY0" fmla="*/ 463281 h 463281"/>
                  <a:gd name="connsiteX1" fmla="*/ 146258 w 299189"/>
                  <a:gd name="connsiteY1" fmla="*/ 0 h 463281"/>
                  <a:gd name="connsiteX0" fmla="*/ 402035 w 402035"/>
                  <a:gd name="connsiteY0" fmla="*/ 232853 h 232853"/>
                  <a:gd name="connsiteX1" fmla="*/ 93356 w 402035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41532 w 441532"/>
                  <a:gd name="connsiteY0" fmla="*/ 361954 h 361954"/>
                  <a:gd name="connsiteX1" fmla="*/ 0 w 441532"/>
                  <a:gd name="connsiteY1" fmla="*/ 0 h 361954"/>
                  <a:gd name="connsiteX0" fmla="*/ 441532 w 441532"/>
                  <a:gd name="connsiteY0" fmla="*/ 361954 h 361954"/>
                  <a:gd name="connsiteX1" fmla="*/ 0 w 441532"/>
                  <a:gd name="connsiteY1" fmla="*/ 0 h 361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1532" h="361954">
                    <a:moveTo>
                      <a:pt x="441532" y="361954"/>
                    </a:moveTo>
                    <a:cubicBezTo>
                      <a:pt x="419998" y="211713"/>
                      <a:pt x="85808" y="204240"/>
                      <a:pt x="0" y="0"/>
                    </a:cubicBezTo>
                  </a:path>
                </a:pathLst>
              </a:custGeom>
              <a:grpFill/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2540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766" name="Freeform 1765">
                <a:extLst>
                  <a:ext uri="{FF2B5EF4-FFF2-40B4-BE49-F238E27FC236}">
                    <a16:creationId xmlns:a16="http://schemas.microsoft.com/office/drawing/2014/main" id="{329A9315-AAAD-A343-A1BD-8E5A093D47B8}"/>
                  </a:ext>
                </a:extLst>
              </p:cNvPr>
              <p:cNvSpPr/>
              <p:nvPr/>
            </p:nvSpPr>
            <p:spPr>
              <a:xfrm rot="21149775" flipV="1">
                <a:off x="10923432" y="1869493"/>
                <a:ext cx="462089" cy="391734"/>
              </a:xfrm>
              <a:custGeom>
                <a:avLst/>
                <a:gdLst>
                  <a:gd name="connsiteX0" fmla="*/ 316117 w 392583"/>
                  <a:gd name="connsiteY0" fmla="*/ 672260 h 672260"/>
                  <a:gd name="connsiteX1" fmla="*/ 697 w 392583"/>
                  <a:gd name="connsiteY1" fmla="*/ 407816 h 672260"/>
                  <a:gd name="connsiteX2" fmla="*/ 392583 w 392583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09772 w 386238"/>
                  <a:gd name="connsiteY0" fmla="*/ 672260 h 672260"/>
                  <a:gd name="connsiteX1" fmla="*/ 724 w 386238"/>
                  <a:gd name="connsiteY1" fmla="*/ 376254 h 672260"/>
                  <a:gd name="connsiteX2" fmla="*/ 386238 w 386238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6117 w 392583"/>
                  <a:gd name="connsiteY0" fmla="*/ 672260 h 672260"/>
                  <a:gd name="connsiteX1" fmla="*/ 697 w 392583"/>
                  <a:gd name="connsiteY1" fmla="*/ 401503 h 672260"/>
                  <a:gd name="connsiteX2" fmla="*/ 392583 w 392583"/>
                  <a:gd name="connsiteY2" fmla="*/ 0 h 672260"/>
                  <a:gd name="connsiteX0" fmla="*/ 315502 w 391968"/>
                  <a:gd name="connsiteY0" fmla="*/ 672260 h 672260"/>
                  <a:gd name="connsiteX1" fmla="*/ 82 w 391968"/>
                  <a:gd name="connsiteY1" fmla="*/ 401503 h 672260"/>
                  <a:gd name="connsiteX2" fmla="*/ 391968 w 391968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317 w 388783"/>
                  <a:gd name="connsiteY0" fmla="*/ 672260 h 672260"/>
                  <a:gd name="connsiteX1" fmla="*/ 83 w 388783"/>
                  <a:gd name="connsiteY1" fmla="*/ 385723 h 672260"/>
                  <a:gd name="connsiteX2" fmla="*/ 388783 w 388783"/>
                  <a:gd name="connsiteY2" fmla="*/ 0 h 672260"/>
                  <a:gd name="connsiteX0" fmla="*/ 312238 w 312238"/>
                  <a:gd name="connsiteY0" fmla="*/ 830067 h 830067"/>
                  <a:gd name="connsiteX1" fmla="*/ 4 w 312238"/>
                  <a:gd name="connsiteY1" fmla="*/ 543530 h 830067"/>
                  <a:gd name="connsiteX2" fmla="*/ 305866 w 312238"/>
                  <a:gd name="connsiteY2" fmla="*/ 0 h 830067"/>
                  <a:gd name="connsiteX0" fmla="*/ 312236 w 357087"/>
                  <a:gd name="connsiteY0" fmla="*/ 830067 h 830067"/>
                  <a:gd name="connsiteX1" fmla="*/ 2 w 357087"/>
                  <a:gd name="connsiteY1" fmla="*/ 543530 h 830067"/>
                  <a:gd name="connsiteX2" fmla="*/ 305864 w 357087"/>
                  <a:gd name="connsiteY2" fmla="*/ 0 h 830067"/>
                  <a:gd name="connsiteX0" fmla="*/ 143376 w 205586"/>
                  <a:gd name="connsiteY0" fmla="*/ 830067 h 830067"/>
                  <a:gd name="connsiteX1" fmla="*/ 3 w 205586"/>
                  <a:gd name="connsiteY1" fmla="*/ 379411 h 830067"/>
                  <a:gd name="connsiteX2" fmla="*/ 137004 w 205586"/>
                  <a:gd name="connsiteY2" fmla="*/ 0 h 830067"/>
                  <a:gd name="connsiteX0" fmla="*/ 224869 w 319879"/>
                  <a:gd name="connsiteY0" fmla="*/ 830067 h 830067"/>
                  <a:gd name="connsiteX1" fmla="*/ 81496 w 319879"/>
                  <a:gd name="connsiteY1" fmla="*/ 379411 h 830067"/>
                  <a:gd name="connsiteX2" fmla="*/ 218497 w 319879"/>
                  <a:gd name="connsiteY2" fmla="*/ 0 h 830067"/>
                  <a:gd name="connsiteX0" fmla="*/ 232338 w 324861"/>
                  <a:gd name="connsiteY0" fmla="*/ 830067 h 830067"/>
                  <a:gd name="connsiteX1" fmla="*/ 79407 w 324861"/>
                  <a:gd name="connsiteY1" fmla="*/ 366786 h 830067"/>
                  <a:gd name="connsiteX2" fmla="*/ 225966 w 324861"/>
                  <a:gd name="connsiteY2" fmla="*/ 0 h 830067"/>
                  <a:gd name="connsiteX0" fmla="*/ 232338 w 293712"/>
                  <a:gd name="connsiteY0" fmla="*/ 830067 h 830067"/>
                  <a:gd name="connsiteX1" fmla="*/ 79407 w 293712"/>
                  <a:gd name="connsiteY1" fmla="*/ 366786 h 830067"/>
                  <a:gd name="connsiteX2" fmla="*/ 225966 w 293712"/>
                  <a:gd name="connsiteY2" fmla="*/ 0 h 830067"/>
                  <a:gd name="connsiteX0" fmla="*/ 308025 w 369399"/>
                  <a:gd name="connsiteY0" fmla="*/ 830067 h 830067"/>
                  <a:gd name="connsiteX1" fmla="*/ 155094 w 369399"/>
                  <a:gd name="connsiteY1" fmla="*/ 366786 h 830067"/>
                  <a:gd name="connsiteX2" fmla="*/ 301653 w 369399"/>
                  <a:gd name="connsiteY2" fmla="*/ 0 h 830067"/>
                  <a:gd name="connsiteX0" fmla="*/ 299189 w 360563"/>
                  <a:gd name="connsiteY0" fmla="*/ 830067 h 830067"/>
                  <a:gd name="connsiteX1" fmla="*/ 146258 w 360563"/>
                  <a:gd name="connsiteY1" fmla="*/ 366786 h 830067"/>
                  <a:gd name="connsiteX2" fmla="*/ 292817 w 360563"/>
                  <a:gd name="connsiteY2" fmla="*/ 0 h 830067"/>
                  <a:gd name="connsiteX0" fmla="*/ 299189 w 364810"/>
                  <a:gd name="connsiteY0" fmla="*/ 830067 h 830067"/>
                  <a:gd name="connsiteX1" fmla="*/ 146258 w 364810"/>
                  <a:gd name="connsiteY1" fmla="*/ 366786 h 830067"/>
                  <a:gd name="connsiteX2" fmla="*/ 292817 w 364810"/>
                  <a:gd name="connsiteY2" fmla="*/ 0 h 830067"/>
                  <a:gd name="connsiteX0" fmla="*/ 299189 w 299189"/>
                  <a:gd name="connsiteY0" fmla="*/ 463281 h 463281"/>
                  <a:gd name="connsiteX1" fmla="*/ 146258 w 299189"/>
                  <a:gd name="connsiteY1" fmla="*/ 0 h 463281"/>
                  <a:gd name="connsiteX0" fmla="*/ 402035 w 402035"/>
                  <a:gd name="connsiteY0" fmla="*/ 232853 h 232853"/>
                  <a:gd name="connsiteX1" fmla="*/ 93356 w 402035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308679 w 308679"/>
                  <a:gd name="connsiteY0" fmla="*/ 232853 h 232853"/>
                  <a:gd name="connsiteX1" fmla="*/ 0 w 308679"/>
                  <a:gd name="connsiteY1" fmla="*/ 0 h 232853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55001 w 455001"/>
                  <a:gd name="connsiteY0" fmla="*/ 366564 h 366564"/>
                  <a:gd name="connsiteX1" fmla="*/ 0 w 455001"/>
                  <a:gd name="connsiteY1" fmla="*/ 0 h 366564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1072"/>
                  <a:gd name="connsiteY0" fmla="*/ 388056 h 388056"/>
                  <a:gd name="connsiteX1" fmla="*/ 0 w 461072"/>
                  <a:gd name="connsiteY1" fmla="*/ 0 h 388056"/>
                  <a:gd name="connsiteX0" fmla="*/ 461072 w 462280"/>
                  <a:gd name="connsiteY0" fmla="*/ 388056 h 388056"/>
                  <a:gd name="connsiteX1" fmla="*/ 0 w 462280"/>
                  <a:gd name="connsiteY1" fmla="*/ 0 h 388056"/>
                  <a:gd name="connsiteX0" fmla="*/ 461072 w 462089"/>
                  <a:gd name="connsiteY0" fmla="*/ 388056 h 388056"/>
                  <a:gd name="connsiteX1" fmla="*/ 0 w 462089"/>
                  <a:gd name="connsiteY1" fmla="*/ 0 h 388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62089" h="388056">
                    <a:moveTo>
                      <a:pt x="461072" y="388056"/>
                    </a:moveTo>
                    <a:cubicBezTo>
                      <a:pt x="483929" y="257490"/>
                      <a:pt x="115239" y="232237"/>
                      <a:pt x="0" y="0"/>
                    </a:cubicBezTo>
                  </a:path>
                </a:pathLst>
              </a:custGeom>
              <a:grpFill/>
              <a:ln w="571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254000">
                    <a:solidFill>
                      <a:schemeClr val="tx1"/>
                    </a:solidFill>
                  </a:ln>
                </a:endParaRPr>
              </a:p>
            </p:txBody>
          </p:sp>
        </p:grpSp>
      </p:grpSp>
      <p:sp>
        <p:nvSpPr>
          <p:cNvPr id="1777" name="TextBox 1776">
            <a:extLst>
              <a:ext uri="{FF2B5EF4-FFF2-40B4-BE49-F238E27FC236}">
                <a16:creationId xmlns:a16="http://schemas.microsoft.com/office/drawing/2014/main" id="{7F9EE0E3-93D5-6944-851D-17CEE0A2B328}"/>
              </a:ext>
            </a:extLst>
          </p:cNvPr>
          <p:cNvSpPr txBox="1"/>
          <p:nvPr/>
        </p:nvSpPr>
        <p:spPr>
          <a:xfrm>
            <a:off x="8615107" y="3430893"/>
            <a:ext cx="1178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www</a:t>
            </a:r>
          </a:p>
        </p:txBody>
      </p:sp>
      <p:pic>
        <p:nvPicPr>
          <p:cNvPr id="1778" name="Picture 1777">
            <a:extLst>
              <a:ext uri="{FF2B5EF4-FFF2-40B4-BE49-F238E27FC236}">
                <a16:creationId xmlns:a16="http://schemas.microsoft.com/office/drawing/2014/main" id="{D4ED772E-BA8A-A248-9BBD-F384ADAE3883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89592" y="-8126714"/>
            <a:ext cx="5168900" cy="5207000"/>
          </a:xfrm>
          <a:prstGeom prst="rect">
            <a:avLst/>
          </a:prstGeom>
        </p:spPr>
      </p:pic>
      <p:pic>
        <p:nvPicPr>
          <p:cNvPr id="1780" name="Picture 1779">
            <a:extLst>
              <a:ext uri="{FF2B5EF4-FFF2-40B4-BE49-F238E27FC236}">
                <a16:creationId xmlns:a16="http://schemas.microsoft.com/office/drawing/2014/main" id="{FE64AF88-895D-344B-A1E1-4F4859B093CE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2841" y="-8123916"/>
            <a:ext cx="5168900" cy="5232400"/>
          </a:xfrm>
          <a:prstGeom prst="rect">
            <a:avLst/>
          </a:prstGeom>
        </p:spPr>
      </p:pic>
      <p:pic>
        <p:nvPicPr>
          <p:cNvPr id="1781" name="Picture 1780">
            <a:extLst>
              <a:ext uri="{FF2B5EF4-FFF2-40B4-BE49-F238E27FC236}">
                <a16:creationId xmlns:a16="http://schemas.microsoft.com/office/drawing/2014/main" id="{914D5800-2AAE-8C49-BF71-4769B9FCC874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7484247" y="-6465084"/>
            <a:ext cx="515620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8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17002</TotalTime>
  <Words>10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Paulo Czarnewski</dc:creator>
  <cp:lastModifiedBy>Paulo Czarnewski</cp:lastModifiedBy>
  <cp:revision>51</cp:revision>
  <dcterms:created xsi:type="dcterms:W3CDTF">2021-08-16T15:06:29Z</dcterms:created>
  <dcterms:modified xsi:type="dcterms:W3CDTF">2021-09-21T05:04:38Z</dcterms:modified>
</cp:coreProperties>
</file>